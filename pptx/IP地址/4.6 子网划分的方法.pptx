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836" r:id="rId3"/>
    <p:sldId id="1056" r:id="rId5"/>
    <p:sldId id="1078" r:id="rId6"/>
    <p:sldId id="1082" r:id="rId7"/>
    <p:sldId id="1086" r:id="rId8"/>
    <p:sldId id="1090" r:id="rId9"/>
    <p:sldId id="1091" r:id="rId10"/>
    <p:sldId id="1102" r:id="rId11"/>
    <p:sldId id="1093" r:id="rId12"/>
    <p:sldId id="1094" r:id="rId13"/>
    <p:sldId id="1095" r:id="rId14"/>
    <p:sldId id="1096" r:id="rId15"/>
    <p:sldId id="1098" r:id="rId16"/>
    <p:sldId id="1099" r:id="rId17"/>
    <p:sldId id="1097" r:id="rId18"/>
    <p:sldId id="1101" r:id="rId19"/>
    <p:sldId id="1100" r:id="rId20"/>
    <p:sldId id="1106" r:id="rId21"/>
    <p:sldId id="1057" r:id="rId22"/>
  </p:sldIdLst>
  <p:sldSz cx="9144000" cy="5143500" type="screen16x9"/>
  <p:notesSz cx="6858000" cy="9144000"/>
  <p:custDataLst>
    <p:tags r:id="rId2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565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199765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6965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BAC07"/>
    <a:srgbClr val="FF9933"/>
    <a:srgbClr val="FF9999"/>
    <a:srgbClr val="C68F06"/>
    <a:srgbClr val="2D7FAE"/>
    <a:srgbClr val="660066"/>
    <a:srgbClr val="034EA2"/>
    <a:srgbClr val="0075BF"/>
    <a:srgbClr val="FFF6D9"/>
    <a:srgbClr val="00848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284" autoAdjust="0"/>
    <p:restoredTop sz="94843" autoAdjust="0"/>
  </p:normalViewPr>
  <p:slideViewPr>
    <p:cSldViewPr showGuides="1">
      <p:cViewPr>
        <p:scale>
          <a:sx n="84" d="100"/>
          <a:sy n="84" d="100"/>
        </p:scale>
        <p:origin x="-894" y="-180"/>
      </p:cViewPr>
      <p:guideLst>
        <p:guide orient="horz" pos="1633"/>
        <p:guide pos="2925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notesViewPr>
    <p:cSldViewPr>
      <p:cViewPr varScale="1">
        <p:scale>
          <a:sx n="65" d="100"/>
          <a:sy n="65" d="100"/>
        </p:scale>
        <p:origin x="-3360" y="-96"/>
      </p:cViewPr>
      <p:guideLst>
        <p:guide orient="horz" pos="2903"/>
        <p:guide pos="219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6" Type="http://schemas.openxmlformats.org/officeDocument/2006/relationships/tags" Target="tags/tag1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2A5992-9D73-4015-9385-ABE035416B29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95A699-AB68-4A20-99FB-6F69DC266D45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2565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99765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6965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95A699-AB68-4A20-99FB-6F69DC266D4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D4BE56-0D4C-487B-A77A-5602763B13E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4324EA-D88B-4DB6-A454-EECCD39A6DB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4324EA-D88B-4DB6-A454-EECCD39A6DB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4324EA-D88B-4DB6-A454-EECCD39A6DB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95A699-AB68-4A20-99FB-6F69DC266D4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95A699-AB68-4A20-99FB-6F69DC266D4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4324EA-D88B-4DB6-A454-EECCD39A6DBB}" type="slidenum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4324EA-D88B-4DB6-A454-EECCD39A6DBB}" type="slidenum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D4BE56-0D4C-487B-A77A-5602763B13E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4324EA-D88B-4DB6-A454-EECCD39A6DBB}" type="slidenum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4324EA-D88B-4DB6-A454-EECCD39A6DBB}" type="slidenum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4324EA-D88B-4DB6-A454-EECCD39A6DBB}" type="slidenum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95A699-AB68-4A20-99FB-6F69DC266D4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54A03-91AF-448A-9954-517C0577E5F0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FC946-6D13-4F8C-9740-992A906A613E}" type="slidenum">
              <a:rPr lang="zh-CN" altLang="en-US" smtClean="0"/>
            </a:fld>
            <a:endParaRPr lang="zh-CN" altLang="en-US"/>
          </a:p>
        </p:txBody>
      </p:sp>
      <p:grpSp>
        <p:nvGrpSpPr>
          <p:cNvPr id="12" name="组合 3"/>
          <p:cNvGrpSpPr/>
          <p:nvPr userDrawn="1"/>
        </p:nvGrpSpPr>
        <p:grpSpPr bwMode="auto">
          <a:xfrm flipH="1">
            <a:off x="-1" y="248018"/>
            <a:ext cx="1797166" cy="507206"/>
            <a:chOff x="2370576" y="533400"/>
            <a:chExt cx="2417494" cy="675969"/>
          </a:xfrm>
          <a:solidFill>
            <a:srgbClr val="EE1C39"/>
          </a:solidFill>
        </p:grpSpPr>
        <p:sp>
          <p:nvSpPr>
            <p:cNvPr id="13" name="矩形 12"/>
            <p:cNvSpPr/>
            <p:nvPr/>
          </p:nvSpPr>
          <p:spPr>
            <a:xfrm>
              <a:off x="2738030" y="533400"/>
              <a:ext cx="2050040" cy="67596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1400" dirty="0">
                <a:cs typeface="+mn-ea"/>
                <a:sym typeface="+mn-lt"/>
              </a:endParaRPr>
            </a:p>
          </p:txBody>
        </p:sp>
        <p:sp>
          <p:nvSpPr>
            <p:cNvPr id="14" name="椭圆 13"/>
            <p:cNvSpPr/>
            <p:nvPr/>
          </p:nvSpPr>
          <p:spPr>
            <a:xfrm>
              <a:off x="2370576" y="533400"/>
              <a:ext cx="623734" cy="67596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1400" dirty="0">
                <a:cs typeface="+mn-ea"/>
                <a:sym typeface="+mn-lt"/>
              </a:endParaRPr>
            </a:p>
          </p:txBody>
        </p:sp>
      </p:grpSp>
      <p:sp>
        <p:nvSpPr>
          <p:cNvPr id="15" name="文本框 12"/>
          <p:cNvSpPr txBox="1">
            <a:spLocks noChangeArrowheads="1"/>
          </p:cNvSpPr>
          <p:nvPr userDrawn="1"/>
        </p:nvSpPr>
        <p:spPr bwMode="auto">
          <a:xfrm>
            <a:off x="-1" y="370296"/>
            <a:ext cx="1796090" cy="2503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5023" tIns="32511" rIns="65023" bIns="32511">
            <a:spAutoFit/>
          </a:bodyPr>
          <a:lstStyle>
            <a:lvl1pPr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9pPr>
          </a:lstStyle>
          <a:p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点击添加相关标题文字</a:t>
            </a:r>
            <a:endParaRPr lang="zh-CN" altLang="en-US" sz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BD0C8-D35A-439E-96FB-C8D4A643055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0F15A6-E82C-4E1E-834E-C415C51F7DF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" y="0"/>
            <a:ext cx="9143499" cy="5143500"/>
          </a:xfrm>
          <a:prstGeom prst="rect">
            <a:avLst/>
          </a:prstGeom>
        </p:spPr>
      </p:pic>
      <p:sp>
        <p:nvSpPr>
          <p:cNvPr id="3" name="矩形 2"/>
          <p:cNvSpPr/>
          <p:nvPr userDrawn="1"/>
        </p:nvSpPr>
        <p:spPr>
          <a:xfrm>
            <a:off x="6949041" y="39515"/>
            <a:ext cx="20313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湖南涉外经济学院</a:t>
            </a:r>
            <a:endParaRPr lang="zh-CN" altLang="en-US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 userDrawn="1"/>
        </p:nvSpPr>
        <p:spPr>
          <a:xfrm>
            <a:off x="6967922" y="337393"/>
            <a:ext cx="1993561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/>
            <a:r>
              <a:rPr lang="en-US" altLang="zh-CN" sz="1000" dirty="0" smtClean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Hunan International Economics U</a:t>
            </a:r>
            <a:endParaRPr lang="zh-CN" altLang="en-US" sz="1000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30956" y="65317"/>
            <a:ext cx="411342" cy="431624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0" y="0"/>
            <a:ext cx="9143436" cy="5143184"/>
          </a:xfrm>
          <a:prstGeom prst="rect">
            <a:avLst/>
          </a:prstGeom>
          <a:solidFill>
            <a:srgbClr val="FBFA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5023" tIns="32511" rIns="65023" bIns="32511"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 userDrawn="1"/>
        </p:nvSpPr>
        <p:spPr>
          <a:xfrm>
            <a:off x="6949041" y="39515"/>
            <a:ext cx="20313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湖南涉外经济学院</a:t>
            </a:r>
            <a:endParaRPr lang="zh-CN" altLang="en-US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 userDrawn="1"/>
        </p:nvSpPr>
        <p:spPr>
          <a:xfrm>
            <a:off x="6967922" y="337393"/>
            <a:ext cx="1993561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/>
            <a:r>
              <a:rPr lang="en-US" altLang="zh-CN" sz="1000" dirty="0" smtClean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Hunan International Economics U</a:t>
            </a:r>
            <a:endParaRPr lang="zh-CN" altLang="en-US" sz="1000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530956" y="65317"/>
            <a:ext cx="411342" cy="431624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1" y="1200151"/>
            <a:ext cx="8229600" cy="3394472"/>
          </a:xfrm>
          <a:prstGeom prst="rect">
            <a:avLst/>
          </a:prstGeom>
        </p:spPr>
        <p:txBody>
          <a:bodyPr vert="horz" lIns="91428" tIns="45714" rIns="91428" bIns="45714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1" y="4767264"/>
            <a:ext cx="2133600" cy="273844"/>
          </a:xfrm>
          <a:prstGeom prst="rect">
            <a:avLst/>
          </a:prstGeom>
        </p:spPr>
        <p:txBody>
          <a:bodyPr vert="horz" lIns="91428" tIns="45714" rIns="91428" bIns="45714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854A03-91AF-448A-9954-517C0577E5F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1" y="4767264"/>
            <a:ext cx="2895600" cy="273844"/>
          </a:xfrm>
          <a:prstGeom prst="rect">
            <a:avLst/>
          </a:prstGeom>
        </p:spPr>
        <p:txBody>
          <a:bodyPr vert="horz" lIns="91428" tIns="45714" rIns="91428" bIns="45714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1" y="4767264"/>
            <a:ext cx="2133600" cy="273844"/>
          </a:xfrm>
          <a:prstGeom prst="rect">
            <a:avLst/>
          </a:prstGeom>
        </p:spPr>
        <p:txBody>
          <a:bodyPr vert="horz" lIns="91428" tIns="45714" rIns="91428" bIns="45714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EFC946-6D13-4F8C-9740-992A906A613E}" type="slidenum">
              <a:rPr lang="zh-CN" altLang="en-US" smtClean="0"/>
            </a:fld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6949041" y="39515"/>
            <a:ext cx="20313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湖南涉外经济学院</a:t>
            </a:r>
            <a:endParaRPr lang="zh-CN" altLang="en-US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6967922" y="337393"/>
            <a:ext cx="1993561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/>
            <a:r>
              <a:rPr lang="en-US" altLang="zh-CN" sz="1000" dirty="0" smtClean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Hunan International Economics U</a:t>
            </a:r>
            <a:endParaRPr lang="zh-CN" altLang="en-US" sz="1000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6530956" y="65317"/>
            <a:ext cx="411342" cy="431624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transition/>
  <p:timing>
    <p:tnLst>
      <p:par>
        <p:cTn id="1" dur="indefinite" restart="never" nodeType="tmRoot"/>
      </p:par>
    </p:tnLst>
  </p:timing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3965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165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365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565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5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7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9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2.png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5.xml"/><Relationship Id="rId5" Type="http://schemas.openxmlformats.org/officeDocument/2006/relationships/slideLayout" Target="../slideLayouts/slideLayout3.xml"/><Relationship Id="rId4" Type="http://schemas.openxmlformats.org/officeDocument/2006/relationships/image" Target="../media/image8.jpe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8.jpe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8.jpe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8.jpe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2.xml"/><Relationship Id="rId7" Type="http://schemas.openxmlformats.org/officeDocument/2006/relationships/slideLayout" Target="../slideLayouts/slideLayout3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3.xml"/><Relationship Id="rId5" Type="http://schemas.openxmlformats.org/officeDocument/2006/relationships/slideLayout" Target="../slideLayouts/slideLayout3.xml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 descr="C:\Users\Administrator\Desktop\3afe8fe6bfe17e05fe49e17f29526623.png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4197220" y="534988"/>
            <a:ext cx="5775380" cy="4124994"/>
          </a:xfrm>
          <a:prstGeom prst="rect">
            <a:avLst/>
          </a:prstGeom>
          <a:noFill/>
        </p:spPr>
      </p:pic>
      <p:sp>
        <p:nvSpPr>
          <p:cNvPr id="42" name="矩形 41"/>
          <p:cNvSpPr/>
          <p:nvPr/>
        </p:nvSpPr>
        <p:spPr>
          <a:xfrm>
            <a:off x="251520" y="2067694"/>
            <a:ext cx="4007828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4400" b="1" spc="300" dirty="0" smtClean="0">
                <a:solidFill>
                  <a:srgbClr val="C68F0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第四章 网络层</a:t>
            </a:r>
            <a:endParaRPr lang="zh-CN" altLang="en-US" sz="4400" b="1" spc="300" dirty="0">
              <a:solidFill>
                <a:srgbClr val="C68F06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434837" y="3291830"/>
            <a:ext cx="4764405" cy="6451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3600" b="1" spc="300" dirty="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4.6  </a:t>
            </a:r>
            <a:r>
              <a:rPr lang="zh-CN" altLang="en-US" sz="3600" b="1" spc="300" dirty="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子网划分的方法</a:t>
            </a:r>
            <a:endParaRPr lang="en-US" altLang="zh-CN" sz="3600" b="1" spc="300" dirty="0" smtClean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/>
      <p:bldP spid="4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/>
          <p:cNvSpPr/>
          <p:nvPr/>
        </p:nvSpPr>
        <p:spPr>
          <a:xfrm>
            <a:off x="3666914" y="1203598"/>
            <a:ext cx="2798713" cy="508855"/>
          </a:xfrm>
          <a:prstGeom prst="rect">
            <a:avLst/>
          </a:prstGeom>
          <a:effectLst/>
        </p:spPr>
        <p:txBody>
          <a:bodyPr wrap="none" lIns="65023" tIns="32511" rIns="65023" bIns="32511">
            <a:spAutoFit/>
          </a:bodyPr>
          <a:lstStyle/>
          <a:p>
            <a:pPr algn="r">
              <a:lnSpc>
                <a:spcPct val="120000"/>
              </a:lnSpc>
            </a:pPr>
            <a:r>
              <a:rPr lang="zh-CN" altLang="en-US" sz="2400" dirty="0">
                <a:solidFill>
                  <a:srgbClr val="C68F06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定长子网</a:t>
            </a:r>
            <a:r>
              <a:rPr lang="zh-CN" altLang="en-US" sz="2400" dirty="0" smtClean="0">
                <a:solidFill>
                  <a:srgbClr val="C68F06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掩码</a:t>
            </a:r>
            <a:r>
              <a:rPr lang="en-US" altLang="zh-CN" sz="2400" dirty="0" smtClean="0">
                <a:solidFill>
                  <a:srgbClr val="C68F06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FLSM</a:t>
            </a:r>
            <a:endParaRPr lang="en-US" altLang="zh-CN" sz="2400" dirty="0">
              <a:solidFill>
                <a:srgbClr val="C68F06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3682157" y="1923678"/>
            <a:ext cx="2816346" cy="508855"/>
          </a:xfrm>
          <a:prstGeom prst="rect">
            <a:avLst/>
          </a:prstGeom>
          <a:effectLst/>
        </p:spPr>
        <p:txBody>
          <a:bodyPr wrap="none" lIns="65023" tIns="32511" rIns="65023" bIns="32511">
            <a:spAutoFit/>
          </a:bodyPr>
          <a:lstStyle/>
          <a:p>
            <a:pPr algn="r">
              <a:lnSpc>
                <a:spcPct val="120000"/>
              </a:lnSpc>
            </a:pPr>
            <a:r>
              <a:rPr lang="zh-CN" altLang="en-US" sz="2400" dirty="0" smtClean="0">
                <a:solidFill>
                  <a:srgbClr val="C68F06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变长子网掩码</a:t>
            </a:r>
            <a:r>
              <a:rPr lang="en-US" altLang="zh-CN" sz="2400" dirty="0" smtClean="0">
                <a:solidFill>
                  <a:srgbClr val="C68F06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VLSM</a:t>
            </a:r>
            <a:endParaRPr lang="en-US" altLang="zh-CN" sz="2400" dirty="0">
              <a:solidFill>
                <a:srgbClr val="C68F06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8" name="TextBox 148"/>
          <p:cNvSpPr txBox="1"/>
          <p:nvPr/>
        </p:nvSpPr>
        <p:spPr>
          <a:xfrm>
            <a:off x="657119" y="1118527"/>
            <a:ext cx="2299957" cy="730454"/>
          </a:xfrm>
          <a:prstGeom prst="rect">
            <a:avLst/>
          </a:prstGeom>
          <a:noFill/>
        </p:spPr>
        <p:txBody>
          <a:bodyPr vert="horz" wrap="square" lIns="65023" tIns="32511" rIns="65023" bIns="32511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3600" b="1" cap="all" spc="213" dirty="0" smtClean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主要内容</a:t>
            </a:r>
            <a:endParaRPr lang="en-US" altLang="zh-CN" sz="3600" b="1" cap="all" spc="213" dirty="0" smtClean="0">
              <a:solidFill>
                <a:schemeClr val="accent1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5" name="TextBox 148"/>
          <p:cNvSpPr txBox="1"/>
          <p:nvPr/>
        </p:nvSpPr>
        <p:spPr>
          <a:xfrm>
            <a:off x="539552" y="1878149"/>
            <a:ext cx="2380001" cy="638121"/>
          </a:xfrm>
          <a:prstGeom prst="rect">
            <a:avLst/>
          </a:prstGeom>
          <a:noFill/>
        </p:spPr>
        <p:txBody>
          <a:bodyPr vert="horz" wrap="square" lIns="65023" tIns="32511" rIns="65023" bIns="32511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100" b="1" dirty="0" smtClean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CONTENTS</a:t>
            </a:r>
            <a:endParaRPr lang="en-US" altLang="zh-CN" sz="3100" b="1" dirty="0" smtClean="0">
              <a:solidFill>
                <a:schemeClr val="accent1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6" name="Freeform 6"/>
          <p:cNvSpPr/>
          <p:nvPr/>
        </p:nvSpPr>
        <p:spPr bwMode="auto">
          <a:xfrm>
            <a:off x="252" y="3838725"/>
            <a:ext cx="9143498" cy="1304775"/>
          </a:xfrm>
          <a:custGeom>
            <a:avLst/>
            <a:gdLst>
              <a:gd name="T0" fmla="*/ 1115 w 5702"/>
              <a:gd name="T1" fmla="*/ 0 h 1219"/>
              <a:gd name="T2" fmla="*/ 1277 w 5702"/>
              <a:gd name="T3" fmla="*/ 0 h 1219"/>
              <a:gd name="T4" fmla="*/ 1428 w 5702"/>
              <a:gd name="T5" fmla="*/ 2 h 1219"/>
              <a:gd name="T6" fmla="*/ 1569 w 5702"/>
              <a:gd name="T7" fmla="*/ 2 h 1219"/>
              <a:gd name="T8" fmla="*/ 1698 w 5702"/>
              <a:gd name="T9" fmla="*/ 4 h 1219"/>
              <a:gd name="T10" fmla="*/ 1816 w 5702"/>
              <a:gd name="T11" fmla="*/ 6 h 1219"/>
              <a:gd name="T12" fmla="*/ 1922 w 5702"/>
              <a:gd name="T13" fmla="*/ 7 h 1219"/>
              <a:gd name="T14" fmla="*/ 2018 w 5702"/>
              <a:gd name="T15" fmla="*/ 11 h 1219"/>
              <a:gd name="T16" fmla="*/ 2102 w 5702"/>
              <a:gd name="T17" fmla="*/ 14 h 1219"/>
              <a:gd name="T18" fmla="*/ 2201 w 5702"/>
              <a:gd name="T19" fmla="*/ 20 h 1219"/>
              <a:gd name="T20" fmla="*/ 2293 w 5702"/>
              <a:gd name="T21" fmla="*/ 32 h 1219"/>
              <a:gd name="T22" fmla="*/ 2375 w 5702"/>
              <a:gd name="T23" fmla="*/ 46 h 1219"/>
              <a:gd name="T24" fmla="*/ 2452 w 5702"/>
              <a:gd name="T25" fmla="*/ 63 h 1219"/>
              <a:gd name="T26" fmla="*/ 2518 w 5702"/>
              <a:gd name="T27" fmla="*/ 84 h 1219"/>
              <a:gd name="T28" fmla="*/ 2579 w 5702"/>
              <a:gd name="T29" fmla="*/ 107 h 1219"/>
              <a:gd name="T30" fmla="*/ 2633 w 5702"/>
              <a:gd name="T31" fmla="*/ 131 h 1219"/>
              <a:gd name="T32" fmla="*/ 2680 w 5702"/>
              <a:gd name="T33" fmla="*/ 157 h 1219"/>
              <a:gd name="T34" fmla="*/ 2722 w 5702"/>
              <a:gd name="T35" fmla="*/ 185 h 1219"/>
              <a:gd name="T36" fmla="*/ 2756 w 5702"/>
              <a:gd name="T37" fmla="*/ 213 h 1219"/>
              <a:gd name="T38" fmla="*/ 2788 w 5702"/>
              <a:gd name="T39" fmla="*/ 241 h 1219"/>
              <a:gd name="T40" fmla="*/ 2812 w 5702"/>
              <a:gd name="T41" fmla="*/ 269 h 1219"/>
              <a:gd name="T42" fmla="*/ 2835 w 5702"/>
              <a:gd name="T43" fmla="*/ 295 h 1219"/>
              <a:gd name="T44" fmla="*/ 2852 w 5702"/>
              <a:gd name="T45" fmla="*/ 319 h 1219"/>
              <a:gd name="T46" fmla="*/ 2868 w 5702"/>
              <a:gd name="T47" fmla="*/ 295 h 1219"/>
              <a:gd name="T48" fmla="*/ 2891 w 5702"/>
              <a:gd name="T49" fmla="*/ 269 h 1219"/>
              <a:gd name="T50" fmla="*/ 2915 w 5702"/>
              <a:gd name="T51" fmla="*/ 241 h 1219"/>
              <a:gd name="T52" fmla="*/ 2946 w 5702"/>
              <a:gd name="T53" fmla="*/ 213 h 1219"/>
              <a:gd name="T54" fmla="*/ 2981 w 5702"/>
              <a:gd name="T55" fmla="*/ 185 h 1219"/>
              <a:gd name="T56" fmla="*/ 3023 w 5702"/>
              <a:gd name="T57" fmla="*/ 157 h 1219"/>
              <a:gd name="T58" fmla="*/ 3070 w 5702"/>
              <a:gd name="T59" fmla="*/ 131 h 1219"/>
              <a:gd name="T60" fmla="*/ 3124 w 5702"/>
              <a:gd name="T61" fmla="*/ 107 h 1219"/>
              <a:gd name="T62" fmla="*/ 3185 w 5702"/>
              <a:gd name="T63" fmla="*/ 84 h 1219"/>
              <a:gd name="T64" fmla="*/ 3253 w 5702"/>
              <a:gd name="T65" fmla="*/ 63 h 1219"/>
              <a:gd name="T66" fmla="*/ 3328 w 5702"/>
              <a:gd name="T67" fmla="*/ 46 h 1219"/>
              <a:gd name="T68" fmla="*/ 3409 w 5702"/>
              <a:gd name="T69" fmla="*/ 32 h 1219"/>
              <a:gd name="T70" fmla="*/ 3502 w 5702"/>
              <a:gd name="T71" fmla="*/ 20 h 1219"/>
              <a:gd name="T72" fmla="*/ 3601 w 5702"/>
              <a:gd name="T73" fmla="*/ 14 h 1219"/>
              <a:gd name="T74" fmla="*/ 3684 w 5702"/>
              <a:gd name="T75" fmla="*/ 11 h 1219"/>
              <a:gd name="T76" fmla="*/ 3780 w 5702"/>
              <a:gd name="T77" fmla="*/ 7 h 1219"/>
              <a:gd name="T78" fmla="*/ 3886 w 5702"/>
              <a:gd name="T79" fmla="*/ 6 h 1219"/>
              <a:gd name="T80" fmla="*/ 4005 w 5702"/>
              <a:gd name="T81" fmla="*/ 4 h 1219"/>
              <a:gd name="T82" fmla="*/ 4134 w 5702"/>
              <a:gd name="T83" fmla="*/ 2 h 1219"/>
              <a:gd name="T84" fmla="*/ 4275 w 5702"/>
              <a:gd name="T85" fmla="*/ 2 h 1219"/>
              <a:gd name="T86" fmla="*/ 4426 w 5702"/>
              <a:gd name="T87" fmla="*/ 0 h 1219"/>
              <a:gd name="T88" fmla="*/ 4588 w 5702"/>
              <a:gd name="T89" fmla="*/ 0 h 1219"/>
              <a:gd name="T90" fmla="*/ 4799 w 5702"/>
              <a:gd name="T91" fmla="*/ 0 h 1219"/>
              <a:gd name="T92" fmla="*/ 4999 w 5702"/>
              <a:gd name="T93" fmla="*/ 2 h 1219"/>
              <a:gd name="T94" fmla="*/ 5189 w 5702"/>
              <a:gd name="T95" fmla="*/ 4 h 1219"/>
              <a:gd name="T96" fmla="*/ 5368 w 5702"/>
              <a:gd name="T97" fmla="*/ 6 h 1219"/>
              <a:gd name="T98" fmla="*/ 5541 w 5702"/>
              <a:gd name="T99" fmla="*/ 7 h 1219"/>
              <a:gd name="T100" fmla="*/ 5702 w 5702"/>
              <a:gd name="T101" fmla="*/ 9 h 1219"/>
              <a:gd name="T102" fmla="*/ 5702 w 5702"/>
              <a:gd name="T103" fmla="*/ 1219 h 1219"/>
              <a:gd name="T104" fmla="*/ 0 w 5702"/>
              <a:gd name="T105" fmla="*/ 1219 h 1219"/>
              <a:gd name="T106" fmla="*/ 0 w 5702"/>
              <a:gd name="T107" fmla="*/ 9 h 1219"/>
              <a:gd name="T108" fmla="*/ 164 w 5702"/>
              <a:gd name="T109" fmla="*/ 7 h 1219"/>
              <a:gd name="T110" fmla="*/ 335 w 5702"/>
              <a:gd name="T111" fmla="*/ 6 h 1219"/>
              <a:gd name="T112" fmla="*/ 514 w 5702"/>
              <a:gd name="T113" fmla="*/ 4 h 1219"/>
              <a:gd name="T114" fmla="*/ 704 w 5702"/>
              <a:gd name="T115" fmla="*/ 2 h 1219"/>
              <a:gd name="T116" fmla="*/ 904 w 5702"/>
              <a:gd name="T117" fmla="*/ 0 h 1219"/>
              <a:gd name="T118" fmla="*/ 1115 w 5702"/>
              <a:gd name="T119" fmla="*/ 0 h 12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5702" h="1219">
                <a:moveTo>
                  <a:pt x="1115" y="0"/>
                </a:moveTo>
                <a:lnTo>
                  <a:pt x="1277" y="0"/>
                </a:lnTo>
                <a:lnTo>
                  <a:pt x="1428" y="2"/>
                </a:lnTo>
                <a:lnTo>
                  <a:pt x="1569" y="2"/>
                </a:lnTo>
                <a:lnTo>
                  <a:pt x="1698" y="4"/>
                </a:lnTo>
                <a:lnTo>
                  <a:pt x="1816" y="6"/>
                </a:lnTo>
                <a:lnTo>
                  <a:pt x="1922" y="7"/>
                </a:lnTo>
                <a:lnTo>
                  <a:pt x="2018" y="11"/>
                </a:lnTo>
                <a:lnTo>
                  <a:pt x="2102" y="14"/>
                </a:lnTo>
                <a:lnTo>
                  <a:pt x="2201" y="20"/>
                </a:lnTo>
                <a:lnTo>
                  <a:pt x="2293" y="32"/>
                </a:lnTo>
                <a:lnTo>
                  <a:pt x="2375" y="46"/>
                </a:lnTo>
                <a:lnTo>
                  <a:pt x="2452" y="63"/>
                </a:lnTo>
                <a:lnTo>
                  <a:pt x="2518" y="84"/>
                </a:lnTo>
                <a:lnTo>
                  <a:pt x="2579" y="107"/>
                </a:lnTo>
                <a:lnTo>
                  <a:pt x="2633" y="131"/>
                </a:lnTo>
                <a:lnTo>
                  <a:pt x="2680" y="157"/>
                </a:lnTo>
                <a:lnTo>
                  <a:pt x="2722" y="185"/>
                </a:lnTo>
                <a:lnTo>
                  <a:pt x="2756" y="213"/>
                </a:lnTo>
                <a:lnTo>
                  <a:pt x="2788" y="241"/>
                </a:lnTo>
                <a:lnTo>
                  <a:pt x="2812" y="269"/>
                </a:lnTo>
                <a:lnTo>
                  <a:pt x="2835" y="295"/>
                </a:lnTo>
                <a:lnTo>
                  <a:pt x="2852" y="319"/>
                </a:lnTo>
                <a:lnTo>
                  <a:pt x="2868" y="295"/>
                </a:lnTo>
                <a:lnTo>
                  <a:pt x="2891" y="269"/>
                </a:lnTo>
                <a:lnTo>
                  <a:pt x="2915" y="241"/>
                </a:lnTo>
                <a:lnTo>
                  <a:pt x="2946" y="213"/>
                </a:lnTo>
                <a:lnTo>
                  <a:pt x="2981" y="185"/>
                </a:lnTo>
                <a:lnTo>
                  <a:pt x="3023" y="157"/>
                </a:lnTo>
                <a:lnTo>
                  <a:pt x="3070" y="131"/>
                </a:lnTo>
                <a:lnTo>
                  <a:pt x="3124" y="107"/>
                </a:lnTo>
                <a:lnTo>
                  <a:pt x="3185" y="84"/>
                </a:lnTo>
                <a:lnTo>
                  <a:pt x="3253" y="63"/>
                </a:lnTo>
                <a:lnTo>
                  <a:pt x="3328" y="46"/>
                </a:lnTo>
                <a:lnTo>
                  <a:pt x="3409" y="32"/>
                </a:lnTo>
                <a:lnTo>
                  <a:pt x="3502" y="20"/>
                </a:lnTo>
                <a:lnTo>
                  <a:pt x="3601" y="14"/>
                </a:lnTo>
                <a:lnTo>
                  <a:pt x="3684" y="11"/>
                </a:lnTo>
                <a:lnTo>
                  <a:pt x="3780" y="7"/>
                </a:lnTo>
                <a:lnTo>
                  <a:pt x="3886" y="6"/>
                </a:lnTo>
                <a:lnTo>
                  <a:pt x="4005" y="4"/>
                </a:lnTo>
                <a:lnTo>
                  <a:pt x="4134" y="2"/>
                </a:lnTo>
                <a:lnTo>
                  <a:pt x="4275" y="2"/>
                </a:lnTo>
                <a:lnTo>
                  <a:pt x="4426" y="0"/>
                </a:lnTo>
                <a:lnTo>
                  <a:pt x="4588" y="0"/>
                </a:lnTo>
                <a:lnTo>
                  <a:pt x="4799" y="0"/>
                </a:lnTo>
                <a:lnTo>
                  <a:pt x="4999" y="2"/>
                </a:lnTo>
                <a:lnTo>
                  <a:pt x="5189" y="4"/>
                </a:lnTo>
                <a:lnTo>
                  <a:pt x="5368" y="6"/>
                </a:lnTo>
                <a:lnTo>
                  <a:pt x="5541" y="7"/>
                </a:lnTo>
                <a:lnTo>
                  <a:pt x="5702" y="9"/>
                </a:lnTo>
                <a:lnTo>
                  <a:pt x="5702" y="1219"/>
                </a:lnTo>
                <a:lnTo>
                  <a:pt x="0" y="1219"/>
                </a:lnTo>
                <a:lnTo>
                  <a:pt x="0" y="9"/>
                </a:lnTo>
                <a:lnTo>
                  <a:pt x="164" y="7"/>
                </a:lnTo>
                <a:lnTo>
                  <a:pt x="335" y="6"/>
                </a:lnTo>
                <a:lnTo>
                  <a:pt x="514" y="4"/>
                </a:lnTo>
                <a:lnTo>
                  <a:pt x="704" y="2"/>
                </a:lnTo>
                <a:lnTo>
                  <a:pt x="904" y="0"/>
                </a:lnTo>
                <a:lnTo>
                  <a:pt x="1115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  <a:prstDash val="solid"/>
            <a:round/>
          </a:ln>
        </p:spPr>
        <p:txBody>
          <a:bodyPr vert="horz" wrap="square" lIns="91433" tIns="45717" rIns="91433" bIns="45717" numCol="1" anchor="t" anchorCtr="0" compatLnSpc="1"/>
          <a:lstStyle/>
          <a:p>
            <a:endParaRPr lang="zh-CN" altLang="en-US"/>
          </a:p>
        </p:txBody>
      </p:sp>
      <p:sp>
        <p:nvSpPr>
          <p:cNvPr id="18" name="Freeform 7"/>
          <p:cNvSpPr/>
          <p:nvPr/>
        </p:nvSpPr>
        <p:spPr bwMode="auto">
          <a:xfrm>
            <a:off x="252" y="3647129"/>
            <a:ext cx="9143498" cy="421724"/>
          </a:xfrm>
          <a:custGeom>
            <a:avLst/>
            <a:gdLst>
              <a:gd name="T0" fmla="*/ 1184 w 5702"/>
              <a:gd name="T1" fmla="*/ 0 h 394"/>
              <a:gd name="T2" fmla="*/ 1492 w 5702"/>
              <a:gd name="T3" fmla="*/ 2 h 394"/>
              <a:gd name="T4" fmla="*/ 1754 w 5702"/>
              <a:gd name="T5" fmla="*/ 5 h 394"/>
              <a:gd name="T6" fmla="*/ 1968 w 5702"/>
              <a:gd name="T7" fmla="*/ 11 h 394"/>
              <a:gd name="T8" fmla="*/ 2156 w 5702"/>
              <a:gd name="T9" fmla="*/ 19 h 394"/>
              <a:gd name="T10" fmla="*/ 2333 w 5702"/>
              <a:gd name="T11" fmla="*/ 42 h 394"/>
              <a:gd name="T12" fmla="*/ 2480 w 5702"/>
              <a:gd name="T13" fmla="*/ 78 h 394"/>
              <a:gd name="T14" fmla="*/ 2598 w 5702"/>
              <a:gd name="T15" fmla="*/ 122 h 394"/>
              <a:gd name="T16" fmla="*/ 2690 w 5702"/>
              <a:gd name="T17" fmla="*/ 172 h 394"/>
              <a:gd name="T18" fmla="*/ 2763 w 5702"/>
              <a:gd name="T19" fmla="*/ 225 h 394"/>
              <a:gd name="T20" fmla="*/ 2816 w 5702"/>
              <a:gd name="T21" fmla="*/ 277 h 394"/>
              <a:gd name="T22" fmla="*/ 2852 w 5702"/>
              <a:gd name="T23" fmla="*/ 326 h 394"/>
              <a:gd name="T24" fmla="*/ 2887 w 5702"/>
              <a:gd name="T25" fmla="*/ 277 h 394"/>
              <a:gd name="T26" fmla="*/ 2939 w 5702"/>
              <a:gd name="T27" fmla="*/ 225 h 394"/>
              <a:gd name="T28" fmla="*/ 3012 w 5702"/>
              <a:gd name="T29" fmla="*/ 172 h 394"/>
              <a:gd name="T30" fmla="*/ 3105 w 5702"/>
              <a:gd name="T31" fmla="*/ 122 h 394"/>
              <a:gd name="T32" fmla="*/ 3223 w 5702"/>
              <a:gd name="T33" fmla="*/ 78 h 394"/>
              <a:gd name="T34" fmla="*/ 3369 w 5702"/>
              <a:gd name="T35" fmla="*/ 42 h 394"/>
              <a:gd name="T36" fmla="*/ 3547 w 5702"/>
              <a:gd name="T37" fmla="*/ 19 h 394"/>
              <a:gd name="T38" fmla="*/ 3735 w 5702"/>
              <a:gd name="T39" fmla="*/ 11 h 394"/>
              <a:gd name="T40" fmla="*/ 3949 w 5702"/>
              <a:gd name="T41" fmla="*/ 5 h 394"/>
              <a:gd name="T42" fmla="*/ 4210 w 5702"/>
              <a:gd name="T43" fmla="*/ 2 h 394"/>
              <a:gd name="T44" fmla="*/ 4519 w 5702"/>
              <a:gd name="T45" fmla="*/ 0 h 394"/>
              <a:gd name="T46" fmla="*/ 4907 w 5702"/>
              <a:gd name="T47" fmla="*/ 0 h 394"/>
              <a:gd name="T48" fmla="*/ 5318 w 5702"/>
              <a:gd name="T49" fmla="*/ 2 h 394"/>
              <a:gd name="T50" fmla="*/ 5702 w 5702"/>
              <a:gd name="T51" fmla="*/ 5 h 394"/>
              <a:gd name="T52" fmla="*/ 5513 w 5702"/>
              <a:gd name="T53" fmla="*/ 72 h 394"/>
              <a:gd name="T54" fmla="*/ 5116 w 5702"/>
              <a:gd name="T55" fmla="*/ 70 h 394"/>
              <a:gd name="T56" fmla="*/ 4689 w 5702"/>
              <a:gd name="T57" fmla="*/ 68 h 394"/>
              <a:gd name="T58" fmla="*/ 4358 w 5702"/>
              <a:gd name="T59" fmla="*/ 70 h 394"/>
              <a:gd name="T60" fmla="*/ 4073 w 5702"/>
              <a:gd name="T61" fmla="*/ 72 h 394"/>
              <a:gd name="T62" fmla="*/ 3836 w 5702"/>
              <a:gd name="T63" fmla="*/ 75 h 394"/>
              <a:gd name="T64" fmla="*/ 3648 w 5702"/>
              <a:gd name="T65" fmla="*/ 80 h 394"/>
              <a:gd name="T66" fmla="*/ 3455 w 5702"/>
              <a:gd name="T67" fmla="*/ 98 h 394"/>
              <a:gd name="T68" fmla="*/ 3293 w 5702"/>
              <a:gd name="T69" fmla="*/ 127 h 394"/>
              <a:gd name="T70" fmla="*/ 3162 w 5702"/>
              <a:gd name="T71" fmla="*/ 167 h 394"/>
              <a:gd name="T72" fmla="*/ 3056 w 5702"/>
              <a:gd name="T73" fmla="*/ 214 h 394"/>
              <a:gd name="T74" fmla="*/ 2974 w 5702"/>
              <a:gd name="T75" fmla="*/ 266 h 394"/>
              <a:gd name="T76" fmla="*/ 2911 w 5702"/>
              <a:gd name="T77" fmla="*/ 320 h 394"/>
              <a:gd name="T78" fmla="*/ 2868 w 5702"/>
              <a:gd name="T79" fmla="*/ 371 h 394"/>
              <a:gd name="T80" fmla="*/ 2835 w 5702"/>
              <a:gd name="T81" fmla="*/ 371 h 394"/>
              <a:gd name="T82" fmla="*/ 2791 w 5702"/>
              <a:gd name="T83" fmla="*/ 320 h 394"/>
              <a:gd name="T84" fmla="*/ 2730 w 5702"/>
              <a:gd name="T85" fmla="*/ 266 h 394"/>
              <a:gd name="T86" fmla="*/ 2647 w 5702"/>
              <a:gd name="T87" fmla="*/ 214 h 394"/>
              <a:gd name="T88" fmla="*/ 2542 w 5702"/>
              <a:gd name="T89" fmla="*/ 167 h 394"/>
              <a:gd name="T90" fmla="*/ 2410 w 5702"/>
              <a:gd name="T91" fmla="*/ 127 h 394"/>
              <a:gd name="T92" fmla="*/ 2248 w 5702"/>
              <a:gd name="T93" fmla="*/ 98 h 394"/>
              <a:gd name="T94" fmla="*/ 2055 w 5702"/>
              <a:gd name="T95" fmla="*/ 80 h 394"/>
              <a:gd name="T96" fmla="*/ 1867 w 5702"/>
              <a:gd name="T97" fmla="*/ 75 h 394"/>
              <a:gd name="T98" fmla="*/ 1630 w 5702"/>
              <a:gd name="T99" fmla="*/ 72 h 394"/>
              <a:gd name="T100" fmla="*/ 1344 w 5702"/>
              <a:gd name="T101" fmla="*/ 70 h 394"/>
              <a:gd name="T102" fmla="*/ 1014 w 5702"/>
              <a:gd name="T103" fmla="*/ 68 h 394"/>
              <a:gd name="T104" fmla="*/ 587 w 5702"/>
              <a:gd name="T105" fmla="*/ 70 h 394"/>
              <a:gd name="T106" fmla="*/ 190 w 5702"/>
              <a:gd name="T107" fmla="*/ 72 h 394"/>
              <a:gd name="T108" fmla="*/ 0 w 5702"/>
              <a:gd name="T109" fmla="*/ 5 h 394"/>
              <a:gd name="T110" fmla="*/ 385 w 5702"/>
              <a:gd name="T111" fmla="*/ 2 h 394"/>
              <a:gd name="T112" fmla="*/ 796 w 5702"/>
              <a:gd name="T113" fmla="*/ 0 h 3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5702" h="394">
                <a:moveTo>
                  <a:pt x="1014" y="0"/>
                </a:moveTo>
                <a:lnTo>
                  <a:pt x="1184" y="0"/>
                </a:lnTo>
                <a:lnTo>
                  <a:pt x="1344" y="0"/>
                </a:lnTo>
                <a:lnTo>
                  <a:pt x="1492" y="2"/>
                </a:lnTo>
                <a:lnTo>
                  <a:pt x="1630" y="4"/>
                </a:lnTo>
                <a:lnTo>
                  <a:pt x="1754" y="5"/>
                </a:lnTo>
                <a:lnTo>
                  <a:pt x="1867" y="7"/>
                </a:lnTo>
                <a:lnTo>
                  <a:pt x="1968" y="11"/>
                </a:lnTo>
                <a:lnTo>
                  <a:pt x="2055" y="12"/>
                </a:lnTo>
                <a:lnTo>
                  <a:pt x="2156" y="19"/>
                </a:lnTo>
                <a:lnTo>
                  <a:pt x="2248" y="30"/>
                </a:lnTo>
                <a:lnTo>
                  <a:pt x="2333" y="42"/>
                </a:lnTo>
                <a:lnTo>
                  <a:pt x="2410" y="59"/>
                </a:lnTo>
                <a:lnTo>
                  <a:pt x="2480" y="78"/>
                </a:lnTo>
                <a:lnTo>
                  <a:pt x="2542" y="99"/>
                </a:lnTo>
                <a:lnTo>
                  <a:pt x="2598" y="122"/>
                </a:lnTo>
                <a:lnTo>
                  <a:pt x="2647" y="146"/>
                </a:lnTo>
                <a:lnTo>
                  <a:pt x="2690" y="172"/>
                </a:lnTo>
                <a:lnTo>
                  <a:pt x="2730" y="199"/>
                </a:lnTo>
                <a:lnTo>
                  <a:pt x="2763" y="225"/>
                </a:lnTo>
                <a:lnTo>
                  <a:pt x="2791" y="253"/>
                </a:lnTo>
                <a:lnTo>
                  <a:pt x="2816" y="277"/>
                </a:lnTo>
                <a:lnTo>
                  <a:pt x="2835" y="303"/>
                </a:lnTo>
                <a:lnTo>
                  <a:pt x="2852" y="326"/>
                </a:lnTo>
                <a:lnTo>
                  <a:pt x="2868" y="303"/>
                </a:lnTo>
                <a:lnTo>
                  <a:pt x="2887" y="277"/>
                </a:lnTo>
                <a:lnTo>
                  <a:pt x="2911" y="253"/>
                </a:lnTo>
                <a:lnTo>
                  <a:pt x="2939" y="225"/>
                </a:lnTo>
                <a:lnTo>
                  <a:pt x="2974" y="199"/>
                </a:lnTo>
                <a:lnTo>
                  <a:pt x="3012" y="172"/>
                </a:lnTo>
                <a:lnTo>
                  <a:pt x="3056" y="146"/>
                </a:lnTo>
                <a:lnTo>
                  <a:pt x="3105" y="122"/>
                </a:lnTo>
                <a:lnTo>
                  <a:pt x="3162" y="99"/>
                </a:lnTo>
                <a:lnTo>
                  <a:pt x="3223" y="78"/>
                </a:lnTo>
                <a:lnTo>
                  <a:pt x="3293" y="59"/>
                </a:lnTo>
                <a:lnTo>
                  <a:pt x="3369" y="42"/>
                </a:lnTo>
                <a:lnTo>
                  <a:pt x="3455" y="30"/>
                </a:lnTo>
                <a:lnTo>
                  <a:pt x="3547" y="19"/>
                </a:lnTo>
                <a:lnTo>
                  <a:pt x="3648" y="12"/>
                </a:lnTo>
                <a:lnTo>
                  <a:pt x="3735" y="11"/>
                </a:lnTo>
                <a:lnTo>
                  <a:pt x="3836" y="7"/>
                </a:lnTo>
                <a:lnTo>
                  <a:pt x="3949" y="5"/>
                </a:lnTo>
                <a:lnTo>
                  <a:pt x="4073" y="4"/>
                </a:lnTo>
                <a:lnTo>
                  <a:pt x="4210" y="2"/>
                </a:lnTo>
                <a:lnTo>
                  <a:pt x="4358" y="0"/>
                </a:lnTo>
                <a:lnTo>
                  <a:pt x="4519" y="0"/>
                </a:lnTo>
                <a:lnTo>
                  <a:pt x="4689" y="0"/>
                </a:lnTo>
                <a:lnTo>
                  <a:pt x="4907" y="0"/>
                </a:lnTo>
                <a:lnTo>
                  <a:pt x="5116" y="2"/>
                </a:lnTo>
                <a:lnTo>
                  <a:pt x="5318" y="2"/>
                </a:lnTo>
                <a:lnTo>
                  <a:pt x="5513" y="4"/>
                </a:lnTo>
                <a:lnTo>
                  <a:pt x="5702" y="5"/>
                </a:lnTo>
                <a:lnTo>
                  <a:pt x="5702" y="73"/>
                </a:lnTo>
                <a:lnTo>
                  <a:pt x="5513" y="72"/>
                </a:lnTo>
                <a:lnTo>
                  <a:pt x="5318" y="70"/>
                </a:lnTo>
                <a:lnTo>
                  <a:pt x="5116" y="70"/>
                </a:lnTo>
                <a:lnTo>
                  <a:pt x="4907" y="68"/>
                </a:lnTo>
                <a:lnTo>
                  <a:pt x="4689" y="68"/>
                </a:lnTo>
                <a:lnTo>
                  <a:pt x="4519" y="68"/>
                </a:lnTo>
                <a:lnTo>
                  <a:pt x="4358" y="70"/>
                </a:lnTo>
                <a:lnTo>
                  <a:pt x="4210" y="70"/>
                </a:lnTo>
                <a:lnTo>
                  <a:pt x="4073" y="72"/>
                </a:lnTo>
                <a:lnTo>
                  <a:pt x="3949" y="73"/>
                </a:lnTo>
                <a:lnTo>
                  <a:pt x="3836" y="75"/>
                </a:lnTo>
                <a:lnTo>
                  <a:pt x="3735" y="78"/>
                </a:lnTo>
                <a:lnTo>
                  <a:pt x="3648" y="80"/>
                </a:lnTo>
                <a:lnTo>
                  <a:pt x="3547" y="87"/>
                </a:lnTo>
                <a:lnTo>
                  <a:pt x="3455" y="98"/>
                </a:lnTo>
                <a:lnTo>
                  <a:pt x="3369" y="110"/>
                </a:lnTo>
                <a:lnTo>
                  <a:pt x="3293" y="127"/>
                </a:lnTo>
                <a:lnTo>
                  <a:pt x="3223" y="146"/>
                </a:lnTo>
                <a:lnTo>
                  <a:pt x="3162" y="167"/>
                </a:lnTo>
                <a:lnTo>
                  <a:pt x="3105" y="190"/>
                </a:lnTo>
                <a:lnTo>
                  <a:pt x="3056" y="214"/>
                </a:lnTo>
                <a:lnTo>
                  <a:pt x="3012" y="240"/>
                </a:lnTo>
                <a:lnTo>
                  <a:pt x="2974" y="266"/>
                </a:lnTo>
                <a:lnTo>
                  <a:pt x="2939" y="293"/>
                </a:lnTo>
                <a:lnTo>
                  <a:pt x="2911" y="320"/>
                </a:lnTo>
                <a:lnTo>
                  <a:pt x="2887" y="345"/>
                </a:lnTo>
                <a:lnTo>
                  <a:pt x="2868" y="371"/>
                </a:lnTo>
                <a:lnTo>
                  <a:pt x="2852" y="394"/>
                </a:lnTo>
                <a:lnTo>
                  <a:pt x="2835" y="371"/>
                </a:lnTo>
                <a:lnTo>
                  <a:pt x="2816" y="345"/>
                </a:lnTo>
                <a:lnTo>
                  <a:pt x="2791" y="320"/>
                </a:lnTo>
                <a:lnTo>
                  <a:pt x="2763" y="293"/>
                </a:lnTo>
                <a:lnTo>
                  <a:pt x="2730" y="266"/>
                </a:lnTo>
                <a:lnTo>
                  <a:pt x="2690" y="240"/>
                </a:lnTo>
                <a:lnTo>
                  <a:pt x="2647" y="214"/>
                </a:lnTo>
                <a:lnTo>
                  <a:pt x="2598" y="190"/>
                </a:lnTo>
                <a:lnTo>
                  <a:pt x="2542" y="167"/>
                </a:lnTo>
                <a:lnTo>
                  <a:pt x="2480" y="146"/>
                </a:lnTo>
                <a:lnTo>
                  <a:pt x="2410" y="127"/>
                </a:lnTo>
                <a:lnTo>
                  <a:pt x="2333" y="110"/>
                </a:lnTo>
                <a:lnTo>
                  <a:pt x="2248" y="98"/>
                </a:lnTo>
                <a:lnTo>
                  <a:pt x="2156" y="87"/>
                </a:lnTo>
                <a:lnTo>
                  <a:pt x="2055" y="80"/>
                </a:lnTo>
                <a:lnTo>
                  <a:pt x="1968" y="78"/>
                </a:lnTo>
                <a:lnTo>
                  <a:pt x="1867" y="75"/>
                </a:lnTo>
                <a:lnTo>
                  <a:pt x="1754" y="73"/>
                </a:lnTo>
                <a:lnTo>
                  <a:pt x="1630" y="72"/>
                </a:lnTo>
                <a:lnTo>
                  <a:pt x="1492" y="70"/>
                </a:lnTo>
                <a:lnTo>
                  <a:pt x="1344" y="70"/>
                </a:lnTo>
                <a:lnTo>
                  <a:pt x="1184" y="68"/>
                </a:lnTo>
                <a:lnTo>
                  <a:pt x="1014" y="68"/>
                </a:lnTo>
                <a:lnTo>
                  <a:pt x="796" y="68"/>
                </a:lnTo>
                <a:lnTo>
                  <a:pt x="587" y="70"/>
                </a:lnTo>
                <a:lnTo>
                  <a:pt x="385" y="70"/>
                </a:lnTo>
                <a:lnTo>
                  <a:pt x="190" y="72"/>
                </a:lnTo>
                <a:lnTo>
                  <a:pt x="0" y="73"/>
                </a:lnTo>
                <a:lnTo>
                  <a:pt x="0" y="5"/>
                </a:lnTo>
                <a:lnTo>
                  <a:pt x="190" y="4"/>
                </a:lnTo>
                <a:lnTo>
                  <a:pt x="385" y="2"/>
                </a:lnTo>
                <a:lnTo>
                  <a:pt x="587" y="2"/>
                </a:lnTo>
                <a:lnTo>
                  <a:pt x="796" y="0"/>
                </a:lnTo>
                <a:lnTo>
                  <a:pt x="1014" y="0"/>
                </a:lnTo>
                <a:close/>
              </a:path>
            </a:pathLst>
          </a:custGeom>
          <a:solidFill>
            <a:schemeClr val="accent2"/>
          </a:solidFill>
          <a:ln w="0">
            <a:noFill/>
            <a:prstDash val="solid"/>
            <a:round/>
          </a:ln>
        </p:spPr>
        <p:txBody>
          <a:bodyPr vert="horz" wrap="square" lIns="91433" tIns="45717" rIns="91433" bIns="45717" numCol="1" anchor="t" anchorCtr="0" compatLnSpc="1"/>
          <a:lstStyle/>
          <a:p>
            <a:endParaRPr lang="zh-CN" altLang="en-US"/>
          </a:p>
        </p:txBody>
      </p:sp>
      <p:pic>
        <p:nvPicPr>
          <p:cNvPr id="14" name="Picture 3" descr="C:\Users\Administrator\Desktop\3afe8fe6bfe17e05fe49e17f29526623.png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755576" y="2571750"/>
            <a:ext cx="5775380" cy="4124994"/>
          </a:xfrm>
          <a:prstGeom prst="rect">
            <a:avLst/>
          </a:prstGeom>
          <a:noFill/>
        </p:spPr>
      </p:pic>
      <p:sp>
        <p:nvSpPr>
          <p:cNvPr id="11" name="矩形 10"/>
          <p:cNvSpPr/>
          <p:nvPr/>
        </p:nvSpPr>
        <p:spPr>
          <a:xfrm>
            <a:off x="6949041" y="39515"/>
            <a:ext cx="20313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湖南涉外经济学院</a:t>
            </a:r>
            <a:endParaRPr lang="zh-CN" altLang="en-US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6967922" y="337393"/>
            <a:ext cx="1993561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/>
            <a:r>
              <a:rPr lang="en-US" altLang="zh-CN" sz="1000" dirty="0" smtClean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Hunan International Economics U</a:t>
            </a:r>
            <a:endParaRPr lang="zh-CN" altLang="en-US" sz="1000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0956" y="65317"/>
            <a:ext cx="411342" cy="431624"/>
          </a:xfrm>
          <a:prstGeom prst="rect">
            <a:avLst/>
          </a:prstGeom>
        </p:spPr>
      </p:pic>
      <p:sp>
        <p:nvSpPr>
          <p:cNvPr id="17" name="矩形 16"/>
          <p:cNvSpPr/>
          <p:nvPr/>
        </p:nvSpPr>
        <p:spPr>
          <a:xfrm>
            <a:off x="3177399" y="1229211"/>
            <a:ext cx="416651" cy="401070"/>
          </a:xfrm>
          <a:prstGeom prst="rect">
            <a:avLst/>
          </a:prstGeom>
          <a:solidFill>
            <a:schemeClr val="accent1"/>
          </a:solidFill>
          <a:effectLst/>
        </p:spPr>
        <p:txBody>
          <a:bodyPr wrap="none" lIns="65023" tIns="32511" rIns="65023" bIns="32511">
            <a:spAutoFit/>
          </a:bodyPr>
          <a:lstStyle/>
          <a:p>
            <a:pPr algn="r">
              <a:lnSpc>
                <a:spcPct val="120000"/>
              </a:lnSpc>
            </a:pPr>
            <a:r>
              <a:rPr lang="en-US" altLang="zh-CN" sz="2000" dirty="0" smtClean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01</a:t>
            </a:r>
            <a:endParaRPr lang="en-US" altLang="zh-CN" sz="2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3191164" y="1984065"/>
            <a:ext cx="416651" cy="401070"/>
          </a:xfrm>
          <a:prstGeom prst="rect">
            <a:avLst/>
          </a:prstGeom>
          <a:solidFill>
            <a:schemeClr val="accent1"/>
          </a:solidFill>
          <a:effectLst/>
        </p:spPr>
        <p:txBody>
          <a:bodyPr wrap="none" lIns="65023" tIns="32511" rIns="65023" bIns="32511">
            <a:spAutoFit/>
          </a:bodyPr>
          <a:lstStyle/>
          <a:p>
            <a:pPr algn="r">
              <a:lnSpc>
                <a:spcPct val="120000"/>
              </a:lnSpc>
            </a:pPr>
            <a:r>
              <a:rPr lang="en-US" altLang="zh-CN" sz="2000" dirty="0" smtClean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02</a:t>
            </a:r>
            <a:endParaRPr lang="en-US" altLang="zh-CN" sz="2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2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2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1" grpId="0"/>
      <p:bldP spid="38" grpId="0"/>
      <p:bldP spid="15" grpId="0"/>
      <p:bldP spid="16" grpId="0" animBg="1"/>
      <p:bldP spid="18" grpId="0" animBg="1"/>
      <p:bldP spid="17" grpId="0" animBg="1"/>
      <p:bldP spid="2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3" descr="C:\Users\Administrator\Desktop\3afe8fe6bfe17e05fe49e17f29526623.png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-3114092" y="483518"/>
            <a:ext cx="6228184" cy="4448404"/>
          </a:xfrm>
          <a:prstGeom prst="rect">
            <a:avLst/>
          </a:prstGeom>
          <a:noFill/>
        </p:spPr>
      </p:pic>
      <p:cxnSp>
        <p:nvCxnSpPr>
          <p:cNvPr id="24" name="直接连接符 23"/>
          <p:cNvCxnSpPr/>
          <p:nvPr/>
        </p:nvCxnSpPr>
        <p:spPr>
          <a:xfrm flipV="1">
            <a:off x="3995936" y="1278846"/>
            <a:ext cx="0" cy="1420419"/>
          </a:xfrm>
          <a:prstGeom prst="line">
            <a:avLst/>
          </a:prstGeom>
          <a:ln w="12700">
            <a:solidFill>
              <a:schemeClr val="accent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13"/>
          <p:cNvSpPr txBox="1"/>
          <p:nvPr/>
        </p:nvSpPr>
        <p:spPr>
          <a:xfrm>
            <a:off x="2896367" y="2453092"/>
            <a:ext cx="902574" cy="2461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PART </a:t>
            </a:r>
            <a:r>
              <a:rPr lang="en-US" altLang="zh-CN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01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28" name="椭圆 27"/>
          <p:cNvSpPr/>
          <p:nvPr/>
        </p:nvSpPr>
        <p:spPr>
          <a:xfrm>
            <a:off x="2771800" y="1275606"/>
            <a:ext cx="1004222" cy="1004277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080808"/>
              </a:solidFill>
              <a:latin typeface="+mj-ea"/>
              <a:ea typeface="+mj-ea"/>
            </a:endParaRPr>
          </a:p>
        </p:txBody>
      </p:sp>
      <p:sp>
        <p:nvSpPr>
          <p:cNvPr id="31" name="TextBox 13"/>
          <p:cNvSpPr txBox="1"/>
          <p:nvPr/>
        </p:nvSpPr>
        <p:spPr>
          <a:xfrm>
            <a:off x="2926428" y="1396703"/>
            <a:ext cx="902574" cy="76924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sz="5000" b="1" dirty="0" smtClean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01</a:t>
            </a:r>
            <a:endParaRPr lang="zh-CN" altLang="en-US" sz="5000" b="1" dirty="0">
              <a:solidFill>
                <a:schemeClr val="bg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9" name="TextBox 11"/>
          <p:cNvSpPr txBox="1"/>
          <p:nvPr/>
        </p:nvSpPr>
        <p:spPr>
          <a:xfrm>
            <a:off x="4139952" y="1376961"/>
            <a:ext cx="2943753" cy="1050542"/>
          </a:xfrm>
          <a:prstGeom prst="rect">
            <a:avLst/>
          </a:prstGeom>
          <a:noFill/>
        </p:spPr>
        <p:txBody>
          <a:bodyPr wrap="none" lIns="65023" tIns="32511" rIns="65023" bIns="32511" rtlCol="0">
            <a:spAutoFit/>
          </a:bodyPr>
          <a:lstStyle/>
          <a:p>
            <a:pPr marL="0" lvl="1"/>
            <a:r>
              <a:rPr lang="zh-CN" altLang="en-US" sz="14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000" b="1" dirty="0" smtClean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第一部分</a:t>
            </a:r>
            <a:endParaRPr lang="en-US" altLang="zh-CN" sz="2000" b="1" dirty="0" smtClean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/>
            <a:endParaRPr lang="en-US" altLang="zh-CN" sz="2000" b="1" dirty="0" smtClean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algn="ctr"/>
            <a:r>
              <a:rPr lang="zh-CN" altLang="en-US" sz="2400" b="1" dirty="0" smtClean="0">
                <a:solidFill>
                  <a:srgbClr val="C68F0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定长子网掩码</a:t>
            </a:r>
            <a:r>
              <a:rPr lang="en-US" altLang="zh-CN" sz="2400" b="1" dirty="0" smtClean="0">
                <a:solidFill>
                  <a:srgbClr val="C68F0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FLSM</a:t>
            </a:r>
            <a:endParaRPr lang="zh-CN" altLang="en-US" sz="2400" b="1" dirty="0">
              <a:solidFill>
                <a:srgbClr val="C68F0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8" grpId="0" animBg="1"/>
      <p:bldP spid="31" grpId="0"/>
      <p:bldP spid="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 descr="C:\Users\Administrator\Desktop\微立体创业计划\005.png"/>
          <p:cNvPicPr>
            <a:picLocks noChangeAspect="1" noChangeArrowheads="1"/>
          </p:cNvPicPr>
          <p:nvPr/>
        </p:nvPicPr>
        <p:blipFill>
          <a:blip r:embed="rId1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2473" y="149604"/>
            <a:ext cx="609601" cy="609601"/>
          </a:xfrm>
          <a:prstGeom prst="rect">
            <a:avLst/>
          </a:prstGeom>
          <a:noFill/>
          <a:effectLst>
            <a:outerShdw blurRad="127000" dist="63500" dir="3000000" sx="104000" sy="104000" algn="tl" rotWithShape="0">
              <a:prstClr val="black">
                <a:alpha val="34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 descr="C:\Users\Administrator\Desktop\微立体创业计划\004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872" y="158976"/>
            <a:ext cx="609601" cy="609601"/>
          </a:xfrm>
          <a:prstGeom prst="rect">
            <a:avLst/>
          </a:prstGeom>
          <a:noFill/>
          <a:effectLst>
            <a:outerShdw blurRad="127000" dist="63500" dir="3000000" sx="104000" sy="104000" algn="tl" rotWithShape="0">
              <a:prstClr val="black">
                <a:alpha val="34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文本框 12"/>
          <p:cNvSpPr txBox="1">
            <a:spLocks noChangeArrowheads="1"/>
          </p:cNvSpPr>
          <p:nvPr/>
        </p:nvSpPr>
        <p:spPr bwMode="auto">
          <a:xfrm>
            <a:off x="1187623" y="267494"/>
            <a:ext cx="3351886" cy="4042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5023" tIns="32511" rIns="65023" bIns="32511">
            <a:spAutoFit/>
          </a:bodyPr>
          <a:lstStyle>
            <a:lvl1pPr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9pPr>
          </a:lstStyle>
          <a:p>
            <a:r>
              <a:rPr lang="en-US" altLang="zh-CN" sz="2200" dirty="0" smtClean="0">
                <a:solidFill>
                  <a:srgbClr val="034E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</a:t>
            </a:r>
            <a:r>
              <a:rPr lang="zh-CN" altLang="en-US" sz="2200" dirty="0" smtClean="0">
                <a:solidFill>
                  <a:srgbClr val="034E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定长子网掩码</a:t>
            </a:r>
            <a:r>
              <a:rPr lang="en-US" altLang="zh-CN" sz="2200" dirty="0" smtClean="0">
                <a:solidFill>
                  <a:srgbClr val="034E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FLSM</a:t>
            </a:r>
            <a:endParaRPr lang="zh-CN" altLang="en-US" sz="2200" dirty="0">
              <a:solidFill>
                <a:srgbClr val="034EA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37" name="组合 36"/>
          <p:cNvGrpSpPr/>
          <p:nvPr/>
        </p:nvGrpSpPr>
        <p:grpSpPr>
          <a:xfrm>
            <a:off x="2722110" y="2717959"/>
            <a:ext cx="946276" cy="933912"/>
            <a:chOff x="7132417" y="413387"/>
            <a:chExt cx="509237" cy="496232"/>
          </a:xfrm>
        </p:grpSpPr>
        <p:grpSp>
          <p:nvGrpSpPr>
            <p:cNvPr id="44" name="组合 43"/>
            <p:cNvGrpSpPr/>
            <p:nvPr/>
          </p:nvGrpSpPr>
          <p:grpSpPr>
            <a:xfrm>
              <a:off x="7132417" y="413387"/>
              <a:ext cx="509237" cy="496232"/>
              <a:chOff x="1523400" y="810715"/>
              <a:chExt cx="2406896" cy="2345431"/>
            </a:xfrm>
          </p:grpSpPr>
          <p:grpSp>
            <p:nvGrpSpPr>
              <p:cNvPr id="47" name="组合 79"/>
              <p:cNvGrpSpPr/>
              <p:nvPr/>
            </p:nvGrpSpPr>
            <p:grpSpPr>
              <a:xfrm>
                <a:off x="1523400" y="810715"/>
                <a:ext cx="2406896" cy="2345431"/>
                <a:chOff x="6308658" y="2488774"/>
                <a:chExt cx="2584087" cy="2513016"/>
              </a:xfrm>
            </p:grpSpPr>
            <p:sp>
              <p:nvSpPr>
                <p:cNvPr id="53" name="任意多边形 82"/>
                <p:cNvSpPr/>
                <p:nvPr/>
              </p:nvSpPr>
              <p:spPr>
                <a:xfrm rot="3738964">
                  <a:off x="6379729" y="2488774"/>
                  <a:ext cx="2513016" cy="2513016"/>
                </a:xfrm>
                <a:custGeom>
                  <a:avLst/>
                  <a:gdLst>
                    <a:gd name="connsiteX0" fmla="*/ 0 w 1800200"/>
                    <a:gd name="connsiteY0" fmla="*/ 900100 h 1800200"/>
                    <a:gd name="connsiteX1" fmla="*/ 263634 w 1800200"/>
                    <a:gd name="connsiteY1" fmla="*/ 263633 h 1800200"/>
                    <a:gd name="connsiteX2" fmla="*/ 900101 w 1800200"/>
                    <a:gd name="connsiteY2" fmla="*/ 1 h 1800200"/>
                    <a:gd name="connsiteX3" fmla="*/ 1536568 w 1800200"/>
                    <a:gd name="connsiteY3" fmla="*/ 263635 h 1800200"/>
                    <a:gd name="connsiteX4" fmla="*/ 1800200 w 1800200"/>
                    <a:gd name="connsiteY4" fmla="*/ 900102 h 1800200"/>
                    <a:gd name="connsiteX5" fmla="*/ 1536567 w 1800200"/>
                    <a:gd name="connsiteY5" fmla="*/ 1536569 h 1800200"/>
                    <a:gd name="connsiteX6" fmla="*/ 900100 w 1800200"/>
                    <a:gd name="connsiteY6" fmla="*/ 1800202 h 1800200"/>
                    <a:gd name="connsiteX7" fmla="*/ 263633 w 1800200"/>
                    <a:gd name="connsiteY7" fmla="*/ 1536568 h 1800200"/>
                    <a:gd name="connsiteX8" fmla="*/ 0 w 1800200"/>
                    <a:gd name="connsiteY8" fmla="*/ 900101 h 1800200"/>
                    <a:gd name="connsiteX9" fmla="*/ 0 w 1800200"/>
                    <a:gd name="connsiteY9" fmla="*/ 900100 h 18002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800200" h="1800200">
                      <a:moveTo>
                        <a:pt x="0" y="900100"/>
                      </a:moveTo>
                      <a:cubicBezTo>
                        <a:pt x="0" y="661379"/>
                        <a:pt x="94832" y="432435"/>
                        <a:pt x="263634" y="263633"/>
                      </a:cubicBezTo>
                      <a:cubicBezTo>
                        <a:pt x="432436" y="94832"/>
                        <a:pt x="661380" y="0"/>
                        <a:pt x="900101" y="1"/>
                      </a:cubicBezTo>
                      <a:cubicBezTo>
                        <a:pt x="1138822" y="1"/>
                        <a:pt x="1367766" y="94833"/>
                        <a:pt x="1536568" y="263635"/>
                      </a:cubicBezTo>
                      <a:cubicBezTo>
                        <a:pt x="1705369" y="432437"/>
                        <a:pt x="1800201" y="661381"/>
                        <a:pt x="1800200" y="900102"/>
                      </a:cubicBezTo>
                      <a:cubicBezTo>
                        <a:pt x="1800200" y="1138823"/>
                        <a:pt x="1705368" y="1367767"/>
                        <a:pt x="1536567" y="1536569"/>
                      </a:cubicBezTo>
                      <a:cubicBezTo>
                        <a:pt x="1367765" y="1705371"/>
                        <a:pt x="1138821" y="1800202"/>
                        <a:pt x="900100" y="1800202"/>
                      </a:cubicBezTo>
                      <a:cubicBezTo>
                        <a:pt x="661379" y="1800202"/>
                        <a:pt x="432435" y="1705370"/>
                        <a:pt x="263633" y="1536568"/>
                      </a:cubicBezTo>
                      <a:cubicBezTo>
                        <a:pt x="94832" y="1367766"/>
                        <a:pt x="0" y="1138822"/>
                        <a:pt x="0" y="900101"/>
                      </a:cubicBezTo>
                      <a:lnTo>
                        <a:pt x="0" y="900100"/>
                      </a:lnTo>
                      <a:close/>
                    </a:path>
                  </a:pathLst>
                </a:custGeom>
                <a:gradFill flip="none" rotWithShape="1">
                  <a:gsLst>
                    <a:gs pos="17000">
                      <a:srgbClr val="FFFFFF"/>
                    </a:gs>
                    <a:gs pos="88000">
                      <a:srgbClr val="FFFFFF">
                        <a:lumMod val="72000"/>
                      </a:srgbClr>
                    </a:gs>
                  </a:gsLst>
                  <a:lin ang="2700000" scaled="1"/>
                </a:gradFill>
                <a:ln w="25400" cap="flat" cmpd="sng" algn="ctr">
                  <a:noFill/>
                  <a:prstDash val="solid"/>
                </a:ln>
                <a:effectLst>
                  <a:outerShdw blurRad="127000" dist="63500" dir="7380000" sx="102000" sy="102000" algn="tr" rotWithShape="0">
                    <a:prstClr val="black">
                      <a:alpha val="39000"/>
                    </a:prst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54" name="任意多边形 83"/>
                <p:cNvSpPr/>
                <p:nvPr/>
              </p:nvSpPr>
              <p:spPr>
                <a:xfrm rot="16377237">
                  <a:off x="6357616" y="2455402"/>
                  <a:ext cx="2476802" cy="2574717"/>
                </a:xfrm>
                <a:custGeom>
                  <a:avLst/>
                  <a:gdLst>
                    <a:gd name="connsiteX0" fmla="*/ 0 w 1800200"/>
                    <a:gd name="connsiteY0" fmla="*/ 900100 h 1800200"/>
                    <a:gd name="connsiteX1" fmla="*/ 263634 w 1800200"/>
                    <a:gd name="connsiteY1" fmla="*/ 263633 h 1800200"/>
                    <a:gd name="connsiteX2" fmla="*/ 900101 w 1800200"/>
                    <a:gd name="connsiteY2" fmla="*/ 1 h 1800200"/>
                    <a:gd name="connsiteX3" fmla="*/ 1536568 w 1800200"/>
                    <a:gd name="connsiteY3" fmla="*/ 263635 h 1800200"/>
                    <a:gd name="connsiteX4" fmla="*/ 1800200 w 1800200"/>
                    <a:gd name="connsiteY4" fmla="*/ 900102 h 1800200"/>
                    <a:gd name="connsiteX5" fmla="*/ 1536567 w 1800200"/>
                    <a:gd name="connsiteY5" fmla="*/ 1536569 h 1800200"/>
                    <a:gd name="connsiteX6" fmla="*/ 900100 w 1800200"/>
                    <a:gd name="connsiteY6" fmla="*/ 1800202 h 1800200"/>
                    <a:gd name="connsiteX7" fmla="*/ 263633 w 1800200"/>
                    <a:gd name="connsiteY7" fmla="*/ 1536568 h 1800200"/>
                    <a:gd name="connsiteX8" fmla="*/ 0 w 1800200"/>
                    <a:gd name="connsiteY8" fmla="*/ 900101 h 1800200"/>
                    <a:gd name="connsiteX9" fmla="*/ 0 w 1800200"/>
                    <a:gd name="connsiteY9" fmla="*/ 900100 h 18002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800200" h="1800200">
                      <a:moveTo>
                        <a:pt x="0" y="900100"/>
                      </a:moveTo>
                      <a:cubicBezTo>
                        <a:pt x="0" y="661379"/>
                        <a:pt x="94832" y="432435"/>
                        <a:pt x="263634" y="263633"/>
                      </a:cubicBezTo>
                      <a:cubicBezTo>
                        <a:pt x="432436" y="94832"/>
                        <a:pt x="661380" y="0"/>
                        <a:pt x="900101" y="1"/>
                      </a:cubicBezTo>
                      <a:cubicBezTo>
                        <a:pt x="1138822" y="1"/>
                        <a:pt x="1367766" y="94833"/>
                        <a:pt x="1536568" y="263635"/>
                      </a:cubicBezTo>
                      <a:cubicBezTo>
                        <a:pt x="1705369" y="432437"/>
                        <a:pt x="1800201" y="661381"/>
                        <a:pt x="1800200" y="900102"/>
                      </a:cubicBezTo>
                      <a:cubicBezTo>
                        <a:pt x="1800200" y="1138823"/>
                        <a:pt x="1705368" y="1367767"/>
                        <a:pt x="1536567" y="1536569"/>
                      </a:cubicBezTo>
                      <a:cubicBezTo>
                        <a:pt x="1367765" y="1705371"/>
                        <a:pt x="1138821" y="1800202"/>
                        <a:pt x="900100" y="1800202"/>
                      </a:cubicBezTo>
                      <a:cubicBezTo>
                        <a:pt x="661379" y="1800202"/>
                        <a:pt x="432435" y="1705370"/>
                        <a:pt x="263633" y="1536568"/>
                      </a:cubicBezTo>
                      <a:cubicBezTo>
                        <a:pt x="94832" y="1367766"/>
                        <a:pt x="0" y="1138822"/>
                        <a:pt x="0" y="900101"/>
                      </a:cubicBezTo>
                      <a:lnTo>
                        <a:pt x="0" y="900100"/>
                      </a:lnTo>
                      <a:close/>
                    </a:path>
                  </a:pathLst>
                </a:custGeom>
                <a:gradFill flip="none" rotWithShape="1">
                  <a:gsLst>
                    <a:gs pos="29000">
                      <a:srgbClr val="FFFFFF"/>
                    </a:gs>
                    <a:gs pos="98000">
                      <a:srgbClr val="FFFFFF">
                        <a:lumMod val="75000"/>
                      </a:srgbClr>
                    </a:gs>
                  </a:gsLst>
                  <a:lin ang="2700000" scaled="1"/>
                </a:gradFill>
                <a:ln w="25400" cap="flat" cmpd="sng" algn="ctr">
                  <a:noFill/>
                  <a:prstDash val="solid"/>
                </a:ln>
                <a:effectLst>
                  <a:softEdge rad="0"/>
                </a:effectLst>
              </p:spPr>
              <p:txBody>
                <a:bodyPr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ctr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Arial" panose="020B0604020202020204"/>
                  </a:endParaRPr>
                </a:p>
              </p:txBody>
            </p:sp>
          </p:grpSp>
          <p:sp>
            <p:nvSpPr>
              <p:cNvPr id="48" name="椭圆 80"/>
              <p:cNvSpPr/>
              <p:nvPr/>
            </p:nvSpPr>
            <p:spPr bwMode="auto">
              <a:xfrm>
                <a:off x="1876797" y="1141997"/>
                <a:ext cx="1691508" cy="1694934"/>
              </a:xfrm>
              <a:prstGeom prst="ellipse">
                <a:avLst/>
              </a:prstGeom>
              <a:solidFill>
                <a:srgbClr val="31BDCA"/>
              </a:solidFill>
              <a:ln w="25400" cap="flat" cmpd="sng" algn="ctr">
                <a:noFill/>
                <a:prstDash val="solid"/>
              </a:ln>
              <a:effectLst>
                <a:innerShdw blurRad="63500" dist="25400" dir="18660000">
                  <a:prstClr val="black">
                    <a:alpha val="35000"/>
                  </a:prstClr>
                </a:innerShdw>
              </a:effectLst>
            </p:spPr>
            <p:txBody>
              <a:bodyPr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300" b="1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endParaRPr>
              </a:p>
            </p:txBody>
          </p:sp>
        </p:grpSp>
        <p:sp>
          <p:nvSpPr>
            <p:cNvPr id="46" name="TextBox 45"/>
            <p:cNvSpPr txBox="1"/>
            <p:nvPr/>
          </p:nvSpPr>
          <p:spPr>
            <a:xfrm>
              <a:off x="7201112" y="511246"/>
              <a:ext cx="264066" cy="2324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3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03</a:t>
              </a:r>
              <a:endParaRPr kumimoji="0" lang="en-US" altLang="zh-CN" sz="33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</p:grpSp>
      <p:sp>
        <p:nvSpPr>
          <p:cNvPr id="55" name="TextBox 54"/>
          <p:cNvSpPr txBox="1"/>
          <p:nvPr/>
        </p:nvSpPr>
        <p:spPr>
          <a:xfrm>
            <a:off x="4910358" y="1638957"/>
            <a:ext cx="2306454" cy="1046428"/>
          </a:xfrm>
          <a:prstGeom prst="rect">
            <a:avLst/>
          </a:prstGeom>
          <a:noFill/>
        </p:spPr>
        <p:txBody>
          <a:bodyPr wrap="square" lIns="121908" tIns="60954" rIns="121908" bIns="60954" rtlCol="0">
            <a:spAutoFit/>
          </a:bodyPr>
          <a:lstStyle/>
          <a:p>
            <a:r>
              <a:rPr lang="zh-CN" altLang="en-US" sz="1500" dirty="0">
                <a:solidFill>
                  <a:prstClr val="black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确定每一个</a:t>
            </a:r>
            <a:r>
              <a:rPr lang="zh-CN" altLang="en-US" sz="1500" dirty="0" smtClean="0">
                <a:solidFill>
                  <a:prstClr val="black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子网中的网络地址、</a:t>
            </a:r>
            <a:r>
              <a:rPr lang="zh-CN" altLang="en-US" sz="1500" b="1" dirty="0" smtClean="0">
                <a:solidFill>
                  <a:srgbClr val="FF0000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广播地址</a:t>
            </a:r>
            <a:r>
              <a:rPr lang="zh-CN" altLang="en-US" sz="1500" dirty="0" smtClean="0"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以</a:t>
            </a:r>
            <a:r>
              <a:rPr lang="zh-CN" altLang="en-US" sz="1500" dirty="0" smtClean="0">
                <a:solidFill>
                  <a:prstClr val="black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及</a:t>
            </a:r>
            <a:r>
              <a:rPr lang="zh-CN" altLang="en-US" sz="1500" b="1" dirty="0" smtClean="0">
                <a:solidFill>
                  <a:srgbClr val="FF0000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可分配的主机或路由器接口地址</a:t>
            </a:r>
            <a:r>
              <a:rPr lang="zh-CN" altLang="en-US" sz="1500" dirty="0">
                <a:solidFill>
                  <a:prstClr val="black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的</a:t>
            </a:r>
            <a:r>
              <a:rPr lang="zh-CN" altLang="en-US" sz="1500" dirty="0"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范围</a:t>
            </a:r>
            <a:r>
              <a:rPr lang="zh-CN" altLang="en-US" sz="1500" dirty="0">
                <a:solidFill>
                  <a:prstClr val="black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。</a:t>
            </a:r>
            <a:endParaRPr lang="zh-CN" altLang="en-US" sz="1500" dirty="0">
              <a:solidFill>
                <a:prstClr val="black"/>
              </a:solidFill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4913160" y="1275606"/>
            <a:ext cx="735040" cy="316494"/>
          </a:xfrm>
          <a:prstGeom prst="rect">
            <a:avLst/>
          </a:prstGeom>
          <a:noFill/>
        </p:spPr>
        <p:txBody>
          <a:bodyPr wrap="none" lIns="121908" tIns="60954" rIns="121908" bIns="60954" rtlCol="0">
            <a:spAutoFit/>
          </a:bodyPr>
          <a:lstStyle/>
          <a:p>
            <a:r>
              <a:rPr lang="zh-CN" altLang="en-US" sz="1900" b="1" dirty="0" smtClean="0">
                <a:solidFill>
                  <a:prstClr val="black">
                    <a:lumMod val="50000"/>
                    <a:lumOff val="50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第五步</a:t>
            </a:r>
            <a:endParaRPr lang="en-US" altLang="zh-CN" sz="1900" b="1" dirty="0">
              <a:solidFill>
                <a:prstClr val="black">
                  <a:lumMod val="50000"/>
                  <a:lumOff val="50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4553242" y="3036329"/>
            <a:ext cx="2734512" cy="584763"/>
          </a:xfrm>
          <a:prstGeom prst="rect">
            <a:avLst/>
          </a:prstGeom>
          <a:noFill/>
        </p:spPr>
        <p:txBody>
          <a:bodyPr wrap="square" lIns="121908" tIns="60954" rIns="121908" bIns="60954" rtlCol="0">
            <a:spAutoFit/>
          </a:bodyPr>
          <a:lstStyle/>
          <a:p>
            <a:r>
              <a:rPr lang="zh-CN" altLang="en-US" sz="1500" dirty="0" smtClean="0">
                <a:solidFill>
                  <a:prstClr val="black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确定每</a:t>
            </a:r>
            <a:r>
              <a:rPr lang="zh-CN" altLang="en-US" sz="1500" dirty="0">
                <a:solidFill>
                  <a:prstClr val="black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一</a:t>
            </a:r>
            <a:r>
              <a:rPr lang="zh-CN" altLang="en-US" sz="1500" dirty="0" smtClean="0">
                <a:solidFill>
                  <a:prstClr val="black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个子网的</a:t>
            </a:r>
            <a:r>
              <a:rPr lang="zh-CN" altLang="en-US" sz="1500" b="1" dirty="0" smtClean="0">
                <a:solidFill>
                  <a:srgbClr val="FF0000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网络标识（网络地址）</a:t>
            </a:r>
            <a:r>
              <a:rPr lang="zh-CN" altLang="en-US" sz="1500" dirty="0" smtClean="0">
                <a:solidFill>
                  <a:prstClr val="black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。</a:t>
            </a:r>
            <a:endParaRPr lang="zh-CN" altLang="en-US" sz="1500" dirty="0">
              <a:solidFill>
                <a:prstClr val="black"/>
              </a:solidFill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4532509" y="2700525"/>
            <a:ext cx="735040" cy="316494"/>
          </a:xfrm>
          <a:prstGeom prst="rect">
            <a:avLst/>
          </a:prstGeom>
          <a:noFill/>
        </p:spPr>
        <p:txBody>
          <a:bodyPr wrap="none" lIns="121908" tIns="60954" rIns="121908" bIns="60954" rtlCol="0">
            <a:spAutoFit/>
          </a:bodyPr>
          <a:lstStyle/>
          <a:p>
            <a:r>
              <a:rPr lang="zh-CN" altLang="en-US" sz="1900" b="1" dirty="0" smtClean="0">
                <a:solidFill>
                  <a:prstClr val="black">
                    <a:lumMod val="50000"/>
                    <a:lumOff val="50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第四步</a:t>
            </a:r>
            <a:endParaRPr lang="en-US" altLang="zh-CN" sz="1900" b="1" dirty="0">
              <a:solidFill>
                <a:prstClr val="black">
                  <a:lumMod val="50000"/>
                  <a:lumOff val="50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3227322" y="4002630"/>
            <a:ext cx="2554521" cy="353931"/>
          </a:xfrm>
          <a:prstGeom prst="rect">
            <a:avLst/>
          </a:prstGeom>
          <a:noFill/>
        </p:spPr>
        <p:txBody>
          <a:bodyPr wrap="none" lIns="121908" tIns="60954" rIns="121908" bIns="60954" rtlCol="0">
            <a:spAutoFit/>
          </a:bodyPr>
          <a:lstStyle/>
          <a:p>
            <a:r>
              <a:rPr lang="zh-CN" altLang="en-US" sz="1500" dirty="0">
                <a:solidFill>
                  <a:prstClr val="black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定义符合要求的</a:t>
            </a:r>
            <a:r>
              <a:rPr lang="zh-CN" altLang="en-US" sz="1500" b="1" dirty="0">
                <a:solidFill>
                  <a:srgbClr val="FF0000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子网掩码</a:t>
            </a:r>
            <a:r>
              <a:rPr lang="zh-CN" altLang="en-US" sz="1500" dirty="0">
                <a:solidFill>
                  <a:prstClr val="black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。</a:t>
            </a:r>
            <a:endParaRPr lang="zh-CN" altLang="en-US" sz="1500" dirty="0">
              <a:solidFill>
                <a:prstClr val="black"/>
              </a:solidFill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3266834" y="3636943"/>
            <a:ext cx="735040" cy="316494"/>
          </a:xfrm>
          <a:prstGeom prst="rect">
            <a:avLst/>
          </a:prstGeom>
          <a:noFill/>
        </p:spPr>
        <p:txBody>
          <a:bodyPr wrap="none" lIns="121908" tIns="60954" rIns="121908" bIns="60954" rtlCol="0">
            <a:spAutoFit/>
          </a:bodyPr>
          <a:lstStyle/>
          <a:p>
            <a:r>
              <a:rPr lang="zh-CN" altLang="en-US" sz="1900" b="1" dirty="0" smtClean="0">
                <a:solidFill>
                  <a:prstClr val="black">
                    <a:lumMod val="50000"/>
                    <a:lumOff val="50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第三步</a:t>
            </a:r>
            <a:endParaRPr lang="en-US" altLang="zh-CN" sz="1900" b="1" dirty="0">
              <a:solidFill>
                <a:prstClr val="black">
                  <a:lumMod val="50000"/>
                  <a:lumOff val="50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191641" y="3316245"/>
            <a:ext cx="2668761" cy="674370"/>
          </a:xfrm>
          <a:prstGeom prst="rect">
            <a:avLst/>
          </a:prstGeom>
          <a:noFill/>
        </p:spPr>
        <p:txBody>
          <a:bodyPr wrap="square" lIns="121908" tIns="60954" rIns="121908" bIns="60954" rtlCol="0">
            <a:sp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  <a:buClr>
                <a:srgbClr val="0563C1"/>
              </a:buClr>
              <a:buSzPct val="75000"/>
            </a:pPr>
            <a:r>
              <a:rPr lang="zh-CN" altLang="en-US" sz="1500" dirty="0">
                <a:solidFill>
                  <a:prstClr val="black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确定需要</a:t>
            </a:r>
            <a:r>
              <a:rPr lang="zh-CN" altLang="en-US" sz="1500" b="1" dirty="0" smtClean="0">
                <a:solidFill>
                  <a:srgbClr val="FF0000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多少位</a:t>
            </a:r>
            <a:r>
              <a:rPr lang="zh-CN" altLang="en-US" sz="1500" b="1" dirty="0" smtClean="0">
                <a:solidFill>
                  <a:srgbClr val="FF0000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主机</a:t>
            </a:r>
            <a:r>
              <a:rPr lang="zh-CN" altLang="en-US" sz="1500" b="1" dirty="0">
                <a:solidFill>
                  <a:srgbClr val="FF0000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号</a:t>
            </a:r>
            <a:r>
              <a:rPr lang="zh-CN" altLang="en-US" sz="1500" dirty="0">
                <a:solidFill>
                  <a:prstClr val="black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来标识每个子网上的每台主机。</a:t>
            </a:r>
            <a:endParaRPr lang="zh-CN" altLang="en-US" sz="1500" dirty="0">
              <a:solidFill>
                <a:prstClr val="black"/>
              </a:solidFill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150299" y="2974205"/>
            <a:ext cx="1008000" cy="316494"/>
          </a:xfrm>
          <a:prstGeom prst="rect">
            <a:avLst/>
          </a:prstGeom>
          <a:noFill/>
        </p:spPr>
        <p:txBody>
          <a:bodyPr wrap="square" lIns="121908" tIns="60954" rIns="121908" bIns="60954" rtlCol="0">
            <a:spAutoFit/>
          </a:bodyPr>
          <a:lstStyle/>
          <a:p>
            <a:r>
              <a:rPr lang="zh-CN" altLang="en-US" sz="1900" b="1" dirty="0" smtClean="0">
                <a:solidFill>
                  <a:prstClr val="black">
                    <a:lumMod val="50000"/>
                    <a:lumOff val="50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第</a:t>
            </a:r>
            <a:r>
              <a:rPr lang="zh-CN" altLang="en-US" sz="1900" b="1" dirty="0">
                <a:solidFill>
                  <a:prstClr val="black">
                    <a:lumMod val="50000"/>
                    <a:lumOff val="50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二</a:t>
            </a:r>
            <a:r>
              <a:rPr lang="zh-CN" altLang="en-US" sz="1900" b="1" dirty="0" smtClean="0">
                <a:solidFill>
                  <a:prstClr val="black">
                    <a:lumMod val="50000"/>
                    <a:lumOff val="50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步</a:t>
            </a:r>
            <a:endParaRPr lang="en-US" altLang="zh-CN" sz="1900" b="1" dirty="0">
              <a:solidFill>
                <a:prstClr val="black">
                  <a:lumMod val="50000"/>
                  <a:lumOff val="50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112517" y="1372796"/>
            <a:ext cx="1713197" cy="951230"/>
          </a:xfrm>
          <a:prstGeom prst="rect">
            <a:avLst/>
          </a:prstGeom>
          <a:noFill/>
        </p:spPr>
        <p:txBody>
          <a:bodyPr wrap="square" lIns="121908" tIns="60954" rIns="121908" bIns="60954" rtlCol="0">
            <a:sp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  <a:buClr>
                <a:srgbClr val="0563C1"/>
              </a:buClr>
              <a:buSzPct val="75000"/>
            </a:pPr>
            <a:r>
              <a:rPr lang="zh-CN" altLang="en-US" sz="1500" dirty="0">
                <a:solidFill>
                  <a:prstClr val="black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确定需要</a:t>
            </a:r>
            <a:r>
              <a:rPr lang="zh-CN" altLang="en-US" sz="1500" b="1" dirty="0" smtClean="0">
                <a:solidFill>
                  <a:srgbClr val="FF0000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多少位</a:t>
            </a:r>
            <a:r>
              <a:rPr lang="zh-CN" altLang="en-US" sz="1500" b="1" dirty="0" smtClean="0">
                <a:solidFill>
                  <a:srgbClr val="FF0000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子网号</a:t>
            </a:r>
            <a:r>
              <a:rPr lang="zh-CN" altLang="en-US" sz="1500" dirty="0" smtClean="0">
                <a:solidFill>
                  <a:prstClr val="black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来</a:t>
            </a:r>
            <a:r>
              <a:rPr lang="zh-CN" altLang="en-US" sz="1500" dirty="0">
                <a:solidFill>
                  <a:prstClr val="black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标识网络上的每个子网。</a:t>
            </a:r>
            <a:endParaRPr lang="zh-CN" altLang="en-US" sz="1500" dirty="0">
              <a:solidFill>
                <a:prstClr val="black"/>
              </a:solidFill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107504" y="1054608"/>
            <a:ext cx="1015638" cy="430875"/>
          </a:xfrm>
          <a:prstGeom prst="rect">
            <a:avLst/>
          </a:prstGeom>
          <a:noFill/>
        </p:spPr>
        <p:txBody>
          <a:bodyPr wrap="none" lIns="121908" tIns="60954" rIns="121908" bIns="60954" rtlCol="0">
            <a:spAutoFit/>
          </a:bodyPr>
          <a:lstStyle/>
          <a:p>
            <a:r>
              <a:rPr lang="zh-CN" altLang="en-US" sz="1900" b="1" dirty="0" smtClean="0">
                <a:solidFill>
                  <a:prstClr val="black">
                    <a:lumMod val="50000"/>
                    <a:lumOff val="50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第一步</a:t>
            </a:r>
            <a:endParaRPr lang="en-US" altLang="zh-CN" sz="1900" b="1" dirty="0">
              <a:solidFill>
                <a:prstClr val="black">
                  <a:lumMod val="50000"/>
                  <a:lumOff val="50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cxnSp>
        <p:nvCxnSpPr>
          <p:cNvPr id="65" name="直接连接符 64"/>
          <p:cNvCxnSpPr/>
          <p:nvPr/>
        </p:nvCxnSpPr>
        <p:spPr>
          <a:xfrm flipH="1" flipV="1">
            <a:off x="4556177" y="2713589"/>
            <a:ext cx="4088" cy="629461"/>
          </a:xfrm>
          <a:prstGeom prst="line">
            <a:avLst/>
          </a:prstGeom>
          <a:noFill/>
          <a:ln w="12700" cap="flat" cmpd="sng" algn="ctr">
            <a:solidFill>
              <a:sysClr val="windowText" lastClr="000000"/>
            </a:solidFill>
            <a:prstDash val="dash"/>
            <a:miter lim="800000"/>
          </a:ln>
          <a:effectLst/>
        </p:spPr>
      </p:cxnSp>
      <p:cxnSp>
        <p:nvCxnSpPr>
          <p:cNvPr id="66" name="直接连接符 65"/>
          <p:cNvCxnSpPr/>
          <p:nvPr/>
        </p:nvCxnSpPr>
        <p:spPr>
          <a:xfrm flipH="1" flipV="1">
            <a:off x="4910358" y="1381561"/>
            <a:ext cx="3333" cy="630184"/>
          </a:xfrm>
          <a:prstGeom prst="line">
            <a:avLst/>
          </a:prstGeom>
          <a:noFill/>
          <a:ln w="12700" cap="flat" cmpd="sng" algn="ctr">
            <a:solidFill>
              <a:sysClr val="windowText" lastClr="000000"/>
            </a:solidFill>
            <a:prstDash val="dash"/>
            <a:miter lim="800000"/>
          </a:ln>
          <a:effectLst/>
        </p:spPr>
      </p:cxnSp>
      <p:cxnSp>
        <p:nvCxnSpPr>
          <p:cNvPr id="67" name="直接连接符 66"/>
          <p:cNvCxnSpPr/>
          <p:nvPr/>
        </p:nvCxnSpPr>
        <p:spPr>
          <a:xfrm flipV="1">
            <a:off x="3227322" y="3651870"/>
            <a:ext cx="8542" cy="671303"/>
          </a:xfrm>
          <a:prstGeom prst="line">
            <a:avLst/>
          </a:prstGeom>
          <a:noFill/>
          <a:ln w="12700" cap="flat" cmpd="sng" algn="ctr">
            <a:solidFill>
              <a:sysClr val="windowText" lastClr="000000"/>
            </a:solidFill>
            <a:prstDash val="dash"/>
            <a:miter lim="800000"/>
          </a:ln>
          <a:effectLst/>
        </p:spPr>
      </p:cxnSp>
      <p:cxnSp>
        <p:nvCxnSpPr>
          <p:cNvPr id="68" name="直接连接符 67"/>
          <p:cNvCxnSpPr/>
          <p:nvPr/>
        </p:nvCxnSpPr>
        <p:spPr>
          <a:xfrm flipV="1">
            <a:off x="179512" y="3025036"/>
            <a:ext cx="4915" cy="745533"/>
          </a:xfrm>
          <a:prstGeom prst="line">
            <a:avLst/>
          </a:prstGeom>
          <a:noFill/>
          <a:ln w="12700" cap="flat" cmpd="sng" algn="ctr">
            <a:solidFill>
              <a:sysClr val="windowText" lastClr="000000"/>
            </a:solidFill>
            <a:prstDash val="dash"/>
            <a:miter lim="800000"/>
          </a:ln>
          <a:effectLst/>
        </p:spPr>
      </p:cxnSp>
      <p:cxnSp>
        <p:nvCxnSpPr>
          <p:cNvPr id="69" name="直接连接符 68"/>
          <p:cNvCxnSpPr/>
          <p:nvPr/>
        </p:nvCxnSpPr>
        <p:spPr>
          <a:xfrm flipH="1" flipV="1">
            <a:off x="179512" y="1021441"/>
            <a:ext cx="0" cy="794293"/>
          </a:xfrm>
          <a:prstGeom prst="line">
            <a:avLst/>
          </a:prstGeom>
          <a:noFill/>
          <a:ln w="12700" cap="flat" cmpd="sng" algn="ctr">
            <a:solidFill>
              <a:sysClr val="windowText" lastClr="000000"/>
            </a:solidFill>
            <a:prstDash val="dash"/>
            <a:miter lim="800000"/>
          </a:ln>
          <a:effectLst/>
        </p:spPr>
      </p:cxnSp>
      <p:grpSp>
        <p:nvGrpSpPr>
          <p:cNvPr id="70" name="组合 69"/>
          <p:cNvGrpSpPr/>
          <p:nvPr/>
        </p:nvGrpSpPr>
        <p:grpSpPr>
          <a:xfrm>
            <a:off x="3803386" y="1203598"/>
            <a:ext cx="1055636" cy="960427"/>
            <a:chOff x="7146423" y="413387"/>
            <a:chExt cx="495231" cy="496232"/>
          </a:xfrm>
        </p:grpSpPr>
        <p:grpSp>
          <p:nvGrpSpPr>
            <p:cNvPr id="71" name="组合 70"/>
            <p:cNvGrpSpPr/>
            <p:nvPr/>
          </p:nvGrpSpPr>
          <p:grpSpPr>
            <a:xfrm>
              <a:off x="7146423" y="413387"/>
              <a:ext cx="495231" cy="496232"/>
              <a:chOff x="1589596" y="810715"/>
              <a:chExt cx="2340698" cy="2345431"/>
            </a:xfrm>
          </p:grpSpPr>
          <p:grpSp>
            <p:nvGrpSpPr>
              <p:cNvPr id="73" name="组合 79"/>
              <p:cNvGrpSpPr/>
              <p:nvPr/>
            </p:nvGrpSpPr>
            <p:grpSpPr>
              <a:xfrm>
                <a:off x="1589596" y="810715"/>
                <a:ext cx="2340698" cy="2345431"/>
                <a:chOff x="6379729" y="2488774"/>
                <a:chExt cx="2513016" cy="2513016"/>
              </a:xfrm>
            </p:grpSpPr>
            <p:sp>
              <p:nvSpPr>
                <p:cNvPr id="75" name="任意多边形 82"/>
                <p:cNvSpPr/>
                <p:nvPr/>
              </p:nvSpPr>
              <p:spPr>
                <a:xfrm rot="3738964">
                  <a:off x="6379729" y="2488774"/>
                  <a:ext cx="2513016" cy="2513016"/>
                </a:xfrm>
                <a:custGeom>
                  <a:avLst/>
                  <a:gdLst>
                    <a:gd name="connsiteX0" fmla="*/ 0 w 1800200"/>
                    <a:gd name="connsiteY0" fmla="*/ 900100 h 1800200"/>
                    <a:gd name="connsiteX1" fmla="*/ 263634 w 1800200"/>
                    <a:gd name="connsiteY1" fmla="*/ 263633 h 1800200"/>
                    <a:gd name="connsiteX2" fmla="*/ 900101 w 1800200"/>
                    <a:gd name="connsiteY2" fmla="*/ 1 h 1800200"/>
                    <a:gd name="connsiteX3" fmla="*/ 1536568 w 1800200"/>
                    <a:gd name="connsiteY3" fmla="*/ 263635 h 1800200"/>
                    <a:gd name="connsiteX4" fmla="*/ 1800200 w 1800200"/>
                    <a:gd name="connsiteY4" fmla="*/ 900102 h 1800200"/>
                    <a:gd name="connsiteX5" fmla="*/ 1536567 w 1800200"/>
                    <a:gd name="connsiteY5" fmla="*/ 1536569 h 1800200"/>
                    <a:gd name="connsiteX6" fmla="*/ 900100 w 1800200"/>
                    <a:gd name="connsiteY6" fmla="*/ 1800202 h 1800200"/>
                    <a:gd name="connsiteX7" fmla="*/ 263633 w 1800200"/>
                    <a:gd name="connsiteY7" fmla="*/ 1536568 h 1800200"/>
                    <a:gd name="connsiteX8" fmla="*/ 0 w 1800200"/>
                    <a:gd name="connsiteY8" fmla="*/ 900101 h 1800200"/>
                    <a:gd name="connsiteX9" fmla="*/ 0 w 1800200"/>
                    <a:gd name="connsiteY9" fmla="*/ 900100 h 18002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800200" h="1800200">
                      <a:moveTo>
                        <a:pt x="0" y="900100"/>
                      </a:moveTo>
                      <a:cubicBezTo>
                        <a:pt x="0" y="661379"/>
                        <a:pt x="94832" y="432435"/>
                        <a:pt x="263634" y="263633"/>
                      </a:cubicBezTo>
                      <a:cubicBezTo>
                        <a:pt x="432436" y="94832"/>
                        <a:pt x="661380" y="0"/>
                        <a:pt x="900101" y="1"/>
                      </a:cubicBezTo>
                      <a:cubicBezTo>
                        <a:pt x="1138822" y="1"/>
                        <a:pt x="1367766" y="94833"/>
                        <a:pt x="1536568" y="263635"/>
                      </a:cubicBezTo>
                      <a:cubicBezTo>
                        <a:pt x="1705369" y="432437"/>
                        <a:pt x="1800201" y="661381"/>
                        <a:pt x="1800200" y="900102"/>
                      </a:cubicBezTo>
                      <a:cubicBezTo>
                        <a:pt x="1800200" y="1138823"/>
                        <a:pt x="1705368" y="1367767"/>
                        <a:pt x="1536567" y="1536569"/>
                      </a:cubicBezTo>
                      <a:cubicBezTo>
                        <a:pt x="1367765" y="1705371"/>
                        <a:pt x="1138821" y="1800202"/>
                        <a:pt x="900100" y="1800202"/>
                      </a:cubicBezTo>
                      <a:cubicBezTo>
                        <a:pt x="661379" y="1800202"/>
                        <a:pt x="432435" y="1705370"/>
                        <a:pt x="263633" y="1536568"/>
                      </a:cubicBezTo>
                      <a:cubicBezTo>
                        <a:pt x="94832" y="1367766"/>
                        <a:pt x="0" y="1138822"/>
                        <a:pt x="0" y="900101"/>
                      </a:cubicBezTo>
                      <a:lnTo>
                        <a:pt x="0" y="900100"/>
                      </a:lnTo>
                      <a:close/>
                    </a:path>
                  </a:pathLst>
                </a:custGeom>
                <a:gradFill flip="none" rotWithShape="1">
                  <a:gsLst>
                    <a:gs pos="17000">
                      <a:srgbClr val="FFFFFF"/>
                    </a:gs>
                    <a:gs pos="88000">
                      <a:srgbClr val="FFFFFF">
                        <a:lumMod val="72000"/>
                      </a:srgbClr>
                    </a:gs>
                  </a:gsLst>
                  <a:lin ang="2700000" scaled="1"/>
                </a:gradFill>
                <a:ln w="25400" cap="flat" cmpd="sng" algn="ctr">
                  <a:noFill/>
                  <a:prstDash val="solid"/>
                </a:ln>
                <a:effectLst>
                  <a:outerShdw blurRad="127000" dist="63500" dir="7380000" sx="102000" sy="102000" algn="tr" rotWithShape="0">
                    <a:prstClr val="black">
                      <a:alpha val="39000"/>
                    </a:prst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76" name="任意多边形 83"/>
                <p:cNvSpPr/>
                <p:nvPr/>
              </p:nvSpPr>
              <p:spPr>
                <a:xfrm rot="16377237">
                  <a:off x="6409518" y="2506880"/>
                  <a:ext cx="2476803" cy="2476800"/>
                </a:xfrm>
                <a:custGeom>
                  <a:avLst/>
                  <a:gdLst>
                    <a:gd name="connsiteX0" fmla="*/ 0 w 1800200"/>
                    <a:gd name="connsiteY0" fmla="*/ 900100 h 1800200"/>
                    <a:gd name="connsiteX1" fmla="*/ 263634 w 1800200"/>
                    <a:gd name="connsiteY1" fmla="*/ 263633 h 1800200"/>
                    <a:gd name="connsiteX2" fmla="*/ 900101 w 1800200"/>
                    <a:gd name="connsiteY2" fmla="*/ 1 h 1800200"/>
                    <a:gd name="connsiteX3" fmla="*/ 1536568 w 1800200"/>
                    <a:gd name="connsiteY3" fmla="*/ 263635 h 1800200"/>
                    <a:gd name="connsiteX4" fmla="*/ 1800200 w 1800200"/>
                    <a:gd name="connsiteY4" fmla="*/ 900102 h 1800200"/>
                    <a:gd name="connsiteX5" fmla="*/ 1536567 w 1800200"/>
                    <a:gd name="connsiteY5" fmla="*/ 1536569 h 1800200"/>
                    <a:gd name="connsiteX6" fmla="*/ 900100 w 1800200"/>
                    <a:gd name="connsiteY6" fmla="*/ 1800202 h 1800200"/>
                    <a:gd name="connsiteX7" fmla="*/ 263633 w 1800200"/>
                    <a:gd name="connsiteY7" fmla="*/ 1536568 h 1800200"/>
                    <a:gd name="connsiteX8" fmla="*/ 0 w 1800200"/>
                    <a:gd name="connsiteY8" fmla="*/ 900101 h 1800200"/>
                    <a:gd name="connsiteX9" fmla="*/ 0 w 1800200"/>
                    <a:gd name="connsiteY9" fmla="*/ 900100 h 18002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800200" h="1800200">
                      <a:moveTo>
                        <a:pt x="0" y="900100"/>
                      </a:moveTo>
                      <a:cubicBezTo>
                        <a:pt x="0" y="661379"/>
                        <a:pt x="94832" y="432435"/>
                        <a:pt x="263634" y="263633"/>
                      </a:cubicBezTo>
                      <a:cubicBezTo>
                        <a:pt x="432436" y="94832"/>
                        <a:pt x="661380" y="0"/>
                        <a:pt x="900101" y="1"/>
                      </a:cubicBezTo>
                      <a:cubicBezTo>
                        <a:pt x="1138822" y="1"/>
                        <a:pt x="1367766" y="94833"/>
                        <a:pt x="1536568" y="263635"/>
                      </a:cubicBezTo>
                      <a:cubicBezTo>
                        <a:pt x="1705369" y="432437"/>
                        <a:pt x="1800201" y="661381"/>
                        <a:pt x="1800200" y="900102"/>
                      </a:cubicBezTo>
                      <a:cubicBezTo>
                        <a:pt x="1800200" y="1138823"/>
                        <a:pt x="1705368" y="1367767"/>
                        <a:pt x="1536567" y="1536569"/>
                      </a:cubicBezTo>
                      <a:cubicBezTo>
                        <a:pt x="1367765" y="1705371"/>
                        <a:pt x="1138821" y="1800202"/>
                        <a:pt x="900100" y="1800202"/>
                      </a:cubicBezTo>
                      <a:cubicBezTo>
                        <a:pt x="661379" y="1800202"/>
                        <a:pt x="432435" y="1705370"/>
                        <a:pt x="263633" y="1536568"/>
                      </a:cubicBezTo>
                      <a:cubicBezTo>
                        <a:pt x="94832" y="1367766"/>
                        <a:pt x="0" y="1138822"/>
                        <a:pt x="0" y="900101"/>
                      </a:cubicBezTo>
                      <a:lnTo>
                        <a:pt x="0" y="900100"/>
                      </a:lnTo>
                      <a:close/>
                    </a:path>
                  </a:pathLst>
                </a:custGeom>
                <a:gradFill flip="none" rotWithShape="1">
                  <a:gsLst>
                    <a:gs pos="29000">
                      <a:srgbClr val="FFFFFF"/>
                    </a:gs>
                    <a:gs pos="98000">
                      <a:srgbClr val="FFFFFF">
                        <a:lumMod val="75000"/>
                      </a:srgbClr>
                    </a:gs>
                  </a:gsLst>
                  <a:lin ang="2700000" scaled="1"/>
                </a:gradFill>
                <a:ln w="25400" cap="flat" cmpd="sng" algn="ctr">
                  <a:noFill/>
                  <a:prstDash val="solid"/>
                </a:ln>
                <a:effectLst>
                  <a:softEdge rad="0"/>
                </a:effectLst>
              </p:spPr>
              <p:txBody>
                <a:bodyPr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ctr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Arial" panose="020B0604020202020204"/>
                  </a:endParaRPr>
                </a:p>
              </p:txBody>
            </p:sp>
          </p:grpSp>
          <p:sp>
            <p:nvSpPr>
              <p:cNvPr id="74" name="椭圆 80"/>
              <p:cNvSpPr/>
              <p:nvPr/>
            </p:nvSpPr>
            <p:spPr bwMode="auto">
              <a:xfrm>
                <a:off x="1932719" y="1141999"/>
                <a:ext cx="1691507" cy="1694935"/>
              </a:xfrm>
              <a:prstGeom prst="ellipse">
                <a:avLst/>
              </a:prstGeom>
              <a:solidFill>
                <a:srgbClr val="31BDCA"/>
              </a:solidFill>
              <a:ln w="25400" cap="flat" cmpd="sng" algn="ctr">
                <a:noFill/>
                <a:prstDash val="solid"/>
              </a:ln>
              <a:effectLst>
                <a:innerShdw blurRad="63500" dist="25400" dir="18660000">
                  <a:prstClr val="black">
                    <a:alpha val="35000"/>
                  </a:prstClr>
                </a:innerShdw>
              </a:effectLst>
            </p:spPr>
            <p:txBody>
              <a:bodyPr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300" b="1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endParaRPr>
              </a:p>
            </p:txBody>
          </p:sp>
        </p:grpSp>
        <p:sp>
          <p:nvSpPr>
            <p:cNvPr id="72" name="TextBox 71"/>
            <p:cNvSpPr txBox="1"/>
            <p:nvPr/>
          </p:nvSpPr>
          <p:spPr>
            <a:xfrm>
              <a:off x="7243521" y="519738"/>
              <a:ext cx="234870" cy="2301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2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05</a:t>
              </a:r>
              <a:endPara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</p:grpSp>
      <p:grpSp>
        <p:nvGrpSpPr>
          <p:cNvPr id="77" name="组合 76"/>
          <p:cNvGrpSpPr/>
          <p:nvPr/>
        </p:nvGrpSpPr>
        <p:grpSpPr>
          <a:xfrm>
            <a:off x="3576073" y="2211710"/>
            <a:ext cx="972000" cy="972000"/>
            <a:chOff x="7146423" y="413387"/>
            <a:chExt cx="495231" cy="496232"/>
          </a:xfrm>
        </p:grpSpPr>
        <p:grpSp>
          <p:nvGrpSpPr>
            <p:cNvPr id="78" name="组合 77"/>
            <p:cNvGrpSpPr/>
            <p:nvPr/>
          </p:nvGrpSpPr>
          <p:grpSpPr>
            <a:xfrm>
              <a:off x="7146423" y="413387"/>
              <a:ext cx="495231" cy="496232"/>
              <a:chOff x="1589596" y="810715"/>
              <a:chExt cx="2340698" cy="2345431"/>
            </a:xfrm>
          </p:grpSpPr>
          <p:grpSp>
            <p:nvGrpSpPr>
              <p:cNvPr id="80" name="组合 79"/>
              <p:cNvGrpSpPr/>
              <p:nvPr/>
            </p:nvGrpSpPr>
            <p:grpSpPr>
              <a:xfrm>
                <a:off x="1589596" y="810715"/>
                <a:ext cx="2340698" cy="2345431"/>
                <a:chOff x="6379729" y="2488774"/>
                <a:chExt cx="2513016" cy="2513016"/>
              </a:xfrm>
            </p:grpSpPr>
            <p:sp>
              <p:nvSpPr>
                <p:cNvPr id="82" name="任意多边形 82"/>
                <p:cNvSpPr/>
                <p:nvPr/>
              </p:nvSpPr>
              <p:spPr>
                <a:xfrm rot="3738964">
                  <a:off x="6379729" y="2488774"/>
                  <a:ext cx="2513016" cy="2513016"/>
                </a:xfrm>
                <a:custGeom>
                  <a:avLst/>
                  <a:gdLst>
                    <a:gd name="connsiteX0" fmla="*/ 0 w 1800200"/>
                    <a:gd name="connsiteY0" fmla="*/ 900100 h 1800200"/>
                    <a:gd name="connsiteX1" fmla="*/ 263634 w 1800200"/>
                    <a:gd name="connsiteY1" fmla="*/ 263633 h 1800200"/>
                    <a:gd name="connsiteX2" fmla="*/ 900101 w 1800200"/>
                    <a:gd name="connsiteY2" fmla="*/ 1 h 1800200"/>
                    <a:gd name="connsiteX3" fmla="*/ 1536568 w 1800200"/>
                    <a:gd name="connsiteY3" fmla="*/ 263635 h 1800200"/>
                    <a:gd name="connsiteX4" fmla="*/ 1800200 w 1800200"/>
                    <a:gd name="connsiteY4" fmla="*/ 900102 h 1800200"/>
                    <a:gd name="connsiteX5" fmla="*/ 1536567 w 1800200"/>
                    <a:gd name="connsiteY5" fmla="*/ 1536569 h 1800200"/>
                    <a:gd name="connsiteX6" fmla="*/ 900100 w 1800200"/>
                    <a:gd name="connsiteY6" fmla="*/ 1800202 h 1800200"/>
                    <a:gd name="connsiteX7" fmla="*/ 263633 w 1800200"/>
                    <a:gd name="connsiteY7" fmla="*/ 1536568 h 1800200"/>
                    <a:gd name="connsiteX8" fmla="*/ 0 w 1800200"/>
                    <a:gd name="connsiteY8" fmla="*/ 900101 h 1800200"/>
                    <a:gd name="connsiteX9" fmla="*/ 0 w 1800200"/>
                    <a:gd name="connsiteY9" fmla="*/ 900100 h 18002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800200" h="1800200">
                      <a:moveTo>
                        <a:pt x="0" y="900100"/>
                      </a:moveTo>
                      <a:cubicBezTo>
                        <a:pt x="0" y="661379"/>
                        <a:pt x="94832" y="432435"/>
                        <a:pt x="263634" y="263633"/>
                      </a:cubicBezTo>
                      <a:cubicBezTo>
                        <a:pt x="432436" y="94832"/>
                        <a:pt x="661380" y="0"/>
                        <a:pt x="900101" y="1"/>
                      </a:cubicBezTo>
                      <a:cubicBezTo>
                        <a:pt x="1138822" y="1"/>
                        <a:pt x="1367766" y="94833"/>
                        <a:pt x="1536568" y="263635"/>
                      </a:cubicBezTo>
                      <a:cubicBezTo>
                        <a:pt x="1705369" y="432437"/>
                        <a:pt x="1800201" y="661381"/>
                        <a:pt x="1800200" y="900102"/>
                      </a:cubicBezTo>
                      <a:cubicBezTo>
                        <a:pt x="1800200" y="1138823"/>
                        <a:pt x="1705368" y="1367767"/>
                        <a:pt x="1536567" y="1536569"/>
                      </a:cubicBezTo>
                      <a:cubicBezTo>
                        <a:pt x="1367765" y="1705371"/>
                        <a:pt x="1138821" y="1800202"/>
                        <a:pt x="900100" y="1800202"/>
                      </a:cubicBezTo>
                      <a:cubicBezTo>
                        <a:pt x="661379" y="1800202"/>
                        <a:pt x="432435" y="1705370"/>
                        <a:pt x="263633" y="1536568"/>
                      </a:cubicBezTo>
                      <a:cubicBezTo>
                        <a:pt x="94832" y="1367766"/>
                        <a:pt x="0" y="1138822"/>
                        <a:pt x="0" y="900101"/>
                      </a:cubicBezTo>
                      <a:lnTo>
                        <a:pt x="0" y="900100"/>
                      </a:lnTo>
                      <a:close/>
                    </a:path>
                  </a:pathLst>
                </a:custGeom>
                <a:gradFill flip="none" rotWithShape="1">
                  <a:gsLst>
                    <a:gs pos="17000">
                      <a:srgbClr val="FFFFFF"/>
                    </a:gs>
                    <a:gs pos="88000">
                      <a:srgbClr val="FFFFFF">
                        <a:lumMod val="72000"/>
                      </a:srgbClr>
                    </a:gs>
                  </a:gsLst>
                  <a:lin ang="2700000" scaled="1"/>
                </a:gradFill>
                <a:ln w="25400" cap="flat" cmpd="sng" algn="ctr">
                  <a:noFill/>
                  <a:prstDash val="solid"/>
                </a:ln>
                <a:effectLst>
                  <a:outerShdw blurRad="127000" dist="63500" dir="7380000" sx="102000" sy="102000" algn="tr" rotWithShape="0">
                    <a:prstClr val="black">
                      <a:alpha val="39000"/>
                    </a:prst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83" name="任意多边形 83"/>
                <p:cNvSpPr/>
                <p:nvPr/>
              </p:nvSpPr>
              <p:spPr>
                <a:xfrm rot="16377237">
                  <a:off x="6409518" y="2506880"/>
                  <a:ext cx="2476803" cy="2476800"/>
                </a:xfrm>
                <a:custGeom>
                  <a:avLst/>
                  <a:gdLst>
                    <a:gd name="connsiteX0" fmla="*/ 0 w 1800200"/>
                    <a:gd name="connsiteY0" fmla="*/ 900100 h 1800200"/>
                    <a:gd name="connsiteX1" fmla="*/ 263634 w 1800200"/>
                    <a:gd name="connsiteY1" fmla="*/ 263633 h 1800200"/>
                    <a:gd name="connsiteX2" fmla="*/ 900101 w 1800200"/>
                    <a:gd name="connsiteY2" fmla="*/ 1 h 1800200"/>
                    <a:gd name="connsiteX3" fmla="*/ 1536568 w 1800200"/>
                    <a:gd name="connsiteY3" fmla="*/ 263635 h 1800200"/>
                    <a:gd name="connsiteX4" fmla="*/ 1800200 w 1800200"/>
                    <a:gd name="connsiteY4" fmla="*/ 900102 h 1800200"/>
                    <a:gd name="connsiteX5" fmla="*/ 1536567 w 1800200"/>
                    <a:gd name="connsiteY5" fmla="*/ 1536569 h 1800200"/>
                    <a:gd name="connsiteX6" fmla="*/ 900100 w 1800200"/>
                    <a:gd name="connsiteY6" fmla="*/ 1800202 h 1800200"/>
                    <a:gd name="connsiteX7" fmla="*/ 263633 w 1800200"/>
                    <a:gd name="connsiteY7" fmla="*/ 1536568 h 1800200"/>
                    <a:gd name="connsiteX8" fmla="*/ 0 w 1800200"/>
                    <a:gd name="connsiteY8" fmla="*/ 900101 h 1800200"/>
                    <a:gd name="connsiteX9" fmla="*/ 0 w 1800200"/>
                    <a:gd name="connsiteY9" fmla="*/ 900100 h 18002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800200" h="1800200">
                      <a:moveTo>
                        <a:pt x="0" y="900100"/>
                      </a:moveTo>
                      <a:cubicBezTo>
                        <a:pt x="0" y="661379"/>
                        <a:pt x="94832" y="432435"/>
                        <a:pt x="263634" y="263633"/>
                      </a:cubicBezTo>
                      <a:cubicBezTo>
                        <a:pt x="432436" y="94832"/>
                        <a:pt x="661380" y="0"/>
                        <a:pt x="900101" y="1"/>
                      </a:cubicBezTo>
                      <a:cubicBezTo>
                        <a:pt x="1138822" y="1"/>
                        <a:pt x="1367766" y="94833"/>
                        <a:pt x="1536568" y="263635"/>
                      </a:cubicBezTo>
                      <a:cubicBezTo>
                        <a:pt x="1705369" y="432437"/>
                        <a:pt x="1800201" y="661381"/>
                        <a:pt x="1800200" y="900102"/>
                      </a:cubicBezTo>
                      <a:cubicBezTo>
                        <a:pt x="1800200" y="1138823"/>
                        <a:pt x="1705368" y="1367767"/>
                        <a:pt x="1536567" y="1536569"/>
                      </a:cubicBezTo>
                      <a:cubicBezTo>
                        <a:pt x="1367765" y="1705371"/>
                        <a:pt x="1138821" y="1800202"/>
                        <a:pt x="900100" y="1800202"/>
                      </a:cubicBezTo>
                      <a:cubicBezTo>
                        <a:pt x="661379" y="1800202"/>
                        <a:pt x="432435" y="1705370"/>
                        <a:pt x="263633" y="1536568"/>
                      </a:cubicBezTo>
                      <a:cubicBezTo>
                        <a:pt x="94832" y="1367766"/>
                        <a:pt x="0" y="1138822"/>
                        <a:pt x="0" y="900101"/>
                      </a:cubicBezTo>
                      <a:lnTo>
                        <a:pt x="0" y="900100"/>
                      </a:lnTo>
                      <a:close/>
                    </a:path>
                  </a:pathLst>
                </a:custGeom>
                <a:gradFill flip="none" rotWithShape="1">
                  <a:gsLst>
                    <a:gs pos="29000">
                      <a:srgbClr val="FFFFFF"/>
                    </a:gs>
                    <a:gs pos="98000">
                      <a:srgbClr val="FFFFFF">
                        <a:lumMod val="75000"/>
                      </a:srgbClr>
                    </a:gs>
                  </a:gsLst>
                  <a:lin ang="2700000" scaled="1"/>
                </a:gradFill>
                <a:ln w="25400" cap="flat" cmpd="sng" algn="ctr">
                  <a:noFill/>
                  <a:prstDash val="solid"/>
                </a:ln>
                <a:effectLst>
                  <a:softEdge rad="0"/>
                </a:effectLst>
              </p:spPr>
              <p:txBody>
                <a:bodyPr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ctr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Arial" panose="020B0604020202020204"/>
                  </a:endParaRPr>
                </a:p>
              </p:txBody>
            </p:sp>
          </p:grpSp>
          <p:sp>
            <p:nvSpPr>
              <p:cNvPr id="81" name="椭圆 80"/>
              <p:cNvSpPr/>
              <p:nvPr/>
            </p:nvSpPr>
            <p:spPr bwMode="auto">
              <a:xfrm>
                <a:off x="1932719" y="1141999"/>
                <a:ext cx="1691507" cy="1694935"/>
              </a:xfrm>
              <a:prstGeom prst="ellipse">
                <a:avLst/>
              </a:prstGeom>
              <a:solidFill>
                <a:srgbClr val="2D7FAE"/>
              </a:solidFill>
              <a:ln w="25400" cap="flat" cmpd="sng" algn="ctr">
                <a:noFill/>
                <a:prstDash val="solid"/>
              </a:ln>
              <a:effectLst>
                <a:innerShdw blurRad="63500" dist="25400" dir="18660000">
                  <a:prstClr val="black">
                    <a:alpha val="35000"/>
                  </a:prstClr>
                </a:innerShdw>
              </a:effectLst>
            </p:spPr>
            <p:txBody>
              <a:bodyPr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300" b="1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endParaRPr>
              </a:p>
            </p:txBody>
          </p:sp>
        </p:grpSp>
        <p:sp>
          <p:nvSpPr>
            <p:cNvPr id="79" name="TextBox 78"/>
            <p:cNvSpPr txBox="1"/>
            <p:nvPr/>
          </p:nvSpPr>
          <p:spPr>
            <a:xfrm>
              <a:off x="7215367" y="514144"/>
              <a:ext cx="304108" cy="26774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3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04</a:t>
              </a:r>
              <a:endParaRPr kumimoji="0" lang="en-US" altLang="zh-CN" sz="33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</p:grpSp>
      <p:grpSp>
        <p:nvGrpSpPr>
          <p:cNvPr id="84" name="组合 83"/>
          <p:cNvGrpSpPr/>
          <p:nvPr/>
        </p:nvGrpSpPr>
        <p:grpSpPr>
          <a:xfrm>
            <a:off x="1763428" y="2245577"/>
            <a:ext cx="1033965" cy="955016"/>
            <a:chOff x="7146423" y="413387"/>
            <a:chExt cx="495231" cy="496232"/>
          </a:xfrm>
        </p:grpSpPr>
        <p:grpSp>
          <p:nvGrpSpPr>
            <p:cNvPr id="85" name="组合 84"/>
            <p:cNvGrpSpPr/>
            <p:nvPr/>
          </p:nvGrpSpPr>
          <p:grpSpPr>
            <a:xfrm>
              <a:off x="7146423" y="413387"/>
              <a:ext cx="495231" cy="496232"/>
              <a:chOff x="1589596" y="810715"/>
              <a:chExt cx="2340698" cy="2345431"/>
            </a:xfrm>
          </p:grpSpPr>
          <p:grpSp>
            <p:nvGrpSpPr>
              <p:cNvPr id="87" name="组合 79"/>
              <p:cNvGrpSpPr/>
              <p:nvPr/>
            </p:nvGrpSpPr>
            <p:grpSpPr>
              <a:xfrm>
                <a:off x="1589596" y="810715"/>
                <a:ext cx="2340698" cy="2345431"/>
                <a:chOff x="6379729" y="2488774"/>
                <a:chExt cx="2513016" cy="2513016"/>
              </a:xfrm>
            </p:grpSpPr>
            <p:sp>
              <p:nvSpPr>
                <p:cNvPr id="89" name="任意多边形 82"/>
                <p:cNvSpPr/>
                <p:nvPr/>
              </p:nvSpPr>
              <p:spPr>
                <a:xfrm rot="3738964">
                  <a:off x="6379729" y="2488774"/>
                  <a:ext cx="2513016" cy="2513016"/>
                </a:xfrm>
                <a:custGeom>
                  <a:avLst/>
                  <a:gdLst>
                    <a:gd name="connsiteX0" fmla="*/ 0 w 1800200"/>
                    <a:gd name="connsiteY0" fmla="*/ 900100 h 1800200"/>
                    <a:gd name="connsiteX1" fmla="*/ 263634 w 1800200"/>
                    <a:gd name="connsiteY1" fmla="*/ 263633 h 1800200"/>
                    <a:gd name="connsiteX2" fmla="*/ 900101 w 1800200"/>
                    <a:gd name="connsiteY2" fmla="*/ 1 h 1800200"/>
                    <a:gd name="connsiteX3" fmla="*/ 1536568 w 1800200"/>
                    <a:gd name="connsiteY3" fmla="*/ 263635 h 1800200"/>
                    <a:gd name="connsiteX4" fmla="*/ 1800200 w 1800200"/>
                    <a:gd name="connsiteY4" fmla="*/ 900102 h 1800200"/>
                    <a:gd name="connsiteX5" fmla="*/ 1536567 w 1800200"/>
                    <a:gd name="connsiteY5" fmla="*/ 1536569 h 1800200"/>
                    <a:gd name="connsiteX6" fmla="*/ 900100 w 1800200"/>
                    <a:gd name="connsiteY6" fmla="*/ 1800202 h 1800200"/>
                    <a:gd name="connsiteX7" fmla="*/ 263633 w 1800200"/>
                    <a:gd name="connsiteY7" fmla="*/ 1536568 h 1800200"/>
                    <a:gd name="connsiteX8" fmla="*/ 0 w 1800200"/>
                    <a:gd name="connsiteY8" fmla="*/ 900101 h 1800200"/>
                    <a:gd name="connsiteX9" fmla="*/ 0 w 1800200"/>
                    <a:gd name="connsiteY9" fmla="*/ 900100 h 18002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800200" h="1800200">
                      <a:moveTo>
                        <a:pt x="0" y="900100"/>
                      </a:moveTo>
                      <a:cubicBezTo>
                        <a:pt x="0" y="661379"/>
                        <a:pt x="94832" y="432435"/>
                        <a:pt x="263634" y="263633"/>
                      </a:cubicBezTo>
                      <a:cubicBezTo>
                        <a:pt x="432436" y="94832"/>
                        <a:pt x="661380" y="0"/>
                        <a:pt x="900101" y="1"/>
                      </a:cubicBezTo>
                      <a:cubicBezTo>
                        <a:pt x="1138822" y="1"/>
                        <a:pt x="1367766" y="94833"/>
                        <a:pt x="1536568" y="263635"/>
                      </a:cubicBezTo>
                      <a:cubicBezTo>
                        <a:pt x="1705369" y="432437"/>
                        <a:pt x="1800201" y="661381"/>
                        <a:pt x="1800200" y="900102"/>
                      </a:cubicBezTo>
                      <a:cubicBezTo>
                        <a:pt x="1800200" y="1138823"/>
                        <a:pt x="1705368" y="1367767"/>
                        <a:pt x="1536567" y="1536569"/>
                      </a:cubicBezTo>
                      <a:cubicBezTo>
                        <a:pt x="1367765" y="1705371"/>
                        <a:pt x="1138821" y="1800202"/>
                        <a:pt x="900100" y="1800202"/>
                      </a:cubicBezTo>
                      <a:cubicBezTo>
                        <a:pt x="661379" y="1800202"/>
                        <a:pt x="432435" y="1705370"/>
                        <a:pt x="263633" y="1536568"/>
                      </a:cubicBezTo>
                      <a:cubicBezTo>
                        <a:pt x="94832" y="1367766"/>
                        <a:pt x="0" y="1138822"/>
                        <a:pt x="0" y="900101"/>
                      </a:cubicBezTo>
                      <a:lnTo>
                        <a:pt x="0" y="900100"/>
                      </a:lnTo>
                      <a:close/>
                    </a:path>
                  </a:pathLst>
                </a:custGeom>
                <a:gradFill flip="none" rotWithShape="1">
                  <a:gsLst>
                    <a:gs pos="17000">
                      <a:srgbClr val="FFFFFF"/>
                    </a:gs>
                    <a:gs pos="88000">
                      <a:srgbClr val="FFFFFF">
                        <a:lumMod val="72000"/>
                      </a:srgbClr>
                    </a:gs>
                  </a:gsLst>
                  <a:lin ang="2700000" scaled="1"/>
                </a:gradFill>
                <a:ln w="25400" cap="flat" cmpd="sng" algn="ctr">
                  <a:noFill/>
                  <a:prstDash val="solid"/>
                </a:ln>
                <a:effectLst>
                  <a:outerShdw blurRad="127000" dist="63500" dir="7380000" sx="102000" sy="102000" algn="tr" rotWithShape="0">
                    <a:prstClr val="black">
                      <a:alpha val="39000"/>
                    </a:prst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90" name="任意多边形 83"/>
                <p:cNvSpPr/>
                <p:nvPr/>
              </p:nvSpPr>
              <p:spPr>
                <a:xfrm rot="16377237">
                  <a:off x="6409518" y="2506880"/>
                  <a:ext cx="2476803" cy="2476800"/>
                </a:xfrm>
                <a:custGeom>
                  <a:avLst/>
                  <a:gdLst>
                    <a:gd name="connsiteX0" fmla="*/ 0 w 1800200"/>
                    <a:gd name="connsiteY0" fmla="*/ 900100 h 1800200"/>
                    <a:gd name="connsiteX1" fmla="*/ 263634 w 1800200"/>
                    <a:gd name="connsiteY1" fmla="*/ 263633 h 1800200"/>
                    <a:gd name="connsiteX2" fmla="*/ 900101 w 1800200"/>
                    <a:gd name="connsiteY2" fmla="*/ 1 h 1800200"/>
                    <a:gd name="connsiteX3" fmla="*/ 1536568 w 1800200"/>
                    <a:gd name="connsiteY3" fmla="*/ 263635 h 1800200"/>
                    <a:gd name="connsiteX4" fmla="*/ 1800200 w 1800200"/>
                    <a:gd name="connsiteY4" fmla="*/ 900102 h 1800200"/>
                    <a:gd name="connsiteX5" fmla="*/ 1536567 w 1800200"/>
                    <a:gd name="connsiteY5" fmla="*/ 1536569 h 1800200"/>
                    <a:gd name="connsiteX6" fmla="*/ 900100 w 1800200"/>
                    <a:gd name="connsiteY6" fmla="*/ 1800202 h 1800200"/>
                    <a:gd name="connsiteX7" fmla="*/ 263633 w 1800200"/>
                    <a:gd name="connsiteY7" fmla="*/ 1536568 h 1800200"/>
                    <a:gd name="connsiteX8" fmla="*/ 0 w 1800200"/>
                    <a:gd name="connsiteY8" fmla="*/ 900101 h 1800200"/>
                    <a:gd name="connsiteX9" fmla="*/ 0 w 1800200"/>
                    <a:gd name="connsiteY9" fmla="*/ 900100 h 18002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800200" h="1800200">
                      <a:moveTo>
                        <a:pt x="0" y="900100"/>
                      </a:moveTo>
                      <a:cubicBezTo>
                        <a:pt x="0" y="661379"/>
                        <a:pt x="94832" y="432435"/>
                        <a:pt x="263634" y="263633"/>
                      </a:cubicBezTo>
                      <a:cubicBezTo>
                        <a:pt x="432436" y="94832"/>
                        <a:pt x="661380" y="0"/>
                        <a:pt x="900101" y="1"/>
                      </a:cubicBezTo>
                      <a:cubicBezTo>
                        <a:pt x="1138822" y="1"/>
                        <a:pt x="1367766" y="94833"/>
                        <a:pt x="1536568" y="263635"/>
                      </a:cubicBezTo>
                      <a:cubicBezTo>
                        <a:pt x="1705369" y="432437"/>
                        <a:pt x="1800201" y="661381"/>
                        <a:pt x="1800200" y="900102"/>
                      </a:cubicBezTo>
                      <a:cubicBezTo>
                        <a:pt x="1800200" y="1138823"/>
                        <a:pt x="1705368" y="1367767"/>
                        <a:pt x="1536567" y="1536569"/>
                      </a:cubicBezTo>
                      <a:cubicBezTo>
                        <a:pt x="1367765" y="1705371"/>
                        <a:pt x="1138821" y="1800202"/>
                        <a:pt x="900100" y="1800202"/>
                      </a:cubicBezTo>
                      <a:cubicBezTo>
                        <a:pt x="661379" y="1800202"/>
                        <a:pt x="432435" y="1705370"/>
                        <a:pt x="263633" y="1536568"/>
                      </a:cubicBezTo>
                      <a:cubicBezTo>
                        <a:pt x="94832" y="1367766"/>
                        <a:pt x="0" y="1138822"/>
                        <a:pt x="0" y="900101"/>
                      </a:cubicBezTo>
                      <a:lnTo>
                        <a:pt x="0" y="900100"/>
                      </a:lnTo>
                      <a:close/>
                    </a:path>
                  </a:pathLst>
                </a:custGeom>
                <a:gradFill flip="none" rotWithShape="1">
                  <a:gsLst>
                    <a:gs pos="29000">
                      <a:srgbClr val="FFFFFF"/>
                    </a:gs>
                    <a:gs pos="98000">
                      <a:srgbClr val="FFFFFF">
                        <a:lumMod val="75000"/>
                      </a:srgbClr>
                    </a:gs>
                  </a:gsLst>
                  <a:lin ang="2700000" scaled="1"/>
                </a:gradFill>
                <a:ln w="25400" cap="flat" cmpd="sng" algn="ctr">
                  <a:noFill/>
                  <a:prstDash val="solid"/>
                </a:ln>
                <a:effectLst>
                  <a:softEdge rad="0"/>
                </a:effectLst>
              </p:spPr>
              <p:txBody>
                <a:bodyPr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ctr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Arial" panose="020B0604020202020204"/>
                  </a:endParaRPr>
                </a:p>
              </p:txBody>
            </p:sp>
          </p:grpSp>
          <p:sp>
            <p:nvSpPr>
              <p:cNvPr id="88" name="椭圆 80"/>
              <p:cNvSpPr/>
              <p:nvPr/>
            </p:nvSpPr>
            <p:spPr bwMode="auto">
              <a:xfrm>
                <a:off x="1932719" y="1141999"/>
                <a:ext cx="1691507" cy="1694935"/>
              </a:xfrm>
              <a:prstGeom prst="ellipse">
                <a:avLst/>
              </a:prstGeom>
              <a:solidFill>
                <a:srgbClr val="2D7FAE"/>
              </a:solidFill>
              <a:ln w="25400" cap="flat" cmpd="sng" algn="ctr">
                <a:noFill/>
                <a:prstDash val="solid"/>
              </a:ln>
              <a:effectLst>
                <a:innerShdw blurRad="63500" dist="25400" dir="18660000">
                  <a:prstClr val="black">
                    <a:alpha val="35000"/>
                  </a:prstClr>
                </a:innerShdw>
              </a:effectLst>
            </p:spPr>
            <p:txBody>
              <a:bodyPr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300" b="1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endParaRPr>
              </a:p>
            </p:txBody>
          </p:sp>
        </p:grpSp>
        <p:sp>
          <p:nvSpPr>
            <p:cNvPr id="86" name="TextBox 85"/>
            <p:cNvSpPr txBox="1"/>
            <p:nvPr/>
          </p:nvSpPr>
          <p:spPr>
            <a:xfrm>
              <a:off x="7217141" y="492117"/>
              <a:ext cx="361778" cy="3518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8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02</a:t>
              </a:r>
              <a:endParaRPr kumimoji="0" lang="en-US" altLang="zh-CN" sz="38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</p:grpSp>
      <p:grpSp>
        <p:nvGrpSpPr>
          <p:cNvPr id="91" name="组合 90"/>
          <p:cNvGrpSpPr/>
          <p:nvPr/>
        </p:nvGrpSpPr>
        <p:grpSpPr>
          <a:xfrm>
            <a:off x="1680131" y="1059582"/>
            <a:ext cx="1155641" cy="1115984"/>
            <a:chOff x="7146423" y="413387"/>
            <a:chExt cx="495231" cy="496232"/>
          </a:xfrm>
        </p:grpSpPr>
        <p:grpSp>
          <p:nvGrpSpPr>
            <p:cNvPr id="92" name="组合 91"/>
            <p:cNvGrpSpPr/>
            <p:nvPr/>
          </p:nvGrpSpPr>
          <p:grpSpPr>
            <a:xfrm>
              <a:off x="7146423" y="413387"/>
              <a:ext cx="495231" cy="496232"/>
              <a:chOff x="1589596" y="810715"/>
              <a:chExt cx="2340698" cy="2345431"/>
            </a:xfrm>
          </p:grpSpPr>
          <p:grpSp>
            <p:nvGrpSpPr>
              <p:cNvPr id="94" name="组合 79"/>
              <p:cNvGrpSpPr/>
              <p:nvPr/>
            </p:nvGrpSpPr>
            <p:grpSpPr>
              <a:xfrm>
                <a:off x="1589596" y="810715"/>
                <a:ext cx="2340698" cy="2345431"/>
                <a:chOff x="6379729" y="2488774"/>
                <a:chExt cx="2513016" cy="2513016"/>
              </a:xfrm>
            </p:grpSpPr>
            <p:sp>
              <p:nvSpPr>
                <p:cNvPr id="96" name="任意多边形 82"/>
                <p:cNvSpPr/>
                <p:nvPr/>
              </p:nvSpPr>
              <p:spPr>
                <a:xfrm rot="3738964">
                  <a:off x="6379729" y="2488774"/>
                  <a:ext cx="2513016" cy="2513016"/>
                </a:xfrm>
                <a:custGeom>
                  <a:avLst/>
                  <a:gdLst>
                    <a:gd name="connsiteX0" fmla="*/ 0 w 1800200"/>
                    <a:gd name="connsiteY0" fmla="*/ 900100 h 1800200"/>
                    <a:gd name="connsiteX1" fmla="*/ 263634 w 1800200"/>
                    <a:gd name="connsiteY1" fmla="*/ 263633 h 1800200"/>
                    <a:gd name="connsiteX2" fmla="*/ 900101 w 1800200"/>
                    <a:gd name="connsiteY2" fmla="*/ 1 h 1800200"/>
                    <a:gd name="connsiteX3" fmla="*/ 1536568 w 1800200"/>
                    <a:gd name="connsiteY3" fmla="*/ 263635 h 1800200"/>
                    <a:gd name="connsiteX4" fmla="*/ 1800200 w 1800200"/>
                    <a:gd name="connsiteY4" fmla="*/ 900102 h 1800200"/>
                    <a:gd name="connsiteX5" fmla="*/ 1536567 w 1800200"/>
                    <a:gd name="connsiteY5" fmla="*/ 1536569 h 1800200"/>
                    <a:gd name="connsiteX6" fmla="*/ 900100 w 1800200"/>
                    <a:gd name="connsiteY6" fmla="*/ 1800202 h 1800200"/>
                    <a:gd name="connsiteX7" fmla="*/ 263633 w 1800200"/>
                    <a:gd name="connsiteY7" fmla="*/ 1536568 h 1800200"/>
                    <a:gd name="connsiteX8" fmla="*/ 0 w 1800200"/>
                    <a:gd name="connsiteY8" fmla="*/ 900101 h 1800200"/>
                    <a:gd name="connsiteX9" fmla="*/ 0 w 1800200"/>
                    <a:gd name="connsiteY9" fmla="*/ 900100 h 18002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800200" h="1800200">
                      <a:moveTo>
                        <a:pt x="0" y="900100"/>
                      </a:moveTo>
                      <a:cubicBezTo>
                        <a:pt x="0" y="661379"/>
                        <a:pt x="94832" y="432435"/>
                        <a:pt x="263634" y="263633"/>
                      </a:cubicBezTo>
                      <a:cubicBezTo>
                        <a:pt x="432436" y="94832"/>
                        <a:pt x="661380" y="0"/>
                        <a:pt x="900101" y="1"/>
                      </a:cubicBezTo>
                      <a:cubicBezTo>
                        <a:pt x="1138822" y="1"/>
                        <a:pt x="1367766" y="94833"/>
                        <a:pt x="1536568" y="263635"/>
                      </a:cubicBezTo>
                      <a:cubicBezTo>
                        <a:pt x="1705369" y="432437"/>
                        <a:pt x="1800201" y="661381"/>
                        <a:pt x="1800200" y="900102"/>
                      </a:cubicBezTo>
                      <a:cubicBezTo>
                        <a:pt x="1800200" y="1138823"/>
                        <a:pt x="1705368" y="1367767"/>
                        <a:pt x="1536567" y="1536569"/>
                      </a:cubicBezTo>
                      <a:cubicBezTo>
                        <a:pt x="1367765" y="1705371"/>
                        <a:pt x="1138821" y="1800202"/>
                        <a:pt x="900100" y="1800202"/>
                      </a:cubicBezTo>
                      <a:cubicBezTo>
                        <a:pt x="661379" y="1800202"/>
                        <a:pt x="432435" y="1705370"/>
                        <a:pt x="263633" y="1536568"/>
                      </a:cubicBezTo>
                      <a:cubicBezTo>
                        <a:pt x="94832" y="1367766"/>
                        <a:pt x="0" y="1138822"/>
                        <a:pt x="0" y="900101"/>
                      </a:cubicBezTo>
                      <a:lnTo>
                        <a:pt x="0" y="900100"/>
                      </a:lnTo>
                      <a:close/>
                    </a:path>
                  </a:pathLst>
                </a:custGeom>
                <a:gradFill flip="none" rotWithShape="1">
                  <a:gsLst>
                    <a:gs pos="17000">
                      <a:srgbClr val="FFFFFF"/>
                    </a:gs>
                    <a:gs pos="88000">
                      <a:srgbClr val="FFFFFF">
                        <a:lumMod val="72000"/>
                      </a:srgbClr>
                    </a:gs>
                  </a:gsLst>
                  <a:lin ang="2700000" scaled="1"/>
                </a:gradFill>
                <a:ln w="25400" cap="flat" cmpd="sng" algn="ctr">
                  <a:noFill/>
                  <a:prstDash val="solid"/>
                </a:ln>
                <a:effectLst>
                  <a:outerShdw blurRad="127000" dist="63500" dir="7380000" sx="102000" sy="102000" algn="tr" rotWithShape="0">
                    <a:prstClr val="black">
                      <a:alpha val="39000"/>
                    </a:prst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97" name="任意多边形 83"/>
                <p:cNvSpPr/>
                <p:nvPr/>
              </p:nvSpPr>
              <p:spPr>
                <a:xfrm rot="16377237">
                  <a:off x="6409518" y="2506880"/>
                  <a:ext cx="2476803" cy="2476800"/>
                </a:xfrm>
                <a:custGeom>
                  <a:avLst/>
                  <a:gdLst>
                    <a:gd name="connsiteX0" fmla="*/ 0 w 1800200"/>
                    <a:gd name="connsiteY0" fmla="*/ 900100 h 1800200"/>
                    <a:gd name="connsiteX1" fmla="*/ 263634 w 1800200"/>
                    <a:gd name="connsiteY1" fmla="*/ 263633 h 1800200"/>
                    <a:gd name="connsiteX2" fmla="*/ 900101 w 1800200"/>
                    <a:gd name="connsiteY2" fmla="*/ 1 h 1800200"/>
                    <a:gd name="connsiteX3" fmla="*/ 1536568 w 1800200"/>
                    <a:gd name="connsiteY3" fmla="*/ 263635 h 1800200"/>
                    <a:gd name="connsiteX4" fmla="*/ 1800200 w 1800200"/>
                    <a:gd name="connsiteY4" fmla="*/ 900102 h 1800200"/>
                    <a:gd name="connsiteX5" fmla="*/ 1536567 w 1800200"/>
                    <a:gd name="connsiteY5" fmla="*/ 1536569 h 1800200"/>
                    <a:gd name="connsiteX6" fmla="*/ 900100 w 1800200"/>
                    <a:gd name="connsiteY6" fmla="*/ 1800202 h 1800200"/>
                    <a:gd name="connsiteX7" fmla="*/ 263633 w 1800200"/>
                    <a:gd name="connsiteY7" fmla="*/ 1536568 h 1800200"/>
                    <a:gd name="connsiteX8" fmla="*/ 0 w 1800200"/>
                    <a:gd name="connsiteY8" fmla="*/ 900101 h 1800200"/>
                    <a:gd name="connsiteX9" fmla="*/ 0 w 1800200"/>
                    <a:gd name="connsiteY9" fmla="*/ 900100 h 18002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800200" h="1800200">
                      <a:moveTo>
                        <a:pt x="0" y="900100"/>
                      </a:moveTo>
                      <a:cubicBezTo>
                        <a:pt x="0" y="661379"/>
                        <a:pt x="94832" y="432435"/>
                        <a:pt x="263634" y="263633"/>
                      </a:cubicBezTo>
                      <a:cubicBezTo>
                        <a:pt x="432436" y="94832"/>
                        <a:pt x="661380" y="0"/>
                        <a:pt x="900101" y="1"/>
                      </a:cubicBezTo>
                      <a:cubicBezTo>
                        <a:pt x="1138822" y="1"/>
                        <a:pt x="1367766" y="94833"/>
                        <a:pt x="1536568" y="263635"/>
                      </a:cubicBezTo>
                      <a:cubicBezTo>
                        <a:pt x="1705369" y="432437"/>
                        <a:pt x="1800201" y="661381"/>
                        <a:pt x="1800200" y="900102"/>
                      </a:cubicBezTo>
                      <a:cubicBezTo>
                        <a:pt x="1800200" y="1138823"/>
                        <a:pt x="1705368" y="1367767"/>
                        <a:pt x="1536567" y="1536569"/>
                      </a:cubicBezTo>
                      <a:cubicBezTo>
                        <a:pt x="1367765" y="1705371"/>
                        <a:pt x="1138821" y="1800202"/>
                        <a:pt x="900100" y="1800202"/>
                      </a:cubicBezTo>
                      <a:cubicBezTo>
                        <a:pt x="661379" y="1800202"/>
                        <a:pt x="432435" y="1705370"/>
                        <a:pt x="263633" y="1536568"/>
                      </a:cubicBezTo>
                      <a:cubicBezTo>
                        <a:pt x="94832" y="1367766"/>
                        <a:pt x="0" y="1138822"/>
                        <a:pt x="0" y="900101"/>
                      </a:cubicBezTo>
                      <a:lnTo>
                        <a:pt x="0" y="900100"/>
                      </a:lnTo>
                      <a:close/>
                    </a:path>
                  </a:pathLst>
                </a:custGeom>
                <a:gradFill flip="none" rotWithShape="1">
                  <a:gsLst>
                    <a:gs pos="29000">
                      <a:srgbClr val="FFFFFF"/>
                    </a:gs>
                    <a:gs pos="98000">
                      <a:srgbClr val="FFFFFF">
                        <a:lumMod val="75000"/>
                      </a:srgbClr>
                    </a:gs>
                  </a:gsLst>
                  <a:lin ang="2700000" scaled="1"/>
                </a:gradFill>
                <a:ln w="25400" cap="flat" cmpd="sng" algn="ctr">
                  <a:noFill/>
                  <a:prstDash val="solid"/>
                </a:ln>
                <a:effectLst>
                  <a:softEdge rad="0"/>
                </a:effectLst>
              </p:spPr>
              <p:txBody>
                <a:bodyPr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ctr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Arial" panose="020B0604020202020204"/>
                  </a:endParaRPr>
                </a:p>
              </p:txBody>
            </p:sp>
          </p:grpSp>
          <p:sp>
            <p:nvSpPr>
              <p:cNvPr id="95" name="椭圆 80"/>
              <p:cNvSpPr/>
              <p:nvPr/>
            </p:nvSpPr>
            <p:spPr bwMode="auto">
              <a:xfrm>
                <a:off x="1932719" y="1141999"/>
                <a:ext cx="1691507" cy="1694935"/>
              </a:xfrm>
              <a:prstGeom prst="ellipse">
                <a:avLst/>
              </a:prstGeom>
              <a:solidFill>
                <a:srgbClr val="31BDCA"/>
              </a:solidFill>
              <a:ln w="25400" cap="flat" cmpd="sng" algn="ctr">
                <a:noFill/>
                <a:prstDash val="solid"/>
              </a:ln>
              <a:effectLst>
                <a:innerShdw blurRad="63500" dist="25400" dir="18660000">
                  <a:prstClr val="black">
                    <a:alpha val="35000"/>
                  </a:prstClr>
                </a:innerShdw>
              </a:effectLst>
            </p:spPr>
            <p:txBody>
              <a:bodyPr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300" b="1" i="0" u="none" strike="noStrike" kern="0" cap="none" spc="0" normalizeH="0" baseline="0" noProof="0">
                  <a:ln w="12700">
                    <a:solidFill>
                      <a:srgbClr val="2D7FAE">
                        <a:satMod val="155000"/>
                      </a:srgbClr>
                    </a:solidFill>
                    <a:prstDash val="solid"/>
                  </a:ln>
                  <a:solidFill>
                    <a:prstClr val="white"/>
                  </a:solidFill>
                  <a:effectLst>
                    <a:outerShdw blurRad="41275" dist="20320" dir="1800000" algn="tl" rotWithShape="0">
                      <a:srgbClr val="000000">
                        <a:alpha val="40000"/>
                      </a:srgbClr>
                    </a:outerShdw>
                  </a:effectLst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endParaRPr>
              </a:p>
            </p:txBody>
          </p:sp>
        </p:grpSp>
        <p:sp>
          <p:nvSpPr>
            <p:cNvPr id="93" name="TextBox 92"/>
            <p:cNvSpPr txBox="1"/>
            <p:nvPr/>
          </p:nvSpPr>
          <p:spPr>
            <a:xfrm>
              <a:off x="7227591" y="492307"/>
              <a:ext cx="401067" cy="3771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42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01</a:t>
              </a:r>
              <a:endParaRPr kumimoji="0" lang="en-US" altLang="zh-CN" sz="42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5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25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25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25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25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25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2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25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25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25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25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500"/>
                            </p:stCondLst>
                            <p:childTnLst>
                              <p:par>
                                <p:cTn id="7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6" dur="25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3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25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25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500"/>
                            </p:stCondLst>
                            <p:childTnLst>
                              <p:par>
                                <p:cTn id="9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3" dur="25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25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25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5" grpId="0"/>
      <p:bldP spid="56" grpId="0"/>
      <p:bldP spid="57" grpId="0"/>
      <p:bldP spid="58" grpId="0"/>
      <p:bldP spid="59" grpId="0"/>
      <p:bldP spid="60" grpId="0"/>
      <p:bldP spid="61" grpId="0"/>
      <p:bldP spid="62" grpId="0"/>
      <p:bldP spid="63" grpId="1"/>
      <p:bldP spid="6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4" name="直接连接符 163"/>
          <p:cNvCxnSpPr/>
          <p:nvPr/>
        </p:nvCxnSpPr>
        <p:spPr>
          <a:xfrm flipH="1" flipV="1">
            <a:off x="4193644" y="3506746"/>
            <a:ext cx="11146" cy="923322"/>
          </a:xfrm>
          <a:prstGeom prst="line">
            <a:avLst/>
          </a:prstGeom>
          <a:ln w="2540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>
            <a:off x="4763415" y="3092027"/>
            <a:ext cx="2160000" cy="7979"/>
          </a:xfrm>
          <a:prstGeom prst="line">
            <a:avLst/>
          </a:prstGeom>
          <a:ln w="2540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3" descr="C:\Users\Administrator\Desktop\微立体创业计划\005.png"/>
          <p:cNvPicPr>
            <a:picLocks noChangeAspect="1" noChangeArrowheads="1"/>
          </p:cNvPicPr>
          <p:nvPr/>
        </p:nvPicPr>
        <p:blipFill>
          <a:blip r:embed="rId1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2473" y="149604"/>
            <a:ext cx="609601" cy="609601"/>
          </a:xfrm>
          <a:prstGeom prst="rect">
            <a:avLst/>
          </a:prstGeom>
          <a:noFill/>
          <a:effectLst>
            <a:outerShdw blurRad="127000" dist="63500" dir="3000000" sx="104000" sy="104000" algn="tl" rotWithShape="0">
              <a:prstClr val="black">
                <a:alpha val="34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 descr="C:\Users\Administrator\Desktop\微立体创业计划\004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872" y="158976"/>
            <a:ext cx="609601" cy="609601"/>
          </a:xfrm>
          <a:prstGeom prst="rect">
            <a:avLst/>
          </a:prstGeom>
          <a:noFill/>
          <a:effectLst>
            <a:outerShdw blurRad="127000" dist="63500" dir="3000000" sx="104000" sy="104000" algn="tl" rotWithShape="0">
              <a:prstClr val="black">
                <a:alpha val="34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文本框 12"/>
          <p:cNvSpPr txBox="1">
            <a:spLocks noChangeArrowheads="1"/>
          </p:cNvSpPr>
          <p:nvPr/>
        </p:nvSpPr>
        <p:spPr bwMode="auto">
          <a:xfrm>
            <a:off x="1187623" y="267494"/>
            <a:ext cx="3351886" cy="4042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5023" tIns="32511" rIns="65023" bIns="32511">
            <a:spAutoFit/>
          </a:bodyPr>
          <a:lstStyle>
            <a:lvl1pPr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9pPr>
          </a:lstStyle>
          <a:p>
            <a:r>
              <a:rPr lang="en-US" altLang="zh-CN" sz="2200" dirty="0" smtClean="0">
                <a:solidFill>
                  <a:srgbClr val="034E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</a:t>
            </a:r>
            <a:r>
              <a:rPr lang="zh-CN" altLang="en-US" sz="2200" dirty="0" smtClean="0">
                <a:solidFill>
                  <a:srgbClr val="034E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定长子网掩码</a:t>
            </a:r>
            <a:r>
              <a:rPr lang="en-US" altLang="zh-CN" sz="2200" dirty="0" smtClean="0">
                <a:solidFill>
                  <a:srgbClr val="034E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FLSM</a:t>
            </a:r>
            <a:endParaRPr lang="zh-CN" altLang="en-US" sz="2200" dirty="0">
              <a:solidFill>
                <a:srgbClr val="034EA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07" name="Rectangle 3"/>
          <p:cNvSpPr txBox="1">
            <a:spLocks noChangeArrowheads="1"/>
          </p:cNvSpPr>
          <p:nvPr/>
        </p:nvSpPr>
        <p:spPr>
          <a:xfrm>
            <a:off x="4178093" y="1451933"/>
            <a:ext cx="1027779" cy="3961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342900">
              <a:spcBef>
                <a:spcPct val="20000"/>
              </a:spcBef>
              <a:defRPr/>
            </a:pPr>
            <a:r>
              <a:rPr lang="en-US" altLang="zh-CN" sz="160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2</a:t>
            </a:r>
            <a:r>
              <a:rPr lang="en-US" altLang="zh-CN" sz="1600" b="1" baseline="3000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m</a:t>
            </a:r>
            <a:r>
              <a:rPr lang="zh-CN" altLang="en-US" sz="160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≥</a:t>
            </a:r>
            <a:r>
              <a:rPr lang="en-US" altLang="zh-CN" sz="160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3</a:t>
            </a:r>
            <a:endParaRPr lang="zh-CN" altLang="en-US" sz="1600" dirty="0" smtClean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108" name="右箭头 107"/>
          <p:cNvSpPr/>
          <p:nvPr/>
        </p:nvSpPr>
        <p:spPr>
          <a:xfrm>
            <a:off x="4932040" y="1549587"/>
            <a:ext cx="288000" cy="126000"/>
          </a:xfrm>
          <a:prstGeom prst="rightArrow">
            <a:avLst/>
          </a:prstGeom>
          <a:solidFill>
            <a:srgbClr val="C00000"/>
          </a:solidFill>
          <a:ln w="12700" cap="flat" cmpd="sng" algn="ctr">
            <a:solidFill>
              <a:srgbClr val="C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109" name="Rectangle 3"/>
          <p:cNvSpPr txBox="1">
            <a:spLocks noChangeArrowheads="1"/>
          </p:cNvSpPr>
          <p:nvPr/>
        </p:nvSpPr>
        <p:spPr>
          <a:xfrm>
            <a:off x="5220072" y="1442200"/>
            <a:ext cx="792088" cy="39613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342900" indent="-342900">
              <a:spcBef>
                <a:spcPct val="20000"/>
              </a:spcBef>
              <a:defRPr/>
            </a:pPr>
            <a:r>
              <a:rPr lang="en-US" altLang="zh-CN" sz="160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m=2</a:t>
            </a:r>
            <a:endParaRPr lang="en-US" altLang="zh-CN" sz="1600" dirty="0" smtClean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110" name="Rectangle 3"/>
          <p:cNvSpPr txBox="1">
            <a:spLocks noChangeArrowheads="1"/>
          </p:cNvSpPr>
          <p:nvPr/>
        </p:nvSpPr>
        <p:spPr>
          <a:xfrm>
            <a:off x="4686975" y="2660369"/>
            <a:ext cx="1495893" cy="3961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342900">
              <a:spcBef>
                <a:spcPct val="20000"/>
              </a:spcBef>
              <a:defRPr/>
            </a:pPr>
            <a:r>
              <a:rPr lang="en-US" altLang="zh-CN" sz="160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2</a:t>
            </a:r>
            <a:r>
              <a:rPr lang="en-US" altLang="zh-CN" sz="1600" b="1" baseline="3000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n</a:t>
            </a:r>
            <a:r>
              <a:rPr lang="en-US" altLang="zh-CN" sz="16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-2</a:t>
            </a:r>
            <a:r>
              <a:rPr lang="zh-CN" altLang="en-US" sz="160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≥</a:t>
            </a:r>
            <a:r>
              <a:rPr lang="en-US" altLang="zh-CN" sz="160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60</a:t>
            </a:r>
            <a:endParaRPr lang="zh-CN" altLang="en-US" sz="1600" dirty="0" smtClean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111" name="右箭头 110"/>
          <p:cNvSpPr/>
          <p:nvPr/>
        </p:nvSpPr>
        <p:spPr>
          <a:xfrm>
            <a:off x="5898048" y="2767991"/>
            <a:ext cx="288000" cy="126000"/>
          </a:xfrm>
          <a:prstGeom prst="rightArrow">
            <a:avLst/>
          </a:prstGeom>
          <a:solidFill>
            <a:srgbClr val="C00000"/>
          </a:solidFill>
          <a:ln w="12700" cap="flat" cmpd="sng" algn="ctr">
            <a:solidFill>
              <a:srgbClr val="C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0" cap="none" spc="0" normalizeH="0" baseline="0" noProof="0" smtClean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112" name="Rectangle 3"/>
          <p:cNvSpPr txBox="1">
            <a:spLocks noChangeArrowheads="1"/>
          </p:cNvSpPr>
          <p:nvPr/>
        </p:nvSpPr>
        <p:spPr>
          <a:xfrm>
            <a:off x="6258411" y="2666336"/>
            <a:ext cx="1027779" cy="39613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342900" indent="-342900">
              <a:spcBef>
                <a:spcPct val="20000"/>
              </a:spcBef>
              <a:defRPr/>
            </a:pPr>
            <a:r>
              <a:rPr lang="en-US" altLang="zh-CN" sz="160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n=6</a:t>
            </a:r>
            <a:endParaRPr lang="en-US" altLang="zh-CN" sz="1600" dirty="0" smtClean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grpSp>
        <p:nvGrpSpPr>
          <p:cNvPr id="113" name="组合 112"/>
          <p:cNvGrpSpPr/>
          <p:nvPr/>
        </p:nvGrpSpPr>
        <p:grpSpPr>
          <a:xfrm>
            <a:off x="4211961" y="699543"/>
            <a:ext cx="2675489" cy="369332"/>
            <a:chOff x="3391798" y="1859720"/>
            <a:chExt cx="2120975" cy="279090"/>
          </a:xfrm>
        </p:grpSpPr>
        <p:sp>
          <p:nvSpPr>
            <p:cNvPr id="114" name="圆角矩形 113"/>
            <p:cNvSpPr/>
            <p:nvPr/>
          </p:nvSpPr>
          <p:spPr>
            <a:xfrm>
              <a:off x="3391798" y="1864339"/>
              <a:ext cx="2120975" cy="272038"/>
            </a:xfrm>
            <a:prstGeom prst="roundRect">
              <a:avLst/>
            </a:prstGeom>
            <a:gradFill>
              <a:gsLst>
                <a:gs pos="100000">
                  <a:srgbClr val="31BDCA"/>
                </a:gs>
                <a:gs pos="0">
                  <a:srgbClr val="31BDCA">
                    <a:lumMod val="75000"/>
                  </a:srgbClr>
                </a:gs>
              </a:gsLst>
              <a:lin ang="5400000" scaled="1"/>
            </a:gradFill>
            <a:ln w="28575" cap="flat">
              <a:gradFill>
                <a:gsLst>
                  <a:gs pos="0">
                    <a:srgbClr val="31BDCA"/>
                  </a:gs>
                  <a:gs pos="100000">
                    <a:srgbClr val="31BDCA">
                      <a:lumMod val="75000"/>
                    </a:srgbClr>
                  </a:gs>
                </a:gsLst>
                <a:lin ang="5400000" scaled="1"/>
              </a:gradFill>
              <a:prstDash val="solid"/>
              <a:miter lim="800000"/>
            </a:ln>
            <a:effectLst>
              <a:outerShdw blurRad="228600" dist="101600" dir="5400000" algn="t" rotWithShape="0">
                <a:sysClr val="windowText" lastClr="000000">
                  <a:lumMod val="85000"/>
                  <a:lumOff val="15000"/>
                  <a:alpha val="28000"/>
                </a:sysClr>
              </a:outerShdw>
            </a:effectLst>
          </p:spPr>
          <p:txBody>
            <a:bodyPr vert="horz" wrap="square" lIns="121920" tIns="60960" rIns="121920" bIns="6096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0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115" name="任意多边形 114"/>
            <p:cNvSpPr/>
            <p:nvPr/>
          </p:nvSpPr>
          <p:spPr>
            <a:xfrm>
              <a:off x="3507766" y="1931769"/>
              <a:ext cx="61005" cy="132360"/>
            </a:xfrm>
            <a:custGeom>
              <a:avLst/>
              <a:gdLst>
                <a:gd name="connsiteX0" fmla="*/ 403860 w 403860"/>
                <a:gd name="connsiteY0" fmla="*/ 0 h 807720"/>
                <a:gd name="connsiteX1" fmla="*/ 0 w 403860"/>
                <a:gd name="connsiteY1" fmla="*/ 403860 h 807720"/>
                <a:gd name="connsiteX2" fmla="*/ 403860 w 403860"/>
                <a:gd name="connsiteY2" fmla="*/ 807720 h 807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03860" h="807720">
                  <a:moveTo>
                    <a:pt x="403860" y="0"/>
                  </a:moveTo>
                  <a:lnTo>
                    <a:pt x="0" y="403860"/>
                  </a:lnTo>
                  <a:lnTo>
                    <a:pt x="403860" y="807720"/>
                  </a:lnTo>
                </a:path>
              </a:pathLst>
            </a:custGeom>
            <a:noFill/>
            <a:ln w="12700" cap="flat" cmpd="sng" algn="ctr">
              <a:solidFill>
                <a:sysClr val="window" lastClr="FFFFFF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0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116" name="任意多边形 115"/>
            <p:cNvSpPr/>
            <p:nvPr/>
          </p:nvSpPr>
          <p:spPr>
            <a:xfrm>
              <a:off x="3568770" y="1931769"/>
              <a:ext cx="61005" cy="132360"/>
            </a:xfrm>
            <a:custGeom>
              <a:avLst/>
              <a:gdLst>
                <a:gd name="connsiteX0" fmla="*/ 403860 w 403860"/>
                <a:gd name="connsiteY0" fmla="*/ 0 h 807720"/>
                <a:gd name="connsiteX1" fmla="*/ 0 w 403860"/>
                <a:gd name="connsiteY1" fmla="*/ 403860 h 807720"/>
                <a:gd name="connsiteX2" fmla="*/ 403860 w 403860"/>
                <a:gd name="connsiteY2" fmla="*/ 807720 h 807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03860" h="807720">
                  <a:moveTo>
                    <a:pt x="403860" y="0"/>
                  </a:moveTo>
                  <a:lnTo>
                    <a:pt x="0" y="403860"/>
                  </a:lnTo>
                  <a:lnTo>
                    <a:pt x="403860" y="807720"/>
                  </a:lnTo>
                </a:path>
              </a:pathLst>
            </a:custGeom>
            <a:noFill/>
            <a:ln w="12700" cap="flat" cmpd="sng" algn="ctr">
              <a:solidFill>
                <a:sysClr val="window" lastClr="FFFFFF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0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117" name="文本框 3"/>
            <p:cNvSpPr txBox="1">
              <a:spLocks noChangeArrowheads="1"/>
            </p:cNvSpPr>
            <p:nvPr/>
          </p:nvSpPr>
          <p:spPr bwMode="auto">
            <a:xfrm>
              <a:off x="3623522" y="1859720"/>
              <a:ext cx="1846465" cy="27909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3200">
                  <a:gradFill flip="none" rotWithShape="1">
                    <a:gsLst>
                      <a:gs pos="0">
                        <a:schemeClr val="accent2"/>
                      </a:gs>
                      <a:gs pos="34000">
                        <a:schemeClr val="accent1"/>
                      </a:gs>
                      <a:gs pos="68000">
                        <a:schemeClr val="accent3"/>
                      </a:gs>
                      <a:gs pos="100000">
                        <a:schemeClr val="accent4"/>
                      </a:gs>
                    </a:gsLst>
                    <a:lin ang="0" scaled="1"/>
                  </a:gradFill>
                </a:defRPr>
              </a:lvl1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1</a:t>
              </a:r>
              <a:r>
                <a:rPr kumimoji="0" lang="zh-CN" altLang="en-US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、</a:t>
              </a:r>
              <a:r>
                <a:rPr lang="zh-CN" altLang="en-US" sz="1800" kern="0" dirty="0" smtClean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需要多少位子网号</a:t>
              </a: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</p:grpSp>
      <p:sp>
        <p:nvSpPr>
          <p:cNvPr id="119" name="任意多边形 118"/>
          <p:cNvSpPr/>
          <p:nvPr/>
        </p:nvSpPr>
        <p:spPr>
          <a:xfrm>
            <a:off x="5004573" y="2812941"/>
            <a:ext cx="73104" cy="207399"/>
          </a:xfrm>
          <a:custGeom>
            <a:avLst/>
            <a:gdLst>
              <a:gd name="connsiteX0" fmla="*/ 403860 w 403860"/>
              <a:gd name="connsiteY0" fmla="*/ 0 h 807720"/>
              <a:gd name="connsiteX1" fmla="*/ 0 w 403860"/>
              <a:gd name="connsiteY1" fmla="*/ 403860 h 807720"/>
              <a:gd name="connsiteX2" fmla="*/ 403860 w 403860"/>
              <a:gd name="connsiteY2" fmla="*/ 807720 h 807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03860" h="807720">
                <a:moveTo>
                  <a:pt x="403860" y="0"/>
                </a:moveTo>
                <a:lnTo>
                  <a:pt x="0" y="403860"/>
                </a:lnTo>
                <a:lnTo>
                  <a:pt x="403860" y="807720"/>
                </a:lnTo>
              </a:path>
            </a:pathLst>
          </a:custGeom>
          <a:noFill/>
          <a:ln w="1270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grpSp>
        <p:nvGrpSpPr>
          <p:cNvPr id="120" name="组合 119"/>
          <p:cNvGrpSpPr/>
          <p:nvPr/>
        </p:nvGrpSpPr>
        <p:grpSpPr>
          <a:xfrm>
            <a:off x="4211961" y="1879243"/>
            <a:ext cx="2713176" cy="369332"/>
            <a:chOff x="3391798" y="1838638"/>
            <a:chExt cx="2090189" cy="279090"/>
          </a:xfrm>
        </p:grpSpPr>
        <p:sp>
          <p:nvSpPr>
            <p:cNvPr id="121" name="圆角矩形 120"/>
            <p:cNvSpPr/>
            <p:nvPr/>
          </p:nvSpPr>
          <p:spPr>
            <a:xfrm>
              <a:off x="3391798" y="1844597"/>
              <a:ext cx="2042816" cy="272038"/>
            </a:xfrm>
            <a:prstGeom prst="roundRect">
              <a:avLst/>
            </a:prstGeom>
            <a:gradFill>
              <a:gsLst>
                <a:gs pos="100000">
                  <a:srgbClr val="31BDCA"/>
                </a:gs>
                <a:gs pos="0">
                  <a:srgbClr val="31BDCA">
                    <a:lumMod val="75000"/>
                  </a:srgbClr>
                </a:gs>
              </a:gsLst>
              <a:lin ang="5400000" scaled="1"/>
            </a:gradFill>
            <a:ln w="28575" cap="flat">
              <a:gradFill>
                <a:gsLst>
                  <a:gs pos="0">
                    <a:srgbClr val="31BDCA"/>
                  </a:gs>
                  <a:gs pos="100000">
                    <a:srgbClr val="31BDCA">
                      <a:lumMod val="75000"/>
                    </a:srgbClr>
                  </a:gs>
                </a:gsLst>
                <a:lin ang="5400000" scaled="1"/>
              </a:gradFill>
              <a:prstDash val="solid"/>
              <a:miter lim="800000"/>
            </a:ln>
            <a:effectLst>
              <a:outerShdw blurRad="228600" dist="101600" dir="5400000" algn="t" rotWithShape="0">
                <a:sysClr val="windowText" lastClr="000000">
                  <a:lumMod val="85000"/>
                  <a:lumOff val="15000"/>
                  <a:alpha val="28000"/>
                </a:sysClr>
              </a:outerShdw>
            </a:effectLst>
          </p:spPr>
          <p:txBody>
            <a:bodyPr vert="horz" wrap="square" lIns="121920" tIns="60960" rIns="121920" bIns="6096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0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122" name="任意多边形 121"/>
            <p:cNvSpPr/>
            <p:nvPr/>
          </p:nvSpPr>
          <p:spPr>
            <a:xfrm>
              <a:off x="3516715" y="1912025"/>
              <a:ext cx="61005" cy="132360"/>
            </a:xfrm>
            <a:custGeom>
              <a:avLst/>
              <a:gdLst>
                <a:gd name="connsiteX0" fmla="*/ 403860 w 403860"/>
                <a:gd name="connsiteY0" fmla="*/ 0 h 807720"/>
                <a:gd name="connsiteX1" fmla="*/ 0 w 403860"/>
                <a:gd name="connsiteY1" fmla="*/ 403860 h 807720"/>
                <a:gd name="connsiteX2" fmla="*/ 403860 w 403860"/>
                <a:gd name="connsiteY2" fmla="*/ 807720 h 807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03860" h="807720">
                  <a:moveTo>
                    <a:pt x="403860" y="0"/>
                  </a:moveTo>
                  <a:lnTo>
                    <a:pt x="0" y="403860"/>
                  </a:lnTo>
                  <a:lnTo>
                    <a:pt x="403860" y="807720"/>
                  </a:lnTo>
                </a:path>
              </a:pathLst>
            </a:custGeom>
            <a:noFill/>
            <a:ln w="12700" cap="flat" cmpd="sng" algn="ctr">
              <a:solidFill>
                <a:sysClr val="window" lastClr="FFFFFF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0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123" name="任意多边形 122"/>
            <p:cNvSpPr/>
            <p:nvPr/>
          </p:nvSpPr>
          <p:spPr>
            <a:xfrm>
              <a:off x="3577720" y="1912025"/>
              <a:ext cx="61005" cy="132360"/>
            </a:xfrm>
            <a:custGeom>
              <a:avLst/>
              <a:gdLst>
                <a:gd name="connsiteX0" fmla="*/ 403860 w 403860"/>
                <a:gd name="connsiteY0" fmla="*/ 0 h 807720"/>
                <a:gd name="connsiteX1" fmla="*/ 0 w 403860"/>
                <a:gd name="connsiteY1" fmla="*/ 403860 h 807720"/>
                <a:gd name="connsiteX2" fmla="*/ 403860 w 403860"/>
                <a:gd name="connsiteY2" fmla="*/ 807720 h 807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03860" h="807720">
                  <a:moveTo>
                    <a:pt x="403860" y="0"/>
                  </a:moveTo>
                  <a:lnTo>
                    <a:pt x="0" y="403860"/>
                  </a:lnTo>
                  <a:lnTo>
                    <a:pt x="403860" y="807720"/>
                  </a:lnTo>
                </a:path>
              </a:pathLst>
            </a:custGeom>
            <a:noFill/>
            <a:ln w="12700" cap="flat" cmpd="sng" algn="ctr">
              <a:solidFill>
                <a:sysClr val="window" lastClr="FFFFFF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0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124" name="文本框 3"/>
            <p:cNvSpPr txBox="1">
              <a:spLocks noChangeArrowheads="1"/>
            </p:cNvSpPr>
            <p:nvPr/>
          </p:nvSpPr>
          <p:spPr bwMode="auto">
            <a:xfrm>
              <a:off x="3635522" y="1838638"/>
              <a:ext cx="1846465" cy="27909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3200">
                  <a:gradFill flip="none" rotWithShape="1">
                    <a:gsLst>
                      <a:gs pos="0">
                        <a:schemeClr val="accent2"/>
                      </a:gs>
                      <a:gs pos="34000">
                        <a:schemeClr val="accent1"/>
                      </a:gs>
                      <a:gs pos="68000">
                        <a:schemeClr val="accent3"/>
                      </a:gs>
                      <a:gs pos="100000">
                        <a:schemeClr val="accent4"/>
                      </a:gs>
                    </a:gsLst>
                    <a:lin ang="0" scaled="1"/>
                  </a:gradFill>
                </a:defRPr>
              </a:lvl1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2</a:t>
              </a:r>
              <a:r>
                <a:rPr kumimoji="0" lang="zh-CN" altLang="en-US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、需要多少位主机号</a:t>
              </a: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</p:grpSp>
      <p:sp>
        <p:nvSpPr>
          <p:cNvPr id="125" name="TextBox 124"/>
          <p:cNvSpPr txBox="1"/>
          <p:nvPr/>
        </p:nvSpPr>
        <p:spPr>
          <a:xfrm>
            <a:off x="4572000" y="1133787"/>
            <a:ext cx="2480502" cy="3631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z="1600" dirty="0" smtClean="0">
                <a:solidFill>
                  <a:prstClr val="black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3</a:t>
            </a:r>
            <a:r>
              <a:rPr lang="zh-CN" altLang="en-US" sz="1600" dirty="0" smtClean="0">
                <a:solidFill>
                  <a:prstClr val="black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个实验室，</a:t>
            </a:r>
            <a:r>
              <a:rPr lang="en-US" altLang="zh-CN" sz="1600" dirty="0" smtClean="0">
                <a:solidFill>
                  <a:prstClr val="black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3</a:t>
            </a:r>
            <a:r>
              <a:rPr lang="zh-CN" altLang="en-US" sz="1600" dirty="0" smtClean="0">
                <a:solidFill>
                  <a:prstClr val="black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个子网</a:t>
            </a:r>
            <a:endParaRPr lang="zh-CN" altLang="en-US" sz="1600" dirty="0">
              <a:solidFill>
                <a:prstClr val="black"/>
              </a:solidFill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126" name="TextBox 125"/>
          <p:cNvSpPr txBox="1"/>
          <p:nvPr/>
        </p:nvSpPr>
        <p:spPr>
          <a:xfrm>
            <a:off x="4322876" y="2335970"/>
            <a:ext cx="1185228" cy="292654"/>
          </a:xfrm>
          <a:prstGeom prst="rect">
            <a:avLst/>
          </a:prstGeom>
          <a:solidFill>
            <a:srgbClr val="FFC000"/>
          </a:solidFill>
        </p:spPr>
        <p:txBody>
          <a:bodyPr wrap="square" tIns="10800" bIns="10800" rtlCol="0"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sz="1600" b="1" dirty="0" smtClean="0">
                <a:solidFill>
                  <a:schemeClr val="bg1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以大为尊</a:t>
            </a:r>
            <a:endParaRPr lang="zh-CN" altLang="en-US" sz="1600" b="1" dirty="0">
              <a:solidFill>
                <a:schemeClr val="bg1"/>
              </a:solidFill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5820458" y="2314138"/>
            <a:ext cx="1284437" cy="3631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z="1600" dirty="0" smtClean="0">
                <a:solidFill>
                  <a:prstClr val="black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60</a:t>
            </a:r>
            <a:r>
              <a:rPr lang="zh-CN" altLang="en-US" sz="1600" dirty="0" smtClean="0">
                <a:solidFill>
                  <a:prstClr val="black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台主机</a:t>
            </a:r>
            <a:endParaRPr lang="zh-CN" altLang="en-US" sz="1600" dirty="0">
              <a:solidFill>
                <a:prstClr val="black"/>
              </a:solidFill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4" name="右箭头 3"/>
          <p:cNvSpPr/>
          <p:nvPr/>
        </p:nvSpPr>
        <p:spPr>
          <a:xfrm>
            <a:off x="5508104" y="2427734"/>
            <a:ext cx="288032" cy="144000"/>
          </a:xfrm>
          <a:prstGeom prst="right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右箭头 44"/>
          <p:cNvSpPr/>
          <p:nvPr/>
        </p:nvSpPr>
        <p:spPr>
          <a:xfrm>
            <a:off x="5940152" y="1549587"/>
            <a:ext cx="288000" cy="126000"/>
          </a:xfrm>
          <a:prstGeom prst="rightArrow">
            <a:avLst/>
          </a:prstGeom>
          <a:solidFill>
            <a:srgbClr val="C00000"/>
          </a:solidFill>
          <a:ln w="12700" cap="flat" cmpd="sng" algn="ctr">
            <a:solidFill>
              <a:srgbClr val="C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47" name="Rectangle 3"/>
          <p:cNvSpPr txBox="1">
            <a:spLocks noChangeArrowheads="1"/>
          </p:cNvSpPr>
          <p:nvPr/>
        </p:nvSpPr>
        <p:spPr>
          <a:xfrm>
            <a:off x="6228184" y="1450159"/>
            <a:ext cx="1004418" cy="39613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342900" indent="-342900">
              <a:spcBef>
                <a:spcPct val="20000"/>
              </a:spcBef>
              <a:defRPr/>
            </a:pPr>
            <a:r>
              <a:rPr lang="zh-CN" altLang="en-US" sz="160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借</a:t>
            </a:r>
            <a:r>
              <a:rPr lang="en-US" altLang="zh-CN" sz="160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2</a:t>
            </a:r>
            <a:r>
              <a:rPr lang="zh-CN" altLang="en-US" sz="160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位</a:t>
            </a:r>
            <a:endParaRPr lang="en-US" altLang="zh-CN" sz="1600" dirty="0" smtClean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6" name="圆角矩形标注 5"/>
          <p:cNvSpPr/>
          <p:nvPr/>
        </p:nvSpPr>
        <p:spPr>
          <a:xfrm>
            <a:off x="4139952" y="3135261"/>
            <a:ext cx="1980000" cy="324000"/>
          </a:xfrm>
          <a:prstGeom prst="wedgeRoundRectCallout">
            <a:avLst>
              <a:gd name="adj1" fmla="val -18390"/>
              <a:gd name="adj2" fmla="val -34190"/>
              <a:gd name="adj3" fmla="val 16667"/>
            </a:avLst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" tIns="10800" rIns="18000" bIns="10800" rtlCol="0" anchor="ctr"/>
          <a:lstStyle/>
          <a:p>
            <a:pPr algn="ctr"/>
            <a:r>
              <a:rPr lang="zh-CN" altLang="en-US" sz="16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主机数量，掐头去尾</a:t>
            </a:r>
            <a:endParaRPr lang="zh-CN" altLang="en-US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" name="上箭头 47"/>
          <p:cNvSpPr/>
          <p:nvPr/>
        </p:nvSpPr>
        <p:spPr>
          <a:xfrm>
            <a:off x="5006291" y="2965269"/>
            <a:ext cx="108000" cy="144000"/>
          </a:xfrm>
          <a:prstGeom prst="up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grpSp>
        <p:nvGrpSpPr>
          <p:cNvPr id="7" name="组合 6"/>
          <p:cNvGrpSpPr/>
          <p:nvPr/>
        </p:nvGrpSpPr>
        <p:grpSpPr>
          <a:xfrm>
            <a:off x="4117375" y="3092524"/>
            <a:ext cx="1017044" cy="749745"/>
            <a:chOff x="5032375" y="3506788"/>
            <a:chExt cx="1754188" cy="1319212"/>
          </a:xfrm>
        </p:grpSpPr>
        <p:sp>
          <p:nvSpPr>
            <p:cNvPr id="53" name="Oval 11"/>
            <p:cNvSpPr>
              <a:spLocks noChangeArrowheads="1"/>
            </p:cNvSpPr>
            <p:nvPr/>
          </p:nvSpPr>
          <p:spPr bwMode="gray">
            <a:xfrm>
              <a:off x="5183188" y="3506788"/>
              <a:ext cx="1320800" cy="1319212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chemeClr val="hlink">
                    <a:gamma/>
                    <a:shade val="81961"/>
                    <a:invGamma/>
                  </a:schemeClr>
                </a:gs>
              </a:gsLst>
              <a:lin ang="5400000" scaled="1"/>
            </a:gradFill>
            <a:ln w="57150">
              <a:solidFill>
                <a:schemeClr val="accent6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54000" anchor="ctr"/>
            <a:lstStyle/>
            <a:p>
              <a:r>
                <a:rPr lang="zh-CN" altLang="en-US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判断</a:t>
              </a:r>
              <a:endPara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54" name="Group 35"/>
            <p:cNvGrpSpPr/>
            <p:nvPr/>
          </p:nvGrpSpPr>
          <p:grpSpPr bwMode="auto">
            <a:xfrm rot="10082854">
              <a:off x="5032375" y="4465638"/>
              <a:ext cx="1198563" cy="303212"/>
              <a:chOff x="2598" y="1026"/>
              <a:chExt cx="957" cy="242"/>
            </a:xfrm>
          </p:grpSpPr>
          <p:grpSp>
            <p:nvGrpSpPr>
              <p:cNvPr id="55" name="Group 36"/>
              <p:cNvGrpSpPr/>
              <p:nvPr/>
            </p:nvGrpSpPr>
            <p:grpSpPr bwMode="auto">
              <a:xfrm rot="-9970459" flipH="1" flipV="1">
                <a:off x="2598" y="1026"/>
                <a:ext cx="957" cy="242"/>
                <a:chOff x="2532" y="1051"/>
                <a:chExt cx="893" cy="246"/>
              </a:xfrm>
            </p:grpSpPr>
            <p:grpSp>
              <p:nvGrpSpPr>
                <p:cNvPr id="67" name="Group 37"/>
                <p:cNvGrpSpPr/>
                <p:nvPr/>
              </p:nvGrpSpPr>
              <p:grpSpPr bwMode="auto">
                <a:xfrm>
                  <a:off x="2532" y="1051"/>
                  <a:ext cx="743" cy="185"/>
                  <a:chOff x="1565" y="2568"/>
                  <a:chExt cx="1118" cy="279"/>
                </a:xfrm>
              </p:grpSpPr>
              <p:sp>
                <p:nvSpPr>
                  <p:cNvPr id="73" name="AutoShape 38"/>
                  <p:cNvSpPr>
                    <a:spLocks noChangeArrowheads="1"/>
                  </p:cNvSpPr>
                  <p:nvPr/>
                </p:nvSpPr>
                <p:spPr bwMode="gray">
                  <a:xfrm rot="5263130">
                    <a:off x="1859" y="2274"/>
                    <a:ext cx="227" cy="816"/>
                  </a:xfrm>
                  <a:prstGeom prst="moon">
                    <a:avLst>
                      <a:gd name="adj" fmla="val 49773"/>
                    </a:avLst>
                  </a:prstGeom>
                  <a:solidFill>
                    <a:srgbClr val="FFFFFF">
                      <a:alpha val="3999"/>
                    </a:srgbClr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74" name="AutoShape 39"/>
                  <p:cNvSpPr>
                    <a:spLocks noChangeArrowheads="1"/>
                  </p:cNvSpPr>
                  <p:nvPr/>
                </p:nvSpPr>
                <p:spPr bwMode="gray">
                  <a:xfrm rot="6078281">
                    <a:off x="1995" y="2274"/>
                    <a:ext cx="227" cy="816"/>
                  </a:xfrm>
                  <a:prstGeom prst="moon">
                    <a:avLst>
                      <a:gd name="adj" fmla="val 49773"/>
                    </a:avLst>
                  </a:prstGeom>
                  <a:solidFill>
                    <a:srgbClr val="FFFFFF">
                      <a:alpha val="3999"/>
                    </a:srgbClr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75" name="AutoShape 40"/>
                  <p:cNvSpPr>
                    <a:spLocks noChangeArrowheads="1"/>
                  </p:cNvSpPr>
                  <p:nvPr/>
                </p:nvSpPr>
                <p:spPr bwMode="gray">
                  <a:xfrm rot="6373927">
                    <a:off x="2071" y="2296"/>
                    <a:ext cx="227" cy="816"/>
                  </a:xfrm>
                  <a:prstGeom prst="moon">
                    <a:avLst>
                      <a:gd name="adj" fmla="val 49773"/>
                    </a:avLst>
                  </a:prstGeom>
                  <a:solidFill>
                    <a:srgbClr val="FFFFFF">
                      <a:alpha val="3999"/>
                    </a:srgbClr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76" name="AutoShape 41"/>
                  <p:cNvSpPr>
                    <a:spLocks noChangeArrowheads="1"/>
                  </p:cNvSpPr>
                  <p:nvPr/>
                </p:nvSpPr>
                <p:spPr bwMode="gray">
                  <a:xfrm rot="6906312">
                    <a:off x="2161" y="2326"/>
                    <a:ext cx="227" cy="816"/>
                  </a:xfrm>
                  <a:prstGeom prst="moon">
                    <a:avLst>
                      <a:gd name="adj" fmla="val 49773"/>
                    </a:avLst>
                  </a:prstGeom>
                  <a:solidFill>
                    <a:srgbClr val="FFFFFF">
                      <a:alpha val="3999"/>
                    </a:srgbClr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68" name="Group 42"/>
                <p:cNvGrpSpPr/>
                <p:nvPr/>
              </p:nvGrpSpPr>
              <p:grpSpPr bwMode="auto">
                <a:xfrm rot="1353540">
                  <a:off x="2682" y="1111"/>
                  <a:ext cx="743" cy="186"/>
                  <a:chOff x="1565" y="2568"/>
                  <a:chExt cx="1118" cy="279"/>
                </a:xfrm>
              </p:grpSpPr>
              <p:sp>
                <p:nvSpPr>
                  <p:cNvPr id="69" name="AutoShape 43"/>
                  <p:cNvSpPr>
                    <a:spLocks noChangeArrowheads="1"/>
                  </p:cNvSpPr>
                  <p:nvPr/>
                </p:nvSpPr>
                <p:spPr bwMode="gray">
                  <a:xfrm rot="5263130">
                    <a:off x="1859" y="2274"/>
                    <a:ext cx="227" cy="816"/>
                  </a:xfrm>
                  <a:prstGeom prst="moon">
                    <a:avLst>
                      <a:gd name="adj" fmla="val 49773"/>
                    </a:avLst>
                  </a:prstGeom>
                  <a:solidFill>
                    <a:srgbClr val="FFFFFF">
                      <a:alpha val="3999"/>
                    </a:srgbClr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70" name="AutoShape 44"/>
                  <p:cNvSpPr>
                    <a:spLocks noChangeArrowheads="1"/>
                  </p:cNvSpPr>
                  <p:nvPr/>
                </p:nvSpPr>
                <p:spPr bwMode="gray">
                  <a:xfrm rot="6078281">
                    <a:off x="1995" y="2274"/>
                    <a:ext cx="227" cy="816"/>
                  </a:xfrm>
                  <a:prstGeom prst="moon">
                    <a:avLst>
                      <a:gd name="adj" fmla="val 49773"/>
                    </a:avLst>
                  </a:prstGeom>
                  <a:solidFill>
                    <a:srgbClr val="FFFFFF">
                      <a:alpha val="3999"/>
                    </a:srgbClr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71" name="AutoShape 45"/>
                  <p:cNvSpPr>
                    <a:spLocks noChangeArrowheads="1"/>
                  </p:cNvSpPr>
                  <p:nvPr/>
                </p:nvSpPr>
                <p:spPr bwMode="gray">
                  <a:xfrm rot="6373927">
                    <a:off x="2071" y="2296"/>
                    <a:ext cx="227" cy="816"/>
                  </a:xfrm>
                  <a:prstGeom prst="moon">
                    <a:avLst>
                      <a:gd name="adj" fmla="val 49773"/>
                    </a:avLst>
                  </a:prstGeom>
                  <a:solidFill>
                    <a:srgbClr val="FFFFFF">
                      <a:alpha val="3999"/>
                    </a:srgbClr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72" name="AutoShape 46"/>
                  <p:cNvSpPr>
                    <a:spLocks noChangeArrowheads="1"/>
                  </p:cNvSpPr>
                  <p:nvPr/>
                </p:nvSpPr>
                <p:spPr bwMode="gray">
                  <a:xfrm rot="6906312">
                    <a:off x="2161" y="2326"/>
                    <a:ext cx="227" cy="816"/>
                  </a:xfrm>
                  <a:prstGeom prst="moon">
                    <a:avLst>
                      <a:gd name="adj" fmla="val 49773"/>
                    </a:avLst>
                  </a:prstGeom>
                  <a:solidFill>
                    <a:srgbClr val="FFFFFF">
                      <a:alpha val="3999"/>
                    </a:srgbClr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</p:grpSp>
          <p:grpSp>
            <p:nvGrpSpPr>
              <p:cNvPr id="56" name="Group 47"/>
              <p:cNvGrpSpPr/>
              <p:nvPr/>
            </p:nvGrpSpPr>
            <p:grpSpPr bwMode="auto">
              <a:xfrm rot="-9970459" flipH="1" flipV="1">
                <a:off x="2688" y="1056"/>
                <a:ext cx="784" cy="198"/>
                <a:chOff x="2532" y="1051"/>
                <a:chExt cx="893" cy="246"/>
              </a:xfrm>
            </p:grpSpPr>
            <p:grpSp>
              <p:nvGrpSpPr>
                <p:cNvPr id="57" name="Group 48"/>
                <p:cNvGrpSpPr/>
                <p:nvPr/>
              </p:nvGrpSpPr>
              <p:grpSpPr bwMode="auto">
                <a:xfrm>
                  <a:off x="2532" y="1051"/>
                  <a:ext cx="743" cy="185"/>
                  <a:chOff x="1565" y="2568"/>
                  <a:chExt cx="1118" cy="279"/>
                </a:xfrm>
              </p:grpSpPr>
              <p:sp>
                <p:nvSpPr>
                  <p:cNvPr id="63" name="AutoShape 49"/>
                  <p:cNvSpPr>
                    <a:spLocks noChangeArrowheads="1"/>
                  </p:cNvSpPr>
                  <p:nvPr/>
                </p:nvSpPr>
                <p:spPr bwMode="gray">
                  <a:xfrm rot="5263130">
                    <a:off x="1859" y="2274"/>
                    <a:ext cx="227" cy="816"/>
                  </a:xfrm>
                  <a:prstGeom prst="moon">
                    <a:avLst>
                      <a:gd name="adj" fmla="val 49773"/>
                    </a:avLst>
                  </a:prstGeom>
                  <a:solidFill>
                    <a:srgbClr val="FFFFFF">
                      <a:alpha val="3999"/>
                    </a:srgbClr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64" name="AutoShape 50"/>
                  <p:cNvSpPr>
                    <a:spLocks noChangeArrowheads="1"/>
                  </p:cNvSpPr>
                  <p:nvPr/>
                </p:nvSpPr>
                <p:spPr bwMode="gray">
                  <a:xfrm rot="6078281">
                    <a:off x="1995" y="2274"/>
                    <a:ext cx="227" cy="816"/>
                  </a:xfrm>
                  <a:prstGeom prst="moon">
                    <a:avLst>
                      <a:gd name="adj" fmla="val 49773"/>
                    </a:avLst>
                  </a:prstGeom>
                  <a:solidFill>
                    <a:srgbClr val="FFFFFF">
                      <a:alpha val="3999"/>
                    </a:srgbClr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65" name="AutoShape 51"/>
                  <p:cNvSpPr>
                    <a:spLocks noChangeArrowheads="1"/>
                  </p:cNvSpPr>
                  <p:nvPr/>
                </p:nvSpPr>
                <p:spPr bwMode="gray">
                  <a:xfrm rot="6373927">
                    <a:off x="2071" y="2296"/>
                    <a:ext cx="227" cy="816"/>
                  </a:xfrm>
                  <a:prstGeom prst="moon">
                    <a:avLst>
                      <a:gd name="adj" fmla="val 49773"/>
                    </a:avLst>
                  </a:prstGeom>
                  <a:solidFill>
                    <a:srgbClr val="FFFFFF">
                      <a:alpha val="3999"/>
                    </a:srgbClr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66" name="AutoShape 52"/>
                  <p:cNvSpPr>
                    <a:spLocks noChangeArrowheads="1"/>
                  </p:cNvSpPr>
                  <p:nvPr/>
                </p:nvSpPr>
                <p:spPr bwMode="gray">
                  <a:xfrm rot="6906312">
                    <a:off x="2161" y="2326"/>
                    <a:ext cx="227" cy="816"/>
                  </a:xfrm>
                  <a:prstGeom prst="moon">
                    <a:avLst>
                      <a:gd name="adj" fmla="val 49773"/>
                    </a:avLst>
                  </a:prstGeom>
                  <a:solidFill>
                    <a:srgbClr val="FFFFFF">
                      <a:alpha val="3999"/>
                    </a:srgbClr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58" name="Group 53"/>
                <p:cNvGrpSpPr/>
                <p:nvPr/>
              </p:nvGrpSpPr>
              <p:grpSpPr bwMode="auto">
                <a:xfrm rot="1353540">
                  <a:off x="2682" y="1111"/>
                  <a:ext cx="743" cy="186"/>
                  <a:chOff x="1565" y="2568"/>
                  <a:chExt cx="1118" cy="279"/>
                </a:xfrm>
              </p:grpSpPr>
              <p:sp>
                <p:nvSpPr>
                  <p:cNvPr id="59" name="AutoShape 54"/>
                  <p:cNvSpPr>
                    <a:spLocks noChangeArrowheads="1"/>
                  </p:cNvSpPr>
                  <p:nvPr/>
                </p:nvSpPr>
                <p:spPr bwMode="gray">
                  <a:xfrm rot="5263130">
                    <a:off x="1859" y="2274"/>
                    <a:ext cx="227" cy="816"/>
                  </a:xfrm>
                  <a:prstGeom prst="moon">
                    <a:avLst>
                      <a:gd name="adj" fmla="val 49773"/>
                    </a:avLst>
                  </a:prstGeom>
                  <a:solidFill>
                    <a:srgbClr val="FFFFFF">
                      <a:alpha val="3999"/>
                    </a:srgbClr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60" name="AutoShape 55"/>
                  <p:cNvSpPr>
                    <a:spLocks noChangeArrowheads="1"/>
                  </p:cNvSpPr>
                  <p:nvPr/>
                </p:nvSpPr>
                <p:spPr bwMode="gray">
                  <a:xfrm rot="6078281">
                    <a:off x="1995" y="2274"/>
                    <a:ext cx="227" cy="816"/>
                  </a:xfrm>
                  <a:prstGeom prst="moon">
                    <a:avLst>
                      <a:gd name="adj" fmla="val 49773"/>
                    </a:avLst>
                  </a:prstGeom>
                  <a:solidFill>
                    <a:srgbClr val="FFFFFF">
                      <a:alpha val="3999"/>
                    </a:srgbClr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61" name="AutoShape 56"/>
                  <p:cNvSpPr>
                    <a:spLocks noChangeArrowheads="1"/>
                  </p:cNvSpPr>
                  <p:nvPr/>
                </p:nvSpPr>
                <p:spPr bwMode="gray">
                  <a:xfrm rot="6373927">
                    <a:off x="2071" y="2296"/>
                    <a:ext cx="227" cy="816"/>
                  </a:xfrm>
                  <a:prstGeom prst="moon">
                    <a:avLst>
                      <a:gd name="adj" fmla="val 49773"/>
                    </a:avLst>
                  </a:prstGeom>
                  <a:solidFill>
                    <a:srgbClr val="FFFFFF">
                      <a:alpha val="3999"/>
                    </a:srgbClr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62" name="AutoShape 57"/>
                  <p:cNvSpPr>
                    <a:spLocks noChangeArrowheads="1"/>
                  </p:cNvSpPr>
                  <p:nvPr/>
                </p:nvSpPr>
                <p:spPr bwMode="gray">
                  <a:xfrm rot="6906312">
                    <a:off x="2161" y="2326"/>
                    <a:ext cx="227" cy="816"/>
                  </a:xfrm>
                  <a:prstGeom prst="moon">
                    <a:avLst>
                      <a:gd name="adj" fmla="val 49773"/>
                    </a:avLst>
                  </a:prstGeom>
                  <a:solidFill>
                    <a:srgbClr val="FFFFFF">
                      <a:alpha val="3999"/>
                    </a:srgbClr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</p:grpSp>
        </p:grpSp>
        <p:grpSp>
          <p:nvGrpSpPr>
            <p:cNvPr id="77" name="Group 127"/>
            <p:cNvGrpSpPr/>
            <p:nvPr/>
          </p:nvGrpSpPr>
          <p:grpSpPr bwMode="auto">
            <a:xfrm rot="-232145">
              <a:off x="5551488" y="3617913"/>
              <a:ext cx="1235075" cy="331787"/>
              <a:chOff x="1824" y="2448"/>
              <a:chExt cx="987" cy="266"/>
            </a:xfrm>
          </p:grpSpPr>
          <p:grpSp>
            <p:nvGrpSpPr>
              <p:cNvPr id="78" name="Group 128"/>
              <p:cNvGrpSpPr/>
              <p:nvPr/>
            </p:nvGrpSpPr>
            <p:grpSpPr bwMode="auto">
              <a:xfrm rot="513316">
                <a:off x="1824" y="2448"/>
                <a:ext cx="957" cy="242"/>
                <a:chOff x="2598" y="1026"/>
                <a:chExt cx="957" cy="242"/>
              </a:xfrm>
            </p:grpSpPr>
            <p:grpSp>
              <p:nvGrpSpPr>
                <p:cNvPr id="102" name="Group 129"/>
                <p:cNvGrpSpPr/>
                <p:nvPr/>
              </p:nvGrpSpPr>
              <p:grpSpPr bwMode="auto">
                <a:xfrm rot="-9970459" flipH="1" flipV="1">
                  <a:off x="2598" y="1026"/>
                  <a:ext cx="957" cy="242"/>
                  <a:chOff x="2532" y="1051"/>
                  <a:chExt cx="893" cy="246"/>
                </a:xfrm>
              </p:grpSpPr>
              <p:grpSp>
                <p:nvGrpSpPr>
                  <p:cNvPr id="135" name="Group 130"/>
                  <p:cNvGrpSpPr/>
                  <p:nvPr/>
                </p:nvGrpSpPr>
                <p:grpSpPr bwMode="auto">
                  <a:xfrm>
                    <a:off x="2532" y="1051"/>
                    <a:ext cx="743" cy="185"/>
                    <a:chOff x="1565" y="2568"/>
                    <a:chExt cx="1118" cy="279"/>
                  </a:xfrm>
                </p:grpSpPr>
                <p:sp>
                  <p:nvSpPr>
                    <p:cNvPr id="141" name="AutoShape 131"/>
                    <p:cNvSpPr>
                      <a:spLocks noChangeArrowheads="1"/>
                    </p:cNvSpPr>
                    <p:nvPr/>
                  </p:nvSpPr>
                  <p:spPr bwMode="gray">
                    <a:xfrm rot="5263130">
                      <a:off x="1859" y="2274"/>
                      <a:ext cx="227" cy="816"/>
                    </a:xfrm>
                    <a:prstGeom prst="moon">
                      <a:avLst>
                        <a:gd name="adj" fmla="val 49773"/>
                      </a:avLst>
                    </a:prstGeom>
                    <a:solidFill>
                      <a:srgbClr val="FFFFFF">
                        <a:alpha val="3999"/>
                      </a:srgbClr>
                    </a:solidFill>
                    <a:ln>
                      <a:noFill/>
                    </a:ln>
                    <a:effectLst/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142" name="AutoShape 132"/>
                    <p:cNvSpPr>
                      <a:spLocks noChangeArrowheads="1"/>
                    </p:cNvSpPr>
                    <p:nvPr/>
                  </p:nvSpPr>
                  <p:spPr bwMode="gray">
                    <a:xfrm rot="6078281">
                      <a:off x="1995" y="2274"/>
                      <a:ext cx="227" cy="816"/>
                    </a:xfrm>
                    <a:prstGeom prst="moon">
                      <a:avLst>
                        <a:gd name="adj" fmla="val 49773"/>
                      </a:avLst>
                    </a:prstGeom>
                    <a:solidFill>
                      <a:srgbClr val="FFFFFF">
                        <a:alpha val="3999"/>
                      </a:srgbClr>
                    </a:solidFill>
                    <a:ln>
                      <a:noFill/>
                    </a:ln>
                    <a:effectLst/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143" name="AutoShape 133"/>
                    <p:cNvSpPr>
                      <a:spLocks noChangeArrowheads="1"/>
                    </p:cNvSpPr>
                    <p:nvPr/>
                  </p:nvSpPr>
                  <p:spPr bwMode="gray">
                    <a:xfrm rot="6373927">
                      <a:off x="2071" y="2296"/>
                      <a:ext cx="227" cy="816"/>
                    </a:xfrm>
                    <a:prstGeom prst="moon">
                      <a:avLst>
                        <a:gd name="adj" fmla="val 49773"/>
                      </a:avLst>
                    </a:prstGeom>
                    <a:solidFill>
                      <a:srgbClr val="FFFFFF">
                        <a:alpha val="3999"/>
                      </a:srgbClr>
                    </a:solidFill>
                    <a:ln>
                      <a:noFill/>
                    </a:ln>
                    <a:effectLst/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144" name="AutoShape 134"/>
                    <p:cNvSpPr>
                      <a:spLocks noChangeArrowheads="1"/>
                    </p:cNvSpPr>
                    <p:nvPr/>
                  </p:nvSpPr>
                  <p:spPr bwMode="gray">
                    <a:xfrm rot="6906312">
                      <a:off x="2161" y="2326"/>
                      <a:ext cx="227" cy="816"/>
                    </a:xfrm>
                    <a:prstGeom prst="moon">
                      <a:avLst>
                        <a:gd name="adj" fmla="val 49773"/>
                      </a:avLst>
                    </a:prstGeom>
                    <a:solidFill>
                      <a:srgbClr val="FFFFFF">
                        <a:alpha val="3999"/>
                      </a:srgbClr>
                    </a:solidFill>
                    <a:ln>
                      <a:noFill/>
                    </a:ln>
                    <a:effectLst/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</p:grpSp>
              <p:grpSp>
                <p:nvGrpSpPr>
                  <p:cNvPr id="136" name="Group 135"/>
                  <p:cNvGrpSpPr/>
                  <p:nvPr/>
                </p:nvGrpSpPr>
                <p:grpSpPr bwMode="auto">
                  <a:xfrm rot="1353540">
                    <a:off x="2682" y="1111"/>
                    <a:ext cx="743" cy="186"/>
                    <a:chOff x="1565" y="2568"/>
                    <a:chExt cx="1118" cy="279"/>
                  </a:xfrm>
                </p:grpSpPr>
                <p:sp>
                  <p:nvSpPr>
                    <p:cNvPr id="137" name="AutoShape 136"/>
                    <p:cNvSpPr>
                      <a:spLocks noChangeArrowheads="1"/>
                    </p:cNvSpPr>
                    <p:nvPr/>
                  </p:nvSpPr>
                  <p:spPr bwMode="gray">
                    <a:xfrm rot="5263130">
                      <a:off x="1859" y="2274"/>
                      <a:ext cx="227" cy="816"/>
                    </a:xfrm>
                    <a:prstGeom prst="moon">
                      <a:avLst>
                        <a:gd name="adj" fmla="val 49773"/>
                      </a:avLst>
                    </a:prstGeom>
                    <a:solidFill>
                      <a:srgbClr val="FFFFFF">
                        <a:alpha val="3999"/>
                      </a:srgbClr>
                    </a:solidFill>
                    <a:ln>
                      <a:noFill/>
                    </a:ln>
                    <a:effectLst/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138" name="AutoShape 137"/>
                    <p:cNvSpPr>
                      <a:spLocks noChangeArrowheads="1"/>
                    </p:cNvSpPr>
                    <p:nvPr/>
                  </p:nvSpPr>
                  <p:spPr bwMode="gray">
                    <a:xfrm rot="6078281">
                      <a:off x="1995" y="2274"/>
                      <a:ext cx="227" cy="816"/>
                    </a:xfrm>
                    <a:prstGeom prst="moon">
                      <a:avLst>
                        <a:gd name="adj" fmla="val 49773"/>
                      </a:avLst>
                    </a:prstGeom>
                    <a:solidFill>
                      <a:srgbClr val="FFFFFF">
                        <a:alpha val="3999"/>
                      </a:srgbClr>
                    </a:solidFill>
                    <a:ln>
                      <a:noFill/>
                    </a:ln>
                    <a:effectLst/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139" name="AutoShape 138"/>
                    <p:cNvSpPr>
                      <a:spLocks noChangeArrowheads="1"/>
                    </p:cNvSpPr>
                    <p:nvPr/>
                  </p:nvSpPr>
                  <p:spPr bwMode="gray">
                    <a:xfrm rot="6373927">
                      <a:off x="2071" y="2296"/>
                      <a:ext cx="227" cy="816"/>
                    </a:xfrm>
                    <a:prstGeom prst="moon">
                      <a:avLst>
                        <a:gd name="adj" fmla="val 49773"/>
                      </a:avLst>
                    </a:prstGeom>
                    <a:solidFill>
                      <a:srgbClr val="FFFFFF">
                        <a:alpha val="3999"/>
                      </a:srgbClr>
                    </a:solidFill>
                    <a:ln>
                      <a:noFill/>
                    </a:ln>
                    <a:effectLst/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140" name="AutoShape 139"/>
                    <p:cNvSpPr>
                      <a:spLocks noChangeArrowheads="1"/>
                    </p:cNvSpPr>
                    <p:nvPr/>
                  </p:nvSpPr>
                  <p:spPr bwMode="gray">
                    <a:xfrm rot="6906312">
                      <a:off x="2161" y="2326"/>
                      <a:ext cx="227" cy="816"/>
                    </a:xfrm>
                    <a:prstGeom prst="moon">
                      <a:avLst>
                        <a:gd name="adj" fmla="val 49773"/>
                      </a:avLst>
                    </a:prstGeom>
                    <a:solidFill>
                      <a:srgbClr val="FFFFFF">
                        <a:alpha val="3999"/>
                      </a:srgbClr>
                    </a:solidFill>
                    <a:ln>
                      <a:noFill/>
                    </a:ln>
                    <a:effectLst/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</p:grpSp>
            </p:grpSp>
            <p:grpSp>
              <p:nvGrpSpPr>
                <p:cNvPr id="103" name="Group 140"/>
                <p:cNvGrpSpPr/>
                <p:nvPr/>
              </p:nvGrpSpPr>
              <p:grpSpPr bwMode="auto">
                <a:xfrm rot="-9970459" flipH="1" flipV="1">
                  <a:off x="2688" y="1056"/>
                  <a:ext cx="784" cy="198"/>
                  <a:chOff x="2532" y="1051"/>
                  <a:chExt cx="893" cy="246"/>
                </a:xfrm>
              </p:grpSpPr>
              <p:grpSp>
                <p:nvGrpSpPr>
                  <p:cNvPr id="104" name="Group 141"/>
                  <p:cNvGrpSpPr/>
                  <p:nvPr/>
                </p:nvGrpSpPr>
                <p:grpSpPr bwMode="auto">
                  <a:xfrm>
                    <a:off x="2532" y="1051"/>
                    <a:ext cx="743" cy="185"/>
                    <a:chOff x="1565" y="2568"/>
                    <a:chExt cx="1118" cy="279"/>
                  </a:xfrm>
                </p:grpSpPr>
                <p:sp>
                  <p:nvSpPr>
                    <p:cNvPr id="131" name="AutoShape 142"/>
                    <p:cNvSpPr>
                      <a:spLocks noChangeArrowheads="1"/>
                    </p:cNvSpPr>
                    <p:nvPr/>
                  </p:nvSpPr>
                  <p:spPr bwMode="gray">
                    <a:xfrm rot="5263130">
                      <a:off x="1859" y="2274"/>
                      <a:ext cx="227" cy="816"/>
                    </a:xfrm>
                    <a:prstGeom prst="moon">
                      <a:avLst>
                        <a:gd name="adj" fmla="val 49773"/>
                      </a:avLst>
                    </a:prstGeom>
                    <a:solidFill>
                      <a:srgbClr val="FFFFFF">
                        <a:alpha val="3999"/>
                      </a:srgbClr>
                    </a:solidFill>
                    <a:ln>
                      <a:noFill/>
                    </a:ln>
                    <a:effectLst/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132" name="AutoShape 143"/>
                    <p:cNvSpPr>
                      <a:spLocks noChangeArrowheads="1"/>
                    </p:cNvSpPr>
                    <p:nvPr/>
                  </p:nvSpPr>
                  <p:spPr bwMode="gray">
                    <a:xfrm rot="6078281">
                      <a:off x="1995" y="2274"/>
                      <a:ext cx="227" cy="816"/>
                    </a:xfrm>
                    <a:prstGeom prst="moon">
                      <a:avLst>
                        <a:gd name="adj" fmla="val 49773"/>
                      </a:avLst>
                    </a:prstGeom>
                    <a:solidFill>
                      <a:srgbClr val="FFFFFF">
                        <a:alpha val="3999"/>
                      </a:srgbClr>
                    </a:solidFill>
                    <a:ln>
                      <a:noFill/>
                    </a:ln>
                    <a:effectLst/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133" name="AutoShape 144"/>
                    <p:cNvSpPr>
                      <a:spLocks noChangeArrowheads="1"/>
                    </p:cNvSpPr>
                    <p:nvPr/>
                  </p:nvSpPr>
                  <p:spPr bwMode="gray">
                    <a:xfrm rot="6373927">
                      <a:off x="2071" y="2296"/>
                      <a:ext cx="227" cy="816"/>
                    </a:xfrm>
                    <a:prstGeom prst="moon">
                      <a:avLst>
                        <a:gd name="adj" fmla="val 49773"/>
                      </a:avLst>
                    </a:prstGeom>
                    <a:solidFill>
                      <a:srgbClr val="FFFFFF">
                        <a:alpha val="3999"/>
                      </a:srgbClr>
                    </a:solidFill>
                    <a:ln>
                      <a:noFill/>
                    </a:ln>
                    <a:effectLst/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134" name="AutoShape 145"/>
                    <p:cNvSpPr>
                      <a:spLocks noChangeArrowheads="1"/>
                    </p:cNvSpPr>
                    <p:nvPr/>
                  </p:nvSpPr>
                  <p:spPr bwMode="gray">
                    <a:xfrm rot="6906312">
                      <a:off x="2161" y="2326"/>
                      <a:ext cx="227" cy="816"/>
                    </a:xfrm>
                    <a:prstGeom prst="moon">
                      <a:avLst>
                        <a:gd name="adj" fmla="val 49773"/>
                      </a:avLst>
                    </a:prstGeom>
                    <a:solidFill>
                      <a:srgbClr val="FFFFFF">
                        <a:alpha val="3999"/>
                      </a:srgbClr>
                    </a:solidFill>
                    <a:ln>
                      <a:noFill/>
                    </a:ln>
                    <a:effectLst/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</p:grpSp>
              <p:grpSp>
                <p:nvGrpSpPr>
                  <p:cNvPr id="105" name="Group 146"/>
                  <p:cNvGrpSpPr/>
                  <p:nvPr/>
                </p:nvGrpSpPr>
                <p:grpSpPr bwMode="auto">
                  <a:xfrm rot="1353540">
                    <a:off x="2682" y="1111"/>
                    <a:ext cx="743" cy="186"/>
                    <a:chOff x="1565" y="2568"/>
                    <a:chExt cx="1118" cy="279"/>
                  </a:xfrm>
                </p:grpSpPr>
                <p:sp>
                  <p:nvSpPr>
                    <p:cNvPr id="106" name="AutoShape 147"/>
                    <p:cNvSpPr>
                      <a:spLocks noChangeArrowheads="1"/>
                    </p:cNvSpPr>
                    <p:nvPr/>
                  </p:nvSpPr>
                  <p:spPr bwMode="gray">
                    <a:xfrm rot="5263130">
                      <a:off x="1859" y="2274"/>
                      <a:ext cx="227" cy="816"/>
                    </a:xfrm>
                    <a:prstGeom prst="moon">
                      <a:avLst>
                        <a:gd name="adj" fmla="val 49773"/>
                      </a:avLst>
                    </a:prstGeom>
                    <a:solidFill>
                      <a:srgbClr val="FFFFFF">
                        <a:alpha val="3999"/>
                      </a:srgbClr>
                    </a:solidFill>
                    <a:ln>
                      <a:noFill/>
                    </a:ln>
                    <a:effectLst/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128" name="AutoShape 148"/>
                    <p:cNvSpPr>
                      <a:spLocks noChangeArrowheads="1"/>
                    </p:cNvSpPr>
                    <p:nvPr/>
                  </p:nvSpPr>
                  <p:spPr bwMode="gray">
                    <a:xfrm rot="6078281">
                      <a:off x="1995" y="2274"/>
                      <a:ext cx="227" cy="816"/>
                    </a:xfrm>
                    <a:prstGeom prst="moon">
                      <a:avLst>
                        <a:gd name="adj" fmla="val 49773"/>
                      </a:avLst>
                    </a:prstGeom>
                    <a:solidFill>
                      <a:srgbClr val="FFFFFF">
                        <a:alpha val="3999"/>
                      </a:srgbClr>
                    </a:solidFill>
                    <a:ln>
                      <a:noFill/>
                    </a:ln>
                    <a:effectLst/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129" name="AutoShape 149"/>
                    <p:cNvSpPr>
                      <a:spLocks noChangeArrowheads="1"/>
                    </p:cNvSpPr>
                    <p:nvPr/>
                  </p:nvSpPr>
                  <p:spPr bwMode="gray">
                    <a:xfrm rot="6373927">
                      <a:off x="2071" y="2296"/>
                      <a:ext cx="227" cy="816"/>
                    </a:xfrm>
                    <a:prstGeom prst="moon">
                      <a:avLst>
                        <a:gd name="adj" fmla="val 49773"/>
                      </a:avLst>
                    </a:prstGeom>
                    <a:solidFill>
                      <a:srgbClr val="FFFFFF">
                        <a:alpha val="3999"/>
                      </a:srgbClr>
                    </a:solidFill>
                    <a:ln>
                      <a:noFill/>
                    </a:ln>
                    <a:effectLst/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130" name="AutoShape 150"/>
                    <p:cNvSpPr>
                      <a:spLocks noChangeArrowheads="1"/>
                    </p:cNvSpPr>
                    <p:nvPr/>
                  </p:nvSpPr>
                  <p:spPr bwMode="gray">
                    <a:xfrm rot="6906312">
                      <a:off x="2161" y="2326"/>
                      <a:ext cx="227" cy="816"/>
                    </a:xfrm>
                    <a:prstGeom prst="moon">
                      <a:avLst>
                        <a:gd name="adj" fmla="val 49773"/>
                      </a:avLst>
                    </a:prstGeom>
                    <a:solidFill>
                      <a:srgbClr val="FFFFFF">
                        <a:alpha val="3999"/>
                      </a:srgbClr>
                    </a:solidFill>
                    <a:ln>
                      <a:noFill/>
                    </a:ln>
                    <a:effectLst/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</p:grpSp>
            </p:grpSp>
          </p:grpSp>
          <p:grpSp>
            <p:nvGrpSpPr>
              <p:cNvPr id="79" name="Group 151"/>
              <p:cNvGrpSpPr/>
              <p:nvPr/>
            </p:nvGrpSpPr>
            <p:grpSpPr bwMode="auto">
              <a:xfrm rot="513316">
                <a:off x="1854" y="2472"/>
                <a:ext cx="957" cy="242"/>
                <a:chOff x="2598" y="1026"/>
                <a:chExt cx="957" cy="242"/>
              </a:xfrm>
            </p:grpSpPr>
            <p:grpSp>
              <p:nvGrpSpPr>
                <p:cNvPr id="80" name="Group 152"/>
                <p:cNvGrpSpPr/>
                <p:nvPr/>
              </p:nvGrpSpPr>
              <p:grpSpPr bwMode="auto">
                <a:xfrm rot="-9970459" flipH="1" flipV="1">
                  <a:off x="2598" y="1026"/>
                  <a:ext cx="957" cy="242"/>
                  <a:chOff x="2532" y="1051"/>
                  <a:chExt cx="893" cy="246"/>
                </a:xfrm>
              </p:grpSpPr>
              <p:grpSp>
                <p:nvGrpSpPr>
                  <p:cNvPr id="92" name="Group 153"/>
                  <p:cNvGrpSpPr/>
                  <p:nvPr/>
                </p:nvGrpSpPr>
                <p:grpSpPr bwMode="auto">
                  <a:xfrm>
                    <a:off x="2532" y="1051"/>
                    <a:ext cx="743" cy="185"/>
                    <a:chOff x="1565" y="2568"/>
                    <a:chExt cx="1118" cy="279"/>
                  </a:xfrm>
                </p:grpSpPr>
                <p:sp>
                  <p:nvSpPr>
                    <p:cNvPr id="98" name="AutoShape 154"/>
                    <p:cNvSpPr>
                      <a:spLocks noChangeArrowheads="1"/>
                    </p:cNvSpPr>
                    <p:nvPr/>
                  </p:nvSpPr>
                  <p:spPr bwMode="gray">
                    <a:xfrm rot="5263130">
                      <a:off x="1859" y="2274"/>
                      <a:ext cx="227" cy="816"/>
                    </a:xfrm>
                    <a:prstGeom prst="moon">
                      <a:avLst>
                        <a:gd name="adj" fmla="val 49773"/>
                      </a:avLst>
                    </a:prstGeom>
                    <a:solidFill>
                      <a:srgbClr val="FFFFFF">
                        <a:alpha val="2000"/>
                      </a:srgbClr>
                    </a:solidFill>
                    <a:ln>
                      <a:noFill/>
                    </a:ln>
                    <a:effectLst/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99" name="AutoShape 155"/>
                    <p:cNvSpPr>
                      <a:spLocks noChangeArrowheads="1"/>
                    </p:cNvSpPr>
                    <p:nvPr/>
                  </p:nvSpPr>
                  <p:spPr bwMode="gray">
                    <a:xfrm rot="6078281">
                      <a:off x="1995" y="2274"/>
                      <a:ext cx="227" cy="816"/>
                    </a:xfrm>
                    <a:prstGeom prst="moon">
                      <a:avLst>
                        <a:gd name="adj" fmla="val 49773"/>
                      </a:avLst>
                    </a:prstGeom>
                    <a:solidFill>
                      <a:srgbClr val="FFFFFF">
                        <a:alpha val="2000"/>
                      </a:srgbClr>
                    </a:solidFill>
                    <a:ln>
                      <a:noFill/>
                    </a:ln>
                    <a:effectLst/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100" name="AutoShape 156"/>
                    <p:cNvSpPr>
                      <a:spLocks noChangeArrowheads="1"/>
                    </p:cNvSpPr>
                    <p:nvPr/>
                  </p:nvSpPr>
                  <p:spPr bwMode="gray">
                    <a:xfrm rot="6373927">
                      <a:off x="2071" y="2296"/>
                      <a:ext cx="227" cy="816"/>
                    </a:xfrm>
                    <a:prstGeom prst="moon">
                      <a:avLst>
                        <a:gd name="adj" fmla="val 49773"/>
                      </a:avLst>
                    </a:prstGeom>
                    <a:solidFill>
                      <a:srgbClr val="FFFFFF">
                        <a:alpha val="2000"/>
                      </a:srgbClr>
                    </a:solidFill>
                    <a:ln>
                      <a:noFill/>
                    </a:ln>
                    <a:effectLst/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101" name="AutoShape 157"/>
                    <p:cNvSpPr>
                      <a:spLocks noChangeArrowheads="1"/>
                    </p:cNvSpPr>
                    <p:nvPr/>
                  </p:nvSpPr>
                  <p:spPr bwMode="gray">
                    <a:xfrm rot="6906312">
                      <a:off x="2161" y="2326"/>
                      <a:ext cx="227" cy="816"/>
                    </a:xfrm>
                    <a:prstGeom prst="moon">
                      <a:avLst>
                        <a:gd name="adj" fmla="val 49773"/>
                      </a:avLst>
                    </a:prstGeom>
                    <a:solidFill>
                      <a:srgbClr val="FFFFFF">
                        <a:alpha val="2000"/>
                      </a:srgbClr>
                    </a:solidFill>
                    <a:ln>
                      <a:noFill/>
                    </a:ln>
                    <a:effectLst/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</p:grpSp>
              <p:grpSp>
                <p:nvGrpSpPr>
                  <p:cNvPr id="93" name="Group 158"/>
                  <p:cNvGrpSpPr/>
                  <p:nvPr/>
                </p:nvGrpSpPr>
                <p:grpSpPr bwMode="auto">
                  <a:xfrm rot="1353540">
                    <a:off x="2682" y="1111"/>
                    <a:ext cx="743" cy="186"/>
                    <a:chOff x="1565" y="2568"/>
                    <a:chExt cx="1118" cy="279"/>
                  </a:xfrm>
                </p:grpSpPr>
                <p:sp>
                  <p:nvSpPr>
                    <p:cNvPr id="94" name="AutoShape 159"/>
                    <p:cNvSpPr>
                      <a:spLocks noChangeArrowheads="1"/>
                    </p:cNvSpPr>
                    <p:nvPr/>
                  </p:nvSpPr>
                  <p:spPr bwMode="gray">
                    <a:xfrm rot="5263130">
                      <a:off x="1859" y="2274"/>
                      <a:ext cx="227" cy="816"/>
                    </a:xfrm>
                    <a:prstGeom prst="moon">
                      <a:avLst>
                        <a:gd name="adj" fmla="val 49773"/>
                      </a:avLst>
                    </a:prstGeom>
                    <a:solidFill>
                      <a:srgbClr val="FFFFFF">
                        <a:alpha val="2000"/>
                      </a:srgbClr>
                    </a:solidFill>
                    <a:ln>
                      <a:noFill/>
                    </a:ln>
                    <a:effectLst/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95" name="AutoShape 160"/>
                    <p:cNvSpPr>
                      <a:spLocks noChangeArrowheads="1"/>
                    </p:cNvSpPr>
                    <p:nvPr/>
                  </p:nvSpPr>
                  <p:spPr bwMode="gray">
                    <a:xfrm rot="6078281">
                      <a:off x="1995" y="2274"/>
                      <a:ext cx="227" cy="816"/>
                    </a:xfrm>
                    <a:prstGeom prst="moon">
                      <a:avLst>
                        <a:gd name="adj" fmla="val 49773"/>
                      </a:avLst>
                    </a:prstGeom>
                    <a:solidFill>
                      <a:srgbClr val="FFFFFF">
                        <a:alpha val="2000"/>
                      </a:srgbClr>
                    </a:solidFill>
                    <a:ln>
                      <a:noFill/>
                    </a:ln>
                    <a:effectLst/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96" name="AutoShape 161"/>
                    <p:cNvSpPr>
                      <a:spLocks noChangeArrowheads="1"/>
                    </p:cNvSpPr>
                    <p:nvPr/>
                  </p:nvSpPr>
                  <p:spPr bwMode="gray">
                    <a:xfrm rot="6373927">
                      <a:off x="2071" y="2296"/>
                      <a:ext cx="227" cy="816"/>
                    </a:xfrm>
                    <a:prstGeom prst="moon">
                      <a:avLst>
                        <a:gd name="adj" fmla="val 49773"/>
                      </a:avLst>
                    </a:prstGeom>
                    <a:solidFill>
                      <a:srgbClr val="FFFFFF">
                        <a:alpha val="2000"/>
                      </a:srgbClr>
                    </a:solidFill>
                    <a:ln>
                      <a:noFill/>
                    </a:ln>
                    <a:effectLst/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97" name="AutoShape 162"/>
                    <p:cNvSpPr>
                      <a:spLocks noChangeArrowheads="1"/>
                    </p:cNvSpPr>
                    <p:nvPr/>
                  </p:nvSpPr>
                  <p:spPr bwMode="gray">
                    <a:xfrm rot="6906312">
                      <a:off x="2161" y="2326"/>
                      <a:ext cx="227" cy="816"/>
                    </a:xfrm>
                    <a:prstGeom prst="moon">
                      <a:avLst>
                        <a:gd name="adj" fmla="val 49773"/>
                      </a:avLst>
                    </a:prstGeom>
                    <a:solidFill>
                      <a:srgbClr val="FFFFFF">
                        <a:alpha val="2000"/>
                      </a:srgbClr>
                    </a:solidFill>
                    <a:ln>
                      <a:noFill/>
                    </a:ln>
                    <a:effectLst/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</p:grpSp>
            </p:grpSp>
            <p:grpSp>
              <p:nvGrpSpPr>
                <p:cNvPr id="81" name="Group 163"/>
                <p:cNvGrpSpPr/>
                <p:nvPr/>
              </p:nvGrpSpPr>
              <p:grpSpPr bwMode="auto">
                <a:xfrm rot="-9970459" flipH="1" flipV="1">
                  <a:off x="2688" y="1056"/>
                  <a:ext cx="784" cy="198"/>
                  <a:chOff x="2532" y="1051"/>
                  <a:chExt cx="893" cy="246"/>
                </a:xfrm>
              </p:grpSpPr>
              <p:grpSp>
                <p:nvGrpSpPr>
                  <p:cNvPr id="82" name="Group 164"/>
                  <p:cNvGrpSpPr/>
                  <p:nvPr/>
                </p:nvGrpSpPr>
                <p:grpSpPr bwMode="auto">
                  <a:xfrm>
                    <a:off x="2532" y="1051"/>
                    <a:ext cx="743" cy="185"/>
                    <a:chOff x="1565" y="2568"/>
                    <a:chExt cx="1118" cy="279"/>
                  </a:xfrm>
                </p:grpSpPr>
                <p:sp>
                  <p:nvSpPr>
                    <p:cNvPr id="88" name="AutoShape 165"/>
                    <p:cNvSpPr>
                      <a:spLocks noChangeArrowheads="1"/>
                    </p:cNvSpPr>
                    <p:nvPr/>
                  </p:nvSpPr>
                  <p:spPr bwMode="gray">
                    <a:xfrm rot="5263130">
                      <a:off x="1859" y="2274"/>
                      <a:ext cx="227" cy="816"/>
                    </a:xfrm>
                    <a:prstGeom prst="moon">
                      <a:avLst>
                        <a:gd name="adj" fmla="val 49773"/>
                      </a:avLst>
                    </a:prstGeom>
                    <a:solidFill>
                      <a:srgbClr val="FFFFFF">
                        <a:alpha val="2000"/>
                      </a:srgbClr>
                    </a:solidFill>
                    <a:ln>
                      <a:noFill/>
                    </a:ln>
                    <a:effectLst/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89" name="AutoShape 166"/>
                    <p:cNvSpPr>
                      <a:spLocks noChangeArrowheads="1"/>
                    </p:cNvSpPr>
                    <p:nvPr/>
                  </p:nvSpPr>
                  <p:spPr bwMode="gray">
                    <a:xfrm rot="6078281">
                      <a:off x="1995" y="2274"/>
                      <a:ext cx="227" cy="816"/>
                    </a:xfrm>
                    <a:prstGeom prst="moon">
                      <a:avLst>
                        <a:gd name="adj" fmla="val 49773"/>
                      </a:avLst>
                    </a:prstGeom>
                    <a:solidFill>
                      <a:srgbClr val="FFFFFF">
                        <a:alpha val="2000"/>
                      </a:srgbClr>
                    </a:solidFill>
                    <a:ln>
                      <a:noFill/>
                    </a:ln>
                    <a:effectLst/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90" name="AutoShape 167"/>
                    <p:cNvSpPr>
                      <a:spLocks noChangeArrowheads="1"/>
                    </p:cNvSpPr>
                    <p:nvPr/>
                  </p:nvSpPr>
                  <p:spPr bwMode="gray">
                    <a:xfrm rot="6373927">
                      <a:off x="2071" y="2296"/>
                      <a:ext cx="227" cy="816"/>
                    </a:xfrm>
                    <a:prstGeom prst="moon">
                      <a:avLst>
                        <a:gd name="adj" fmla="val 49773"/>
                      </a:avLst>
                    </a:prstGeom>
                    <a:solidFill>
                      <a:srgbClr val="FFFFFF">
                        <a:alpha val="2000"/>
                      </a:srgbClr>
                    </a:solidFill>
                    <a:ln>
                      <a:noFill/>
                    </a:ln>
                    <a:effectLst/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91" name="AutoShape 168"/>
                    <p:cNvSpPr>
                      <a:spLocks noChangeArrowheads="1"/>
                    </p:cNvSpPr>
                    <p:nvPr/>
                  </p:nvSpPr>
                  <p:spPr bwMode="gray">
                    <a:xfrm rot="6906312">
                      <a:off x="2161" y="2326"/>
                      <a:ext cx="227" cy="816"/>
                    </a:xfrm>
                    <a:prstGeom prst="moon">
                      <a:avLst>
                        <a:gd name="adj" fmla="val 49773"/>
                      </a:avLst>
                    </a:prstGeom>
                    <a:solidFill>
                      <a:srgbClr val="FFFFFF">
                        <a:alpha val="2000"/>
                      </a:srgbClr>
                    </a:solidFill>
                    <a:ln>
                      <a:noFill/>
                    </a:ln>
                    <a:effectLst/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</p:grpSp>
              <p:grpSp>
                <p:nvGrpSpPr>
                  <p:cNvPr id="83" name="Group 169"/>
                  <p:cNvGrpSpPr/>
                  <p:nvPr/>
                </p:nvGrpSpPr>
                <p:grpSpPr bwMode="auto">
                  <a:xfrm rot="1353540">
                    <a:off x="2682" y="1111"/>
                    <a:ext cx="743" cy="186"/>
                    <a:chOff x="1565" y="2568"/>
                    <a:chExt cx="1118" cy="279"/>
                  </a:xfrm>
                </p:grpSpPr>
                <p:sp>
                  <p:nvSpPr>
                    <p:cNvPr id="84" name="AutoShape 170"/>
                    <p:cNvSpPr>
                      <a:spLocks noChangeArrowheads="1"/>
                    </p:cNvSpPr>
                    <p:nvPr/>
                  </p:nvSpPr>
                  <p:spPr bwMode="gray">
                    <a:xfrm rot="5263130">
                      <a:off x="1859" y="2274"/>
                      <a:ext cx="227" cy="816"/>
                    </a:xfrm>
                    <a:prstGeom prst="moon">
                      <a:avLst>
                        <a:gd name="adj" fmla="val 49773"/>
                      </a:avLst>
                    </a:prstGeom>
                    <a:solidFill>
                      <a:srgbClr val="FFFFFF">
                        <a:alpha val="2000"/>
                      </a:srgbClr>
                    </a:solidFill>
                    <a:ln>
                      <a:noFill/>
                    </a:ln>
                    <a:effectLst/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85" name="AutoShape 171"/>
                    <p:cNvSpPr>
                      <a:spLocks noChangeArrowheads="1"/>
                    </p:cNvSpPr>
                    <p:nvPr/>
                  </p:nvSpPr>
                  <p:spPr bwMode="gray">
                    <a:xfrm rot="6078281">
                      <a:off x="1995" y="2274"/>
                      <a:ext cx="227" cy="816"/>
                    </a:xfrm>
                    <a:prstGeom prst="moon">
                      <a:avLst>
                        <a:gd name="adj" fmla="val 49773"/>
                      </a:avLst>
                    </a:prstGeom>
                    <a:solidFill>
                      <a:srgbClr val="FFFFFF">
                        <a:alpha val="2000"/>
                      </a:srgbClr>
                    </a:solidFill>
                    <a:ln>
                      <a:noFill/>
                    </a:ln>
                    <a:effectLst/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86" name="AutoShape 172"/>
                    <p:cNvSpPr>
                      <a:spLocks noChangeArrowheads="1"/>
                    </p:cNvSpPr>
                    <p:nvPr/>
                  </p:nvSpPr>
                  <p:spPr bwMode="gray">
                    <a:xfrm rot="6373927">
                      <a:off x="2071" y="2296"/>
                      <a:ext cx="227" cy="816"/>
                    </a:xfrm>
                    <a:prstGeom prst="moon">
                      <a:avLst>
                        <a:gd name="adj" fmla="val 49773"/>
                      </a:avLst>
                    </a:prstGeom>
                    <a:solidFill>
                      <a:srgbClr val="FFFFFF">
                        <a:alpha val="2000"/>
                      </a:srgbClr>
                    </a:solidFill>
                    <a:ln>
                      <a:noFill/>
                    </a:ln>
                    <a:effectLst/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87" name="AutoShape 173"/>
                    <p:cNvSpPr>
                      <a:spLocks noChangeArrowheads="1"/>
                    </p:cNvSpPr>
                    <p:nvPr/>
                  </p:nvSpPr>
                  <p:spPr bwMode="gray">
                    <a:xfrm rot="6906312">
                      <a:off x="2161" y="2326"/>
                      <a:ext cx="227" cy="816"/>
                    </a:xfrm>
                    <a:prstGeom prst="moon">
                      <a:avLst>
                        <a:gd name="adj" fmla="val 49773"/>
                      </a:avLst>
                    </a:prstGeom>
                    <a:solidFill>
                      <a:srgbClr val="FFFFFF">
                        <a:alpha val="2000"/>
                      </a:srgbClr>
                    </a:solidFill>
                    <a:ln>
                      <a:noFill/>
                    </a:ln>
                    <a:effectLst/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</p:grpSp>
            </p:grpSp>
          </p:grpSp>
        </p:grpSp>
      </p:grpSp>
      <p:sp>
        <p:nvSpPr>
          <p:cNvPr id="127" name="TextBox 126"/>
          <p:cNvSpPr txBox="1"/>
          <p:nvPr/>
        </p:nvSpPr>
        <p:spPr>
          <a:xfrm>
            <a:off x="5148064" y="3138083"/>
            <a:ext cx="1498259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700" b="1" dirty="0" smtClean="0">
                <a:solidFill>
                  <a:srgbClr val="C00000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够不够借位？</a:t>
            </a:r>
            <a:endParaRPr lang="en-US" altLang="zh-CN" sz="1700" b="1" dirty="0" smtClean="0">
              <a:solidFill>
                <a:srgbClr val="C00000"/>
              </a:solidFill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051121" y="3544005"/>
            <a:ext cx="1637265" cy="268032"/>
          </a:xfrm>
          <a:prstGeom prst="rect">
            <a:avLst/>
          </a:prstGeom>
          <a:solidFill>
            <a:schemeClr val="accent6"/>
          </a:solidFill>
        </p:spPr>
        <p:txBody>
          <a:bodyPr wrap="square" tIns="10800" bIns="10800" rtlCol="0">
            <a:spAutoFit/>
          </a:bodyPr>
          <a:lstStyle/>
          <a:p>
            <a:r>
              <a:rPr lang="zh-CN" altLang="en-US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原始主机位</a:t>
            </a:r>
            <a:r>
              <a:rPr lang="en-US" altLang="zh-CN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</a:t>
            </a:r>
            <a:endParaRPr lang="zh-CN" altLang="en-US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45" name="组合 144"/>
          <p:cNvGrpSpPr/>
          <p:nvPr/>
        </p:nvGrpSpPr>
        <p:grpSpPr>
          <a:xfrm rot="5400000">
            <a:off x="5676958" y="3481935"/>
            <a:ext cx="180000" cy="900000"/>
            <a:chOff x="751562" y="4543425"/>
            <a:chExt cx="456540" cy="938213"/>
          </a:xfrm>
          <a:solidFill>
            <a:schemeClr val="accent2"/>
          </a:solidFill>
        </p:grpSpPr>
        <p:grpSp>
          <p:nvGrpSpPr>
            <p:cNvPr id="146" name="Group 3"/>
            <p:cNvGrpSpPr/>
            <p:nvPr/>
          </p:nvGrpSpPr>
          <p:grpSpPr bwMode="auto">
            <a:xfrm>
              <a:off x="884102" y="4543425"/>
              <a:ext cx="324000" cy="938213"/>
              <a:chOff x="677" y="998"/>
              <a:chExt cx="939" cy="2271"/>
            </a:xfrm>
            <a:grpFill/>
          </p:grpSpPr>
          <p:sp>
            <p:nvSpPr>
              <p:cNvPr id="148" name="Freeform 4"/>
              <p:cNvSpPr/>
              <p:nvPr/>
            </p:nvSpPr>
            <p:spPr bwMode="gray">
              <a:xfrm flipV="1">
                <a:off x="683" y="2087"/>
                <a:ext cx="933" cy="1182"/>
              </a:xfrm>
              <a:custGeom>
                <a:avLst/>
                <a:gdLst>
                  <a:gd name="T0" fmla="*/ 118 w 933"/>
                  <a:gd name="T1" fmla="*/ 1044 h 1182"/>
                  <a:gd name="T2" fmla="*/ 128 w 933"/>
                  <a:gd name="T3" fmla="*/ 340 h 1182"/>
                  <a:gd name="T4" fmla="*/ 264 w 933"/>
                  <a:gd name="T5" fmla="*/ 210 h 1182"/>
                  <a:gd name="T6" fmla="*/ 720 w 933"/>
                  <a:gd name="T7" fmla="*/ 202 h 1182"/>
                  <a:gd name="T8" fmla="*/ 720 w 933"/>
                  <a:gd name="T9" fmla="*/ 320 h 1182"/>
                  <a:gd name="T10" fmla="*/ 933 w 933"/>
                  <a:gd name="T11" fmla="*/ 153 h 1182"/>
                  <a:gd name="T12" fmla="*/ 712 w 933"/>
                  <a:gd name="T13" fmla="*/ 0 h 1182"/>
                  <a:gd name="T14" fmla="*/ 714 w 933"/>
                  <a:gd name="T15" fmla="*/ 92 h 1182"/>
                  <a:gd name="T16" fmla="*/ 234 w 933"/>
                  <a:gd name="T17" fmla="*/ 94 h 1182"/>
                  <a:gd name="T18" fmla="*/ 0 w 933"/>
                  <a:gd name="T19" fmla="*/ 298 h 1182"/>
                  <a:gd name="T20" fmla="*/ 0 w 933"/>
                  <a:gd name="T21" fmla="*/ 1058 h 1182"/>
                  <a:gd name="T22" fmla="*/ 118 w 933"/>
                  <a:gd name="T23" fmla="*/ 1044 h 11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933" h="1182">
                    <a:moveTo>
                      <a:pt x="118" y="1044"/>
                    </a:moveTo>
                    <a:lnTo>
                      <a:pt x="128" y="340"/>
                    </a:lnTo>
                    <a:cubicBezTo>
                      <a:pt x="134" y="214"/>
                      <a:pt x="182" y="212"/>
                      <a:pt x="264" y="210"/>
                    </a:cubicBezTo>
                    <a:lnTo>
                      <a:pt x="720" y="202"/>
                    </a:lnTo>
                    <a:lnTo>
                      <a:pt x="720" y="320"/>
                    </a:lnTo>
                    <a:lnTo>
                      <a:pt x="933" y="153"/>
                    </a:lnTo>
                    <a:lnTo>
                      <a:pt x="712" y="0"/>
                    </a:lnTo>
                    <a:lnTo>
                      <a:pt x="714" y="92"/>
                    </a:lnTo>
                    <a:cubicBezTo>
                      <a:pt x="714" y="92"/>
                      <a:pt x="406" y="94"/>
                      <a:pt x="234" y="94"/>
                    </a:cubicBezTo>
                    <a:cubicBezTo>
                      <a:pt x="60" y="96"/>
                      <a:pt x="2" y="156"/>
                      <a:pt x="0" y="298"/>
                    </a:cubicBezTo>
                    <a:lnTo>
                      <a:pt x="0" y="1058"/>
                    </a:lnTo>
                    <a:cubicBezTo>
                      <a:pt x="20" y="1182"/>
                      <a:pt x="93" y="1170"/>
                      <a:pt x="118" y="1044"/>
                    </a:cubicBezTo>
                    <a:close/>
                  </a:path>
                </a:pathLst>
              </a:custGeom>
              <a:grpFill/>
              <a:ln w="12700" cap="flat" cmpd="sng">
                <a:solidFill>
                  <a:schemeClr val="accent6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292929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Arial" panose="020B0604020202020204"/>
                </a:endParaRPr>
              </a:p>
            </p:txBody>
          </p:sp>
          <p:sp>
            <p:nvSpPr>
              <p:cNvPr id="149" name="Freeform 6"/>
              <p:cNvSpPr/>
              <p:nvPr/>
            </p:nvSpPr>
            <p:spPr bwMode="gray">
              <a:xfrm>
                <a:off x="677" y="998"/>
                <a:ext cx="933" cy="1182"/>
              </a:xfrm>
              <a:custGeom>
                <a:avLst/>
                <a:gdLst>
                  <a:gd name="T0" fmla="*/ 118 w 933"/>
                  <a:gd name="T1" fmla="*/ 1044 h 1182"/>
                  <a:gd name="T2" fmla="*/ 128 w 933"/>
                  <a:gd name="T3" fmla="*/ 340 h 1182"/>
                  <a:gd name="T4" fmla="*/ 264 w 933"/>
                  <a:gd name="T5" fmla="*/ 210 h 1182"/>
                  <a:gd name="T6" fmla="*/ 720 w 933"/>
                  <a:gd name="T7" fmla="*/ 202 h 1182"/>
                  <a:gd name="T8" fmla="*/ 720 w 933"/>
                  <a:gd name="T9" fmla="*/ 320 h 1182"/>
                  <a:gd name="T10" fmla="*/ 933 w 933"/>
                  <a:gd name="T11" fmla="*/ 153 h 1182"/>
                  <a:gd name="T12" fmla="*/ 712 w 933"/>
                  <a:gd name="T13" fmla="*/ 0 h 1182"/>
                  <a:gd name="T14" fmla="*/ 714 w 933"/>
                  <a:gd name="T15" fmla="*/ 92 h 1182"/>
                  <a:gd name="T16" fmla="*/ 234 w 933"/>
                  <a:gd name="T17" fmla="*/ 94 h 1182"/>
                  <a:gd name="T18" fmla="*/ 0 w 933"/>
                  <a:gd name="T19" fmla="*/ 298 h 1182"/>
                  <a:gd name="T20" fmla="*/ 0 w 933"/>
                  <a:gd name="T21" fmla="*/ 1058 h 1182"/>
                  <a:gd name="T22" fmla="*/ 118 w 933"/>
                  <a:gd name="T23" fmla="*/ 1044 h 11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933" h="1182">
                    <a:moveTo>
                      <a:pt x="118" y="1044"/>
                    </a:moveTo>
                    <a:lnTo>
                      <a:pt x="128" y="340"/>
                    </a:lnTo>
                    <a:cubicBezTo>
                      <a:pt x="134" y="214"/>
                      <a:pt x="182" y="212"/>
                      <a:pt x="264" y="210"/>
                    </a:cubicBezTo>
                    <a:lnTo>
                      <a:pt x="720" y="202"/>
                    </a:lnTo>
                    <a:lnTo>
                      <a:pt x="720" y="320"/>
                    </a:lnTo>
                    <a:lnTo>
                      <a:pt x="933" y="153"/>
                    </a:lnTo>
                    <a:lnTo>
                      <a:pt x="712" y="0"/>
                    </a:lnTo>
                    <a:lnTo>
                      <a:pt x="714" y="92"/>
                    </a:lnTo>
                    <a:cubicBezTo>
                      <a:pt x="714" y="92"/>
                      <a:pt x="406" y="94"/>
                      <a:pt x="234" y="94"/>
                    </a:cubicBezTo>
                    <a:cubicBezTo>
                      <a:pt x="60" y="96"/>
                      <a:pt x="2" y="156"/>
                      <a:pt x="0" y="298"/>
                    </a:cubicBezTo>
                    <a:lnTo>
                      <a:pt x="0" y="1058"/>
                    </a:lnTo>
                    <a:cubicBezTo>
                      <a:pt x="20" y="1182"/>
                      <a:pt x="93" y="1170"/>
                      <a:pt x="118" y="1044"/>
                    </a:cubicBezTo>
                    <a:close/>
                  </a:path>
                </a:pathLst>
              </a:custGeom>
              <a:grpFill/>
              <a:ln w="12700" cap="flat" cmpd="sng">
                <a:solidFill>
                  <a:schemeClr val="accent6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292929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Arial" panose="020B0604020202020204"/>
                </a:endParaRPr>
              </a:p>
            </p:txBody>
          </p:sp>
        </p:grpSp>
        <p:cxnSp>
          <p:nvCxnSpPr>
            <p:cNvPr id="147" name="直接连接符 146"/>
            <p:cNvCxnSpPr/>
            <p:nvPr/>
          </p:nvCxnSpPr>
          <p:spPr>
            <a:xfrm>
              <a:off x="751562" y="5006690"/>
              <a:ext cx="180000" cy="0"/>
            </a:xfrm>
            <a:prstGeom prst="line">
              <a:avLst/>
            </a:prstGeom>
            <a:grpFill/>
            <a:ln w="50800" cap="flat" cmpd="sng" algn="ctr">
              <a:solidFill>
                <a:schemeClr val="accent6"/>
              </a:solidFill>
              <a:prstDash val="solid"/>
              <a:miter lim="800000"/>
            </a:ln>
            <a:effectLst/>
          </p:spPr>
        </p:cxnSp>
      </p:grpSp>
      <p:sp>
        <p:nvSpPr>
          <p:cNvPr id="150" name="TextBox 149"/>
          <p:cNvSpPr txBox="1"/>
          <p:nvPr/>
        </p:nvSpPr>
        <p:spPr>
          <a:xfrm>
            <a:off x="4610141" y="4025706"/>
            <a:ext cx="1214308" cy="268032"/>
          </a:xfrm>
          <a:prstGeom prst="rect">
            <a:avLst/>
          </a:prstGeom>
          <a:solidFill>
            <a:schemeClr val="accent5"/>
          </a:solidFill>
        </p:spPr>
        <p:txBody>
          <a:bodyPr wrap="square" tIns="10800" bIns="10800" rtlCol="0">
            <a:spAutoFit/>
          </a:bodyPr>
          <a:lstStyle/>
          <a:p>
            <a:r>
              <a:rPr lang="zh-CN" altLang="en-US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子网位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</a:t>
            </a:r>
            <a:endParaRPr lang="zh-CN" altLang="en-US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1" name="TextBox 150"/>
          <p:cNvSpPr txBox="1"/>
          <p:nvPr/>
        </p:nvSpPr>
        <p:spPr>
          <a:xfrm>
            <a:off x="5853798" y="4025706"/>
            <a:ext cx="1033652" cy="268032"/>
          </a:xfrm>
          <a:prstGeom prst="rect">
            <a:avLst/>
          </a:prstGeom>
          <a:solidFill>
            <a:srgbClr val="FFC000"/>
          </a:solidFill>
        </p:spPr>
        <p:txBody>
          <a:bodyPr wrap="square" lIns="18000" tIns="10800" rIns="18000" bIns="10800" rtlCol="0">
            <a:spAutoFit/>
          </a:bodyPr>
          <a:lstStyle/>
          <a:p>
            <a:r>
              <a:rPr lang="zh-CN" altLang="en-US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主机位</a:t>
            </a:r>
            <a:r>
              <a:rPr lang="en-US" altLang="zh-CN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zh-CN" altLang="en-US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</a:t>
            </a:r>
            <a:endParaRPr lang="zh-CN" altLang="en-US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52" name="直接连接符 151"/>
          <p:cNvCxnSpPr/>
          <p:nvPr/>
        </p:nvCxnSpPr>
        <p:spPr>
          <a:xfrm>
            <a:off x="4212280" y="4427857"/>
            <a:ext cx="2700000" cy="0"/>
          </a:xfrm>
          <a:prstGeom prst="line">
            <a:avLst/>
          </a:prstGeom>
          <a:ln w="2540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直接连接符 153"/>
          <p:cNvCxnSpPr/>
          <p:nvPr/>
        </p:nvCxnSpPr>
        <p:spPr>
          <a:xfrm flipV="1">
            <a:off x="6948264" y="3092936"/>
            <a:ext cx="0" cy="1346210"/>
          </a:xfrm>
          <a:prstGeom prst="line">
            <a:avLst/>
          </a:prstGeom>
          <a:ln w="2540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BFAF8"/>
              </a:clrFrom>
              <a:clrTo>
                <a:srgbClr val="FBFAF8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6216" y="3087095"/>
            <a:ext cx="408857" cy="43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5" name="矩形 154"/>
          <p:cNvSpPr/>
          <p:nvPr/>
        </p:nvSpPr>
        <p:spPr>
          <a:xfrm>
            <a:off x="107505" y="768578"/>
            <a:ext cx="3960000" cy="3819396"/>
          </a:xfrm>
          <a:prstGeom prst="rect">
            <a:avLst/>
          </a:prstGeom>
          <a:solidFill>
            <a:sysClr val="window" lastClr="FFFFFF"/>
          </a:solidFill>
          <a:ln w="9525" cap="flat" cmpd="sng" algn="ctr">
            <a:solidFill>
              <a:srgbClr val="31BDCA">
                <a:shade val="50000"/>
              </a:srgbClr>
            </a:solidFill>
            <a:prstDash val="dash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</p:txBody>
      </p:sp>
      <p:grpSp>
        <p:nvGrpSpPr>
          <p:cNvPr id="156" name="组合 155"/>
          <p:cNvGrpSpPr/>
          <p:nvPr/>
        </p:nvGrpSpPr>
        <p:grpSpPr>
          <a:xfrm>
            <a:off x="185420" y="2211710"/>
            <a:ext cx="3945572" cy="2376264"/>
            <a:chOff x="473570" y="1885262"/>
            <a:chExt cx="6312457" cy="3480724"/>
          </a:xfrm>
        </p:grpSpPr>
        <p:grpSp>
          <p:nvGrpSpPr>
            <p:cNvPr id="157" name="组合 156"/>
            <p:cNvGrpSpPr/>
            <p:nvPr/>
          </p:nvGrpSpPr>
          <p:grpSpPr>
            <a:xfrm>
              <a:off x="473570" y="2130598"/>
              <a:ext cx="5817902" cy="3177104"/>
              <a:chOff x="264940" y="1628800"/>
              <a:chExt cx="6556382" cy="3580381"/>
            </a:xfrm>
          </p:grpSpPr>
          <p:pic>
            <p:nvPicPr>
              <p:cNvPr id="161" name="Picture 3" descr="F:\信息化大赛\图片素材\3.jpg"/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64940" y="1628800"/>
                <a:ext cx="6556382" cy="358038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62" name="矩形 161"/>
              <p:cNvSpPr/>
              <p:nvPr/>
            </p:nvSpPr>
            <p:spPr>
              <a:xfrm>
                <a:off x="270780" y="1634641"/>
                <a:ext cx="1584176" cy="288033"/>
              </a:xfrm>
              <a:prstGeom prst="rect">
                <a:avLst/>
              </a:prstGeom>
              <a:solidFill>
                <a:sysClr val="window" lastClr="FFFFFF"/>
              </a:solidFill>
              <a:ln w="12700" cap="flat" cmpd="sng" algn="ctr">
                <a:solidFill>
                  <a:sysClr val="window" lastClr="FFFFFF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Arial" panose="020B0604020202020204"/>
                </a:endParaRPr>
              </a:p>
            </p:txBody>
          </p:sp>
        </p:grpSp>
        <p:sp>
          <p:nvSpPr>
            <p:cNvPr id="158" name="矩形 157"/>
            <p:cNvSpPr/>
            <p:nvPr/>
          </p:nvSpPr>
          <p:spPr>
            <a:xfrm>
              <a:off x="1270549" y="1885262"/>
              <a:ext cx="2407486" cy="67624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实验室</a:t>
              </a:r>
              <a:r>
                <a:rPr kumimoji="0" lang="en-US" altLang="zh-CN" sz="16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A:60</a:t>
              </a:r>
              <a:r>
                <a:rPr kumimoji="0" lang="zh-CN" altLang="en-US" sz="16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台</a:t>
              </a:r>
              <a:endParaRPr kumimoji="0" lang="en-US" altLang="zh-CN" sz="1600" b="0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159" name="矩形 158"/>
            <p:cNvSpPr/>
            <p:nvPr/>
          </p:nvSpPr>
          <p:spPr>
            <a:xfrm>
              <a:off x="4381069" y="2834550"/>
              <a:ext cx="2404958" cy="67624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实验室</a:t>
              </a:r>
              <a:r>
                <a:rPr kumimoji="0" lang="en-US" altLang="zh-CN" sz="16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B:46</a:t>
              </a:r>
              <a:r>
                <a:rPr kumimoji="0" lang="zh-CN" altLang="en-US" sz="16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台</a:t>
              </a:r>
              <a:endParaRPr kumimoji="0" lang="en-US" altLang="zh-CN" sz="1600" b="0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160" name="矩形 159"/>
            <p:cNvSpPr/>
            <p:nvPr/>
          </p:nvSpPr>
          <p:spPr>
            <a:xfrm>
              <a:off x="2777191" y="4689744"/>
              <a:ext cx="2640717" cy="67624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实验室</a:t>
              </a:r>
              <a:r>
                <a:rPr kumimoji="0" lang="en-US" altLang="zh-CN" sz="16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C:52</a:t>
              </a:r>
              <a:r>
                <a:rPr kumimoji="0" lang="zh-CN" altLang="en-US" sz="16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台</a:t>
              </a:r>
              <a:endParaRPr kumimoji="0" lang="en-US" altLang="zh-CN" sz="1600" b="0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</p:grpSp>
      <p:sp>
        <p:nvSpPr>
          <p:cNvPr id="163" name="矩形 162"/>
          <p:cNvSpPr/>
          <p:nvPr/>
        </p:nvSpPr>
        <p:spPr>
          <a:xfrm>
            <a:off x="173143" y="752062"/>
            <a:ext cx="3960000" cy="13111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案例</a:t>
            </a:r>
            <a:r>
              <a:rPr lang="en-US" altLang="zh-CN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:</a:t>
            </a:r>
            <a:r>
              <a:rPr lang="zh-CN" altLang="en-US" sz="1600" dirty="0" smtClean="0">
                <a:solidFill>
                  <a:srgbClr val="31BDCA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某</a:t>
            </a:r>
            <a:r>
              <a:rPr lang="zh-CN" altLang="zh-CN" sz="1600" dirty="0" smtClean="0">
                <a:solidFill>
                  <a:srgbClr val="31BDCA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学校</a:t>
            </a:r>
            <a:r>
              <a:rPr lang="zh-CN" altLang="zh-CN" sz="1600" dirty="0">
                <a:solidFill>
                  <a:srgbClr val="31BDCA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的计算机系，新建了三个实验室，主机数量分别</a:t>
            </a:r>
            <a:r>
              <a:rPr lang="zh-CN" altLang="zh-CN" sz="1600" dirty="0" smtClean="0">
                <a:solidFill>
                  <a:srgbClr val="31BDCA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是</a:t>
            </a:r>
            <a:r>
              <a:rPr lang="en-US" altLang="zh-CN" sz="1600" dirty="0" smtClean="0">
                <a:solidFill>
                  <a:srgbClr val="31BDCA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60</a:t>
            </a:r>
            <a:r>
              <a:rPr lang="zh-CN" altLang="zh-CN" sz="1600" dirty="0" smtClean="0">
                <a:solidFill>
                  <a:srgbClr val="31BDCA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台</a:t>
            </a:r>
            <a:r>
              <a:rPr lang="zh-CN" altLang="zh-CN" sz="1600" dirty="0">
                <a:solidFill>
                  <a:srgbClr val="31BDCA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、</a:t>
            </a:r>
            <a:r>
              <a:rPr lang="en-US" altLang="zh-CN" sz="1600" dirty="0" smtClean="0">
                <a:solidFill>
                  <a:srgbClr val="31BDCA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46</a:t>
            </a:r>
            <a:r>
              <a:rPr lang="zh-CN" altLang="zh-CN" sz="1600" dirty="0" smtClean="0">
                <a:solidFill>
                  <a:srgbClr val="31BDCA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台</a:t>
            </a:r>
            <a:r>
              <a:rPr lang="zh-CN" altLang="zh-CN" sz="1600" dirty="0">
                <a:solidFill>
                  <a:srgbClr val="31BDCA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、</a:t>
            </a:r>
            <a:r>
              <a:rPr lang="en-US" altLang="zh-CN" sz="1600" dirty="0" smtClean="0">
                <a:solidFill>
                  <a:srgbClr val="31BDCA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52</a:t>
            </a:r>
            <a:r>
              <a:rPr lang="zh-CN" altLang="zh-CN" sz="1600" dirty="0" smtClean="0">
                <a:solidFill>
                  <a:srgbClr val="31BDCA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台</a:t>
            </a:r>
            <a:r>
              <a:rPr lang="zh-CN" altLang="zh-CN" sz="1600" dirty="0">
                <a:solidFill>
                  <a:srgbClr val="31BDCA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。现给一</a:t>
            </a:r>
            <a:r>
              <a:rPr lang="en-US" altLang="zh-CN" sz="1600" dirty="0">
                <a:solidFill>
                  <a:srgbClr val="31BDCA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C</a:t>
            </a:r>
            <a:r>
              <a:rPr lang="zh-CN" altLang="zh-CN" sz="1600" dirty="0">
                <a:solidFill>
                  <a:srgbClr val="31BDCA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类网络地址</a:t>
            </a:r>
            <a:r>
              <a:rPr lang="en-US" altLang="zh-CN" sz="1600" dirty="0" smtClean="0">
                <a:solidFill>
                  <a:srgbClr val="31BDCA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192.168.8.0/24</a:t>
            </a:r>
            <a:r>
              <a:rPr lang="zh-CN" altLang="zh-CN" sz="1600" dirty="0">
                <a:solidFill>
                  <a:srgbClr val="31BDCA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，请将其进行子网划分</a:t>
            </a:r>
            <a:r>
              <a:rPr lang="zh-CN" altLang="zh-CN" sz="1600" dirty="0" smtClean="0">
                <a:solidFill>
                  <a:srgbClr val="31BDCA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，分</a:t>
            </a:r>
            <a:r>
              <a:rPr lang="zh-CN" altLang="zh-CN" sz="1600" dirty="0">
                <a:solidFill>
                  <a:srgbClr val="31BDCA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配给这三个实验室</a:t>
            </a:r>
            <a:r>
              <a:rPr lang="zh-CN" altLang="zh-CN" sz="1600" dirty="0" smtClean="0">
                <a:solidFill>
                  <a:srgbClr val="31BDCA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使用</a:t>
            </a:r>
            <a:r>
              <a:rPr lang="zh-CN" altLang="en-US" sz="1600" dirty="0">
                <a:solidFill>
                  <a:srgbClr val="31BDCA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。</a:t>
            </a:r>
            <a:endParaRPr lang="zh-CN" altLang="en-US" sz="1600" dirty="0">
              <a:solidFill>
                <a:srgbClr val="31BDCA">
                  <a:lumMod val="5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25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25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25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2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00"/>
                            </p:stCondLst>
                            <p:childTnLst>
                              <p:par>
                                <p:cTn id="6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2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500"/>
                            </p:stCondLst>
                            <p:childTnLst>
                              <p:par>
                                <p:cTn id="7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25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1" dur="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500"/>
                            </p:stCondLst>
                            <p:childTnLst>
                              <p:par>
                                <p:cTn id="9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5" dur="1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6" presetClass="emph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9" dur="500" tmFilter="0, 0; .2, .5; .8, .5; 1, 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0" dur="250" autoRev="1" fill="hold"/>
                                        <p:tgtEl>
                                          <p:spTgt spid="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4" dur="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7" dur="1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25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500"/>
                            </p:stCondLst>
                            <p:childTnLst>
                              <p:par>
                                <p:cTn id="1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25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7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8" fill="hold">
                            <p:stCondLst>
                              <p:cond delay="500"/>
                            </p:stCondLst>
                            <p:childTnLst>
                              <p:par>
                                <p:cTn id="14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1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4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25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07" grpId="0"/>
      <p:bldP spid="108" grpId="0" animBg="1"/>
      <p:bldP spid="109" grpId="0"/>
      <p:bldP spid="110" grpId="0"/>
      <p:bldP spid="111" grpId="0" animBg="1"/>
      <p:bldP spid="112" grpId="0"/>
      <p:bldP spid="125" grpId="0"/>
      <p:bldP spid="126" grpId="0" animBg="1"/>
      <p:bldP spid="44" grpId="0"/>
      <p:bldP spid="4" grpId="0" animBg="1"/>
      <p:bldP spid="45" grpId="0" animBg="1"/>
      <p:bldP spid="47" grpId="0"/>
      <p:bldP spid="6" grpId="0" animBg="1"/>
      <p:bldP spid="6" grpId="1" animBg="1"/>
      <p:bldP spid="6" grpId="2" animBg="1"/>
      <p:bldP spid="48" grpId="0" animBg="1"/>
      <p:bldP spid="48" grpId="1" animBg="1"/>
      <p:bldP spid="127" grpId="0"/>
      <p:bldP spid="18" grpId="0" animBg="1"/>
      <p:bldP spid="150" grpId="0" animBg="1"/>
      <p:bldP spid="151" grpId="0" animBg="1"/>
      <p:bldP spid="155" grpId="0" animBg="1"/>
      <p:bldP spid="16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 descr="C:\Users\Administrator\Desktop\微立体创业计划\005.png"/>
          <p:cNvPicPr>
            <a:picLocks noChangeAspect="1" noChangeArrowheads="1"/>
          </p:cNvPicPr>
          <p:nvPr/>
        </p:nvPicPr>
        <p:blipFill>
          <a:blip r:embed="rId1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2473" y="149604"/>
            <a:ext cx="609601" cy="609601"/>
          </a:xfrm>
          <a:prstGeom prst="rect">
            <a:avLst/>
          </a:prstGeom>
          <a:noFill/>
          <a:effectLst>
            <a:outerShdw blurRad="127000" dist="63500" dir="3000000" sx="104000" sy="104000" algn="tl" rotWithShape="0">
              <a:prstClr val="black">
                <a:alpha val="34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 descr="C:\Users\Administrator\Desktop\微立体创业计划\004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872" y="158976"/>
            <a:ext cx="609601" cy="609601"/>
          </a:xfrm>
          <a:prstGeom prst="rect">
            <a:avLst/>
          </a:prstGeom>
          <a:noFill/>
          <a:effectLst>
            <a:outerShdw blurRad="127000" dist="63500" dir="3000000" sx="104000" sy="104000" algn="tl" rotWithShape="0">
              <a:prstClr val="black">
                <a:alpha val="34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文本框 12"/>
          <p:cNvSpPr txBox="1">
            <a:spLocks noChangeArrowheads="1"/>
          </p:cNvSpPr>
          <p:nvPr/>
        </p:nvSpPr>
        <p:spPr bwMode="auto">
          <a:xfrm>
            <a:off x="1187623" y="267494"/>
            <a:ext cx="2879882" cy="4042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5023" tIns="32511" rIns="65023" bIns="32511">
            <a:spAutoFit/>
          </a:bodyPr>
          <a:lstStyle>
            <a:lvl1pPr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9pPr>
          </a:lstStyle>
          <a:p>
            <a:r>
              <a:rPr lang="en-US" altLang="zh-CN" sz="2200" dirty="0" smtClean="0">
                <a:solidFill>
                  <a:srgbClr val="034E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</a:t>
            </a:r>
            <a:r>
              <a:rPr lang="zh-CN" altLang="en-US" sz="2200" dirty="0" smtClean="0">
                <a:solidFill>
                  <a:srgbClr val="034E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定长子网掩码</a:t>
            </a:r>
            <a:r>
              <a:rPr lang="en-US" altLang="zh-CN" sz="2200" dirty="0" smtClean="0">
                <a:solidFill>
                  <a:srgbClr val="034E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FLSM</a:t>
            </a:r>
            <a:endParaRPr lang="zh-CN" altLang="en-US" sz="2200" dirty="0">
              <a:solidFill>
                <a:srgbClr val="034EA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107505" y="768578"/>
            <a:ext cx="3960000" cy="3819396"/>
          </a:xfrm>
          <a:prstGeom prst="rect">
            <a:avLst/>
          </a:prstGeom>
          <a:solidFill>
            <a:sysClr val="window" lastClr="FFFFFF"/>
          </a:solidFill>
          <a:ln w="9525" cap="flat" cmpd="sng" algn="ctr">
            <a:solidFill>
              <a:srgbClr val="31BDCA">
                <a:shade val="50000"/>
              </a:srgbClr>
            </a:solidFill>
            <a:prstDash val="dash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</p:txBody>
      </p:sp>
      <p:grpSp>
        <p:nvGrpSpPr>
          <p:cNvPr id="36" name="组合 35"/>
          <p:cNvGrpSpPr/>
          <p:nvPr/>
        </p:nvGrpSpPr>
        <p:grpSpPr>
          <a:xfrm>
            <a:off x="185420" y="2211710"/>
            <a:ext cx="3945572" cy="2376264"/>
            <a:chOff x="473570" y="1885262"/>
            <a:chExt cx="6312457" cy="3480724"/>
          </a:xfrm>
        </p:grpSpPr>
        <p:grpSp>
          <p:nvGrpSpPr>
            <p:cNvPr id="37" name="组合 36"/>
            <p:cNvGrpSpPr/>
            <p:nvPr/>
          </p:nvGrpSpPr>
          <p:grpSpPr>
            <a:xfrm>
              <a:off x="473570" y="2130598"/>
              <a:ext cx="5817902" cy="3177104"/>
              <a:chOff x="264940" y="1628800"/>
              <a:chExt cx="6556382" cy="3580381"/>
            </a:xfrm>
          </p:grpSpPr>
          <p:pic>
            <p:nvPicPr>
              <p:cNvPr id="41" name="Picture 3" descr="F:\信息化大赛\图片素材\3.jpg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64940" y="1628800"/>
                <a:ext cx="6556382" cy="358038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42" name="矩形 41"/>
              <p:cNvSpPr/>
              <p:nvPr/>
            </p:nvSpPr>
            <p:spPr>
              <a:xfrm>
                <a:off x="270780" y="1634641"/>
                <a:ext cx="1584176" cy="288033"/>
              </a:xfrm>
              <a:prstGeom prst="rect">
                <a:avLst/>
              </a:prstGeom>
              <a:solidFill>
                <a:sysClr val="window" lastClr="FFFFFF"/>
              </a:solidFill>
              <a:ln w="12700" cap="flat" cmpd="sng" algn="ctr">
                <a:solidFill>
                  <a:sysClr val="window" lastClr="FFFFFF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Arial" panose="020B0604020202020204"/>
                </a:endParaRPr>
              </a:p>
            </p:txBody>
          </p:sp>
        </p:grpSp>
        <p:sp>
          <p:nvSpPr>
            <p:cNvPr id="38" name="矩形 37"/>
            <p:cNvSpPr/>
            <p:nvPr/>
          </p:nvSpPr>
          <p:spPr>
            <a:xfrm>
              <a:off x="1270549" y="1885262"/>
              <a:ext cx="2407486" cy="67624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实验室</a:t>
              </a:r>
              <a:r>
                <a:rPr kumimoji="0" lang="en-US" altLang="zh-CN" sz="16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A:60</a:t>
              </a:r>
              <a:r>
                <a:rPr kumimoji="0" lang="zh-CN" altLang="en-US" sz="16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台</a:t>
              </a:r>
              <a:endParaRPr kumimoji="0" lang="en-US" altLang="zh-CN" sz="1600" b="0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39" name="矩形 38"/>
            <p:cNvSpPr/>
            <p:nvPr/>
          </p:nvSpPr>
          <p:spPr>
            <a:xfrm>
              <a:off x="4381069" y="2834550"/>
              <a:ext cx="2404958" cy="67624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实验室</a:t>
              </a:r>
              <a:r>
                <a:rPr kumimoji="0" lang="en-US" altLang="zh-CN" sz="16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B:46</a:t>
              </a:r>
              <a:r>
                <a:rPr kumimoji="0" lang="zh-CN" altLang="en-US" sz="16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台</a:t>
              </a:r>
              <a:endParaRPr kumimoji="0" lang="en-US" altLang="zh-CN" sz="1600" b="0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40" name="矩形 39"/>
            <p:cNvSpPr/>
            <p:nvPr/>
          </p:nvSpPr>
          <p:spPr>
            <a:xfrm>
              <a:off x="2777191" y="4689744"/>
              <a:ext cx="2640717" cy="67624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实验室</a:t>
              </a:r>
              <a:r>
                <a:rPr kumimoji="0" lang="en-US" altLang="zh-CN" sz="16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C:52</a:t>
              </a:r>
              <a:r>
                <a:rPr kumimoji="0" lang="zh-CN" altLang="en-US" sz="16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台</a:t>
              </a:r>
              <a:endParaRPr kumimoji="0" lang="en-US" altLang="zh-CN" sz="1600" b="0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</p:grpSp>
      <p:sp>
        <p:nvSpPr>
          <p:cNvPr id="43" name="矩形 42"/>
          <p:cNvSpPr/>
          <p:nvPr/>
        </p:nvSpPr>
        <p:spPr>
          <a:xfrm>
            <a:off x="173143" y="752062"/>
            <a:ext cx="3960000" cy="13111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案例</a:t>
            </a:r>
            <a:r>
              <a:rPr lang="en-US" altLang="zh-CN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:</a:t>
            </a:r>
            <a:r>
              <a:rPr lang="zh-CN" altLang="en-US" sz="1600" dirty="0" smtClean="0">
                <a:solidFill>
                  <a:srgbClr val="31BDCA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某</a:t>
            </a:r>
            <a:r>
              <a:rPr lang="zh-CN" altLang="zh-CN" sz="1600" dirty="0" smtClean="0">
                <a:solidFill>
                  <a:srgbClr val="31BDCA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学校</a:t>
            </a:r>
            <a:r>
              <a:rPr lang="zh-CN" altLang="zh-CN" sz="1600" dirty="0">
                <a:solidFill>
                  <a:srgbClr val="31BDCA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的计算机系，新建了三个实验室，主机数量分别</a:t>
            </a:r>
            <a:r>
              <a:rPr lang="zh-CN" altLang="zh-CN" sz="1600" dirty="0" smtClean="0">
                <a:solidFill>
                  <a:srgbClr val="31BDCA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是</a:t>
            </a:r>
            <a:r>
              <a:rPr lang="en-US" altLang="zh-CN" sz="1600" dirty="0" smtClean="0">
                <a:solidFill>
                  <a:srgbClr val="31BDCA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60</a:t>
            </a:r>
            <a:r>
              <a:rPr lang="zh-CN" altLang="zh-CN" sz="1600" dirty="0" smtClean="0">
                <a:solidFill>
                  <a:srgbClr val="31BDCA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台</a:t>
            </a:r>
            <a:r>
              <a:rPr lang="zh-CN" altLang="zh-CN" sz="1600" dirty="0">
                <a:solidFill>
                  <a:srgbClr val="31BDCA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、</a:t>
            </a:r>
            <a:r>
              <a:rPr lang="en-US" altLang="zh-CN" sz="1600" dirty="0" smtClean="0">
                <a:solidFill>
                  <a:srgbClr val="31BDCA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46</a:t>
            </a:r>
            <a:r>
              <a:rPr lang="zh-CN" altLang="zh-CN" sz="1600" dirty="0" smtClean="0">
                <a:solidFill>
                  <a:srgbClr val="31BDCA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台</a:t>
            </a:r>
            <a:r>
              <a:rPr lang="zh-CN" altLang="zh-CN" sz="1600" dirty="0">
                <a:solidFill>
                  <a:srgbClr val="31BDCA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、</a:t>
            </a:r>
            <a:r>
              <a:rPr lang="en-US" altLang="zh-CN" sz="1600" dirty="0" smtClean="0">
                <a:solidFill>
                  <a:srgbClr val="31BDCA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52</a:t>
            </a:r>
            <a:r>
              <a:rPr lang="zh-CN" altLang="zh-CN" sz="1600" dirty="0" smtClean="0">
                <a:solidFill>
                  <a:srgbClr val="31BDCA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台</a:t>
            </a:r>
            <a:r>
              <a:rPr lang="zh-CN" altLang="zh-CN" sz="1600" dirty="0">
                <a:solidFill>
                  <a:srgbClr val="31BDCA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。现给一</a:t>
            </a:r>
            <a:r>
              <a:rPr lang="en-US" altLang="zh-CN" sz="1600" dirty="0">
                <a:solidFill>
                  <a:srgbClr val="31BDCA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C</a:t>
            </a:r>
            <a:r>
              <a:rPr lang="zh-CN" altLang="zh-CN" sz="1600" dirty="0">
                <a:solidFill>
                  <a:srgbClr val="31BDCA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类网络地址</a:t>
            </a:r>
            <a:r>
              <a:rPr lang="en-US" altLang="zh-CN" sz="1600" dirty="0" smtClean="0">
                <a:solidFill>
                  <a:srgbClr val="31BDCA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192.168.8.0/24</a:t>
            </a:r>
            <a:r>
              <a:rPr lang="zh-CN" altLang="zh-CN" sz="1600" dirty="0">
                <a:solidFill>
                  <a:srgbClr val="31BDCA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，请将其进行子网划分</a:t>
            </a:r>
            <a:r>
              <a:rPr lang="zh-CN" altLang="zh-CN" sz="1600" dirty="0" smtClean="0">
                <a:solidFill>
                  <a:srgbClr val="31BDCA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，分</a:t>
            </a:r>
            <a:r>
              <a:rPr lang="zh-CN" altLang="zh-CN" sz="1600" dirty="0">
                <a:solidFill>
                  <a:srgbClr val="31BDCA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配给这三个实验室</a:t>
            </a:r>
            <a:r>
              <a:rPr lang="zh-CN" altLang="zh-CN" sz="1600" dirty="0" smtClean="0">
                <a:solidFill>
                  <a:srgbClr val="31BDCA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使用</a:t>
            </a:r>
            <a:r>
              <a:rPr lang="zh-CN" altLang="en-US" sz="1600" dirty="0">
                <a:solidFill>
                  <a:srgbClr val="31BDCA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。</a:t>
            </a:r>
            <a:endParaRPr lang="zh-CN" altLang="en-US" sz="1600" dirty="0">
              <a:solidFill>
                <a:srgbClr val="31BDCA">
                  <a:lumMod val="5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grpSp>
        <p:nvGrpSpPr>
          <p:cNvPr id="44" name="组合 43"/>
          <p:cNvGrpSpPr/>
          <p:nvPr/>
        </p:nvGrpSpPr>
        <p:grpSpPr>
          <a:xfrm>
            <a:off x="4313180" y="690095"/>
            <a:ext cx="3240000" cy="369449"/>
            <a:chOff x="3391797" y="1836029"/>
            <a:chExt cx="2496046" cy="335014"/>
          </a:xfrm>
        </p:grpSpPr>
        <p:sp>
          <p:nvSpPr>
            <p:cNvPr id="45" name="圆角矩形 44"/>
            <p:cNvSpPr/>
            <p:nvPr/>
          </p:nvSpPr>
          <p:spPr>
            <a:xfrm>
              <a:off x="3391797" y="1844597"/>
              <a:ext cx="2496046" cy="326446"/>
            </a:xfrm>
            <a:prstGeom prst="roundRect">
              <a:avLst/>
            </a:prstGeom>
            <a:gradFill>
              <a:gsLst>
                <a:gs pos="100000">
                  <a:srgbClr val="31BDCA"/>
                </a:gs>
                <a:gs pos="0">
                  <a:srgbClr val="31BDCA">
                    <a:lumMod val="75000"/>
                  </a:srgbClr>
                </a:gs>
              </a:gsLst>
              <a:lin ang="5400000" scaled="1"/>
            </a:gradFill>
            <a:ln w="28575" cap="flat">
              <a:gradFill>
                <a:gsLst>
                  <a:gs pos="0">
                    <a:srgbClr val="31BDCA"/>
                  </a:gs>
                  <a:gs pos="100000">
                    <a:srgbClr val="31BDCA">
                      <a:lumMod val="75000"/>
                    </a:srgbClr>
                  </a:gs>
                </a:gsLst>
                <a:lin ang="5400000" scaled="1"/>
              </a:gradFill>
              <a:prstDash val="solid"/>
              <a:miter lim="800000"/>
            </a:ln>
            <a:effectLst>
              <a:outerShdw blurRad="228600" dist="101600" dir="5400000" algn="t" rotWithShape="0">
                <a:sysClr val="windowText" lastClr="000000">
                  <a:lumMod val="85000"/>
                  <a:lumOff val="15000"/>
                  <a:alpha val="28000"/>
                </a:sysClr>
              </a:outerShdw>
            </a:effectLst>
          </p:spPr>
          <p:txBody>
            <a:bodyPr vert="horz" wrap="square" lIns="121920" tIns="18000" rIns="121920" bIns="1800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46" name="任意多边形 45"/>
            <p:cNvSpPr/>
            <p:nvPr/>
          </p:nvSpPr>
          <p:spPr>
            <a:xfrm>
              <a:off x="3516715" y="1941640"/>
              <a:ext cx="61005" cy="132360"/>
            </a:xfrm>
            <a:custGeom>
              <a:avLst/>
              <a:gdLst>
                <a:gd name="connsiteX0" fmla="*/ 403860 w 403860"/>
                <a:gd name="connsiteY0" fmla="*/ 0 h 807720"/>
                <a:gd name="connsiteX1" fmla="*/ 0 w 403860"/>
                <a:gd name="connsiteY1" fmla="*/ 403860 h 807720"/>
                <a:gd name="connsiteX2" fmla="*/ 403860 w 403860"/>
                <a:gd name="connsiteY2" fmla="*/ 807720 h 807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03860" h="807720">
                  <a:moveTo>
                    <a:pt x="403860" y="0"/>
                  </a:moveTo>
                  <a:lnTo>
                    <a:pt x="0" y="403860"/>
                  </a:lnTo>
                  <a:lnTo>
                    <a:pt x="403860" y="807720"/>
                  </a:lnTo>
                </a:path>
              </a:pathLst>
            </a:custGeom>
            <a:noFill/>
            <a:ln w="12700" cap="flat" cmpd="sng" algn="ctr">
              <a:solidFill>
                <a:sysClr val="window" lastClr="FFFFFF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47" name="任意多边形 46"/>
            <p:cNvSpPr/>
            <p:nvPr/>
          </p:nvSpPr>
          <p:spPr>
            <a:xfrm>
              <a:off x="3577720" y="1941640"/>
              <a:ext cx="61005" cy="132360"/>
            </a:xfrm>
            <a:custGeom>
              <a:avLst/>
              <a:gdLst>
                <a:gd name="connsiteX0" fmla="*/ 403860 w 403860"/>
                <a:gd name="connsiteY0" fmla="*/ 0 h 807720"/>
                <a:gd name="connsiteX1" fmla="*/ 0 w 403860"/>
                <a:gd name="connsiteY1" fmla="*/ 403860 h 807720"/>
                <a:gd name="connsiteX2" fmla="*/ 403860 w 403860"/>
                <a:gd name="connsiteY2" fmla="*/ 807720 h 807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03860" h="807720">
                  <a:moveTo>
                    <a:pt x="403860" y="0"/>
                  </a:moveTo>
                  <a:lnTo>
                    <a:pt x="0" y="403860"/>
                  </a:lnTo>
                  <a:lnTo>
                    <a:pt x="403860" y="807720"/>
                  </a:lnTo>
                </a:path>
              </a:pathLst>
            </a:custGeom>
            <a:noFill/>
            <a:ln w="12700" cap="flat" cmpd="sng" algn="ctr">
              <a:solidFill>
                <a:sysClr val="window" lastClr="FFFFFF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48" name="文本框 3"/>
            <p:cNvSpPr txBox="1">
              <a:spLocks noChangeArrowheads="1"/>
            </p:cNvSpPr>
            <p:nvPr/>
          </p:nvSpPr>
          <p:spPr bwMode="auto">
            <a:xfrm>
              <a:off x="3731189" y="1836029"/>
              <a:ext cx="1490806" cy="33490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3200">
                  <a:gradFill flip="none" rotWithShape="1">
                    <a:gsLst>
                      <a:gs pos="0">
                        <a:schemeClr val="accent2"/>
                      </a:gs>
                      <a:gs pos="34000">
                        <a:schemeClr val="accent1"/>
                      </a:gs>
                      <a:gs pos="68000">
                        <a:schemeClr val="accent3"/>
                      </a:gs>
                      <a:gs pos="100000">
                        <a:schemeClr val="accent4"/>
                      </a:gs>
                    </a:gsLst>
                    <a:lin ang="0" scaled="1"/>
                  </a:gradFill>
                </a:defRPr>
              </a:lvl1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3</a:t>
              </a:r>
              <a:r>
                <a:rPr kumimoji="0" lang="zh-CN" altLang="en-US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、定义子网掩码</a:t>
              </a: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</p:grpSp>
      <p:sp>
        <p:nvSpPr>
          <p:cNvPr id="49" name="任意多边形 48"/>
          <p:cNvSpPr/>
          <p:nvPr/>
        </p:nvSpPr>
        <p:spPr>
          <a:xfrm>
            <a:off x="4688378" y="2676508"/>
            <a:ext cx="73104" cy="207399"/>
          </a:xfrm>
          <a:custGeom>
            <a:avLst/>
            <a:gdLst>
              <a:gd name="connsiteX0" fmla="*/ 403860 w 403860"/>
              <a:gd name="connsiteY0" fmla="*/ 0 h 807720"/>
              <a:gd name="connsiteX1" fmla="*/ 0 w 403860"/>
              <a:gd name="connsiteY1" fmla="*/ 403860 h 807720"/>
              <a:gd name="connsiteX2" fmla="*/ 403860 w 403860"/>
              <a:gd name="connsiteY2" fmla="*/ 807720 h 807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03860" h="807720">
                <a:moveTo>
                  <a:pt x="403860" y="0"/>
                </a:moveTo>
                <a:lnTo>
                  <a:pt x="0" y="403860"/>
                </a:lnTo>
                <a:lnTo>
                  <a:pt x="403860" y="807720"/>
                </a:lnTo>
              </a:path>
            </a:pathLst>
          </a:custGeom>
          <a:noFill/>
          <a:ln w="1270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50" name="任意多边形 49"/>
          <p:cNvSpPr/>
          <p:nvPr/>
        </p:nvSpPr>
        <p:spPr>
          <a:xfrm>
            <a:off x="4588990" y="2669884"/>
            <a:ext cx="73104" cy="207399"/>
          </a:xfrm>
          <a:custGeom>
            <a:avLst/>
            <a:gdLst>
              <a:gd name="connsiteX0" fmla="*/ 403860 w 403860"/>
              <a:gd name="connsiteY0" fmla="*/ 0 h 807720"/>
              <a:gd name="connsiteX1" fmla="*/ 0 w 403860"/>
              <a:gd name="connsiteY1" fmla="*/ 403860 h 807720"/>
              <a:gd name="connsiteX2" fmla="*/ 403860 w 403860"/>
              <a:gd name="connsiteY2" fmla="*/ 807720 h 807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03860" h="807720">
                <a:moveTo>
                  <a:pt x="403860" y="0"/>
                </a:moveTo>
                <a:lnTo>
                  <a:pt x="0" y="403860"/>
                </a:lnTo>
                <a:lnTo>
                  <a:pt x="403860" y="807720"/>
                </a:lnTo>
              </a:path>
            </a:pathLst>
          </a:custGeom>
          <a:noFill/>
          <a:ln w="1270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grpSp>
        <p:nvGrpSpPr>
          <p:cNvPr id="51" name="组合 50"/>
          <p:cNvGrpSpPr/>
          <p:nvPr/>
        </p:nvGrpSpPr>
        <p:grpSpPr>
          <a:xfrm>
            <a:off x="4283968" y="2204480"/>
            <a:ext cx="3240000" cy="369332"/>
            <a:chOff x="3391797" y="1838004"/>
            <a:chExt cx="2658178" cy="334908"/>
          </a:xfrm>
        </p:grpSpPr>
        <p:sp>
          <p:nvSpPr>
            <p:cNvPr id="52" name="圆角矩形 51"/>
            <p:cNvSpPr/>
            <p:nvPr/>
          </p:nvSpPr>
          <p:spPr>
            <a:xfrm>
              <a:off x="3391797" y="1844597"/>
              <a:ext cx="2658178" cy="326446"/>
            </a:xfrm>
            <a:prstGeom prst="roundRect">
              <a:avLst/>
            </a:prstGeom>
            <a:gradFill>
              <a:gsLst>
                <a:gs pos="100000">
                  <a:srgbClr val="31BDCA"/>
                </a:gs>
                <a:gs pos="0">
                  <a:srgbClr val="31BDCA">
                    <a:lumMod val="75000"/>
                  </a:srgbClr>
                </a:gs>
              </a:gsLst>
              <a:lin ang="5400000" scaled="1"/>
            </a:gradFill>
            <a:ln w="28575" cap="flat">
              <a:gradFill>
                <a:gsLst>
                  <a:gs pos="0">
                    <a:srgbClr val="31BDCA"/>
                  </a:gs>
                  <a:gs pos="100000">
                    <a:srgbClr val="31BDCA">
                      <a:lumMod val="75000"/>
                    </a:srgbClr>
                  </a:gs>
                </a:gsLst>
                <a:lin ang="5400000" scaled="1"/>
              </a:gradFill>
              <a:prstDash val="solid"/>
              <a:miter lim="800000"/>
            </a:ln>
            <a:effectLst>
              <a:outerShdw blurRad="228600" dist="101600" dir="5400000" algn="t" rotWithShape="0">
                <a:sysClr val="windowText" lastClr="000000">
                  <a:lumMod val="85000"/>
                  <a:lumOff val="15000"/>
                  <a:alpha val="28000"/>
                </a:sysClr>
              </a:outerShdw>
            </a:effectLst>
          </p:spPr>
          <p:txBody>
            <a:bodyPr vert="horz" wrap="square" lIns="121920" tIns="60960" rIns="121920" bIns="6096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53" name="任意多边形 52"/>
            <p:cNvSpPr/>
            <p:nvPr/>
          </p:nvSpPr>
          <p:spPr>
            <a:xfrm>
              <a:off x="3516715" y="1921897"/>
              <a:ext cx="61005" cy="132360"/>
            </a:xfrm>
            <a:custGeom>
              <a:avLst/>
              <a:gdLst>
                <a:gd name="connsiteX0" fmla="*/ 403860 w 403860"/>
                <a:gd name="connsiteY0" fmla="*/ 0 h 807720"/>
                <a:gd name="connsiteX1" fmla="*/ 0 w 403860"/>
                <a:gd name="connsiteY1" fmla="*/ 403860 h 807720"/>
                <a:gd name="connsiteX2" fmla="*/ 403860 w 403860"/>
                <a:gd name="connsiteY2" fmla="*/ 807720 h 807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03860" h="807720">
                  <a:moveTo>
                    <a:pt x="403860" y="0"/>
                  </a:moveTo>
                  <a:lnTo>
                    <a:pt x="0" y="403860"/>
                  </a:lnTo>
                  <a:lnTo>
                    <a:pt x="403860" y="807720"/>
                  </a:lnTo>
                </a:path>
              </a:pathLst>
            </a:custGeom>
            <a:noFill/>
            <a:ln w="12700" cap="flat" cmpd="sng" algn="ctr">
              <a:solidFill>
                <a:sysClr val="window" lastClr="FFFFFF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54" name="任意多边形 53"/>
            <p:cNvSpPr/>
            <p:nvPr/>
          </p:nvSpPr>
          <p:spPr>
            <a:xfrm>
              <a:off x="3577720" y="1921897"/>
              <a:ext cx="61005" cy="132360"/>
            </a:xfrm>
            <a:custGeom>
              <a:avLst/>
              <a:gdLst>
                <a:gd name="connsiteX0" fmla="*/ 403860 w 403860"/>
                <a:gd name="connsiteY0" fmla="*/ 0 h 807720"/>
                <a:gd name="connsiteX1" fmla="*/ 0 w 403860"/>
                <a:gd name="connsiteY1" fmla="*/ 403860 h 807720"/>
                <a:gd name="connsiteX2" fmla="*/ 403860 w 403860"/>
                <a:gd name="connsiteY2" fmla="*/ 807720 h 807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03860" h="807720">
                  <a:moveTo>
                    <a:pt x="403860" y="0"/>
                  </a:moveTo>
                  <a:lnTo>
                    <a:pt x="0" y="403860"/>
                  </a:lnTo>
                  <a:lnTo>
                    <a:pt x="403860" y="807720"/>
                  </a:lnTo>
                </a:path>
              </a:pathLst>
            </a:custGeom>
            <a:noFill/>
            <a:ln w="12700" cap="flat" cmpd="sng" algn="ctr">
              <a:solidFill>
                <a:sysClr val="window" lastClr="FFFFFF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55" name="文本框 3"/>
            <p:cNvSpPr txBox="1">
              <a:spLocks noChangeArrowheads="1"/>
            </p:cNvSpPr>
            <p:nvPr/>
          </p:nvSpPr>
          <p:spPr bwMode="auto">
            <a:xfrm>
              <a:off x="3731189" y="1838004"/>
              <a:ext cx="2155784" cy="33490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3200">
                  <a:gradFill flip="none" rotWithShape="1">
                    <a:gsLst>
                      <a:gs pos="0">
                        <a:schemeClr val="accent2"/>
                      </a:gs>
                      <a:gs pos="34000">
                        <a:schemeClr val="accent1"/>
                      </a:gs>
                      <a:gs pos="68000">
                        <a:schemeClr val="accent3"/>
                      </a:gs>
                      <a:gs pos="100000">
                        <a:schemeClr val="accent4"/>
                      </a:gs>
                    </a:gsLst>
                    <a:lin ang="0" scaled="1"/>
                  </a:gradFill>
                </a:defRPr>
              </a:lvl1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4</a:t>
              </a:r>
              <a:r>
                <a:rPr kumimoji="0" lang="zh-CN" altLang="en-US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、确定子网的网络标识</a:t>
              </a: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</p:grpSp>
      <p:sp>
        <p:nvSpPr>
          <p:cNvPr id="56" name="TextBox 55"/>
          <p:cNvSpPr txBox="1"/>
          <p:nvPr/>
        </p:nvSpPr>
        <p:spPr>
          <a:xfrm>
            <a:off x="4313181" y="1164409"/>
            <a:ext cx="44830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24</a:t>
            </a:r>
            <a:endParaRPr lang="en-US" altLang="zh-CN" sz="1600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grpSp>
        <p:nvGrpSpPr>
          <p:cNvPr id="57" name="组合 56"/>
          <p:cNvGrpSpPr/>
          <p:nvPr/>
        </p:nvGrpSpPr>
        <p:grpSpPr>
          <a:xfrm>
            <a:off x="4283973" y="2710849"/>
            <a:ext cx="2112580" cy="396000"/>
            <a:chOff x="6091934" y="2211851"/>
            <a:chExt cx="2112303" cy="396092"/>
          </a:xfrm>
        </p:grpSpPr>
        <p:sp>
          <p:nvSpPr>
            <p:cNvPr id="58" name="矩形 57"/>
            <p:cNvSpPr/>
            <p:nvPr/>
          </p:nvSpPr>
          <p:spPr>
            <a:xfrm>
              <a:off x="7099909" y="2211851"/>
              <a:ext cx="1007868" cy="38889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7052260" y="2254159"/>
              <a:ext cx="1151977" cy="32324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5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00</a:t>
              </a:r>
              <a:r>
                <a:rPr kumimoji="0" lang="en-US" altLang="zh-CN" sz="15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000000</a:t>
              </a:r>
              <a:endParaRPr kumimoji="0" lang="zh-CN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60" name="矩形 59"/>
            <p:cNvSpPr/>
            <p:nvPr/>
          </p:nvSpPr>
          <p:spPr>
            <a:xfrm>
              <a:off x="6091934" y="2211851"/>
              <a:ext cx="1025865" cy="396092"/>
            </a:xfrm>
            <a:prstGeom prst="rect">
              <a:avLst/>
            </a:prstGeom>
            <a:solidFill>
              <a:srgbClr val="2D7FAE"/>
            </a:solid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lIns="18000" rIns="1800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5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192.168.8.</a:t>
              </a:r>
              <a:endParaRPr kumimoji="0" lang="zh-CN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</p:grpSp>
      <p:grpSp>
        <p:nvGrpSpPr>
          <p:cNvPr id="61" name="组合 60"/>
          <p:cNvGrpSpPr/>
          <p:nvPr/>
        </p:nvGrpSpPr>
        <p:grpSpPr>
          <a:xfrm>
            <a:off x="4283976" y="3188273"/>
            <a:ext cx="2249236" cy="396000"/>
            <a:chOff x="6091935" y="2761709"/>
            <a:chExt cx="2248940" cy="396092"/>
          </a:xfrm>
        </p:grpSpPr>
        <p:sp>
          <p:nvSpPr>
            <p:cNvPr id="62" name="矩形 61"/>
            <p:cNvSpPr/>
            <p:nvPr/>
          </p:nvSpPr>
          <p:spPr>
            <a:xfrm>
              <a:off x="7099912" y="2761709"/>
              <a:ext cx="1007867" cy="388891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63" name="TextBox 62"/>
            <p:cNvSpPr txBox="1"/>
            <p:nvPr/>
          </p:nvSpPr>
          <p:spPr>
            <a:xfrm>
              <a:off x="7052257" y="2804966"/>
              <a:ext cx="1288618" cy="32324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5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01</a:t>
              </a:r>
              <a:r>
                <a:rPr kumimoji="0" lang="en-US" altLang="zh-CN" sz="15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000000</a:t>
              </a:r>
              <a:endParaRPr kumimoji="0" lang="zh-CN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64" name="矩形 63"/>
            <p:cNvSpPr/>
            <p:nvPr/>
          </p:nvSpPr>
          <p:spPr>
            <a:xfrm>
              <a:off x="6091935" y="2761709"/>
              <a:ext cx="1025865" cy="396092"/>
            </a:xfrm>
            <a:prstGeom prst="rect">
              <a:avLst/>
            </a:prstGeom>
            <a:solidFill>
              <a:srgbClr val="2D7FAE"/>
            </a:solid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lIns="18000" rIns="1800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5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192.168.8.</a:t>
              </a:r>
              <a:endParaRPr kumimoji="0" lang="zh-CN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</p:grpSp>
      <p:grpSp>
        <p:nvGrpSpPr>
          <p:cNvPr id="65" name="组合 64"/>
          <p:cNvGrpSpPr/>
          <p:nvPr/>
        </p:nvGrpSpPr>
        <p:grpSpPr>
          <a:xfrm>
            <a:off x="4283977" y="3655098"/>
            <a:ext cx="2237948" cy="396001"/>
            <a:chOff x="6091935" y="3286644"/>
            <a:chExt cx="2237653" cy="396093"/>
          </a:xfrm>
        </p:grpSpPr>
        <p:sp>
          <p:nvSpPr>
            <p:cNvPr id="66" name="矩形 65"/>
            <p:cNvSpPr/>
            <p:nvPr/>
          </p:nvSpPr>
          <p:spPr>
            <a:xfrm>
              <a:off x="7099906" y="3286644"/>
              <a:ext cx="1007868" cy="38889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67" name="TextBox 66"/>
            <p:cNvSpPr txBox="1"/>
            <p:nvPr/>
          </p:nvSpPr>
          <p:spPr>
            <a:xfrm>
              <a:off x="7040970" y="3323854"/>
              <a:ext cx="1288618" cy="32324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5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10</a:t>
              </a:r>
              <a:r>
                <a:rPr kumimoji="0" lang="en-US" altLang="zh-CN" sz="15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000000</a:t>
              </a:r>
              <a:endParaRPr kumimoji="0" lang="zh-CN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68" name="矩形 67"/>
            <p:cNvSpPr/>
            <p:nvPr/>
          </p:nvSpPr>
          <p:spPr>
            <a:xfrm>
              <a:off x="6091935" y="3286645"/>
              <a:ext cx="1025865" cy="396092"/>
            </a:xfrm>
            <a:prstGeom prst="rect">
              <a:avLst/>
            </a:prstGeom>
            <a:solidFill>
              <a:srgbClr val="2D7FAE"/>
            </a:solid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lIns="18000" rIns="1800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5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192.168.8.</a:t>
              </a:r>
              <a:endParaRPr kumimoji="0" lang="zh-CN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</p:grpSp>
      <p:grpSp>
        <p:nvGrpSpPr>
          <p:cNvPr id="69" name="组合 68"/>
          <p:cNvGrpSpPr/>
          <p:nvPr/>
        </p:nvGrpSpPr>
        <p:grpSpPr>
          <a:xfrm>
            <a:off x="4283976" y="4122407"/>
            <a:ext cx="2249236" cy="396000"/>
            <a:chOff x="6091935" y="3789834"/>
            <a:chExt cx="2248940" cy="396092"/>
          </a:xfrm>
        </p:grpSpPr>
        <p:sp>
          <p:nvSpPr>
            <p:cNvPr id="70" name="矩形 69"/>
            <p:cNvSpPr/>
            <p:nvPr/>
          </p:nvSpPr>
          <p:spPr>
            <a:xfrm>
              <a:off x="7099912" y="3789834"/>
              <a:ext cx="1007868" cy="38889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71" name="TextBox 70"/>
            <p:cNvSpPr txBox="1"/>
            <p:nvPr/>
          </p:nvSpPr>
          <p:spPr>
            <a:xfrm>
              <a:off x="7052257" y="3829066"/>
              <a:ext cx="1288618" cy="32324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5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11</a:t>
              </a:r>
              <a:r>
                <a:rPr kumimoji="0" lang="en-US" altLang="zh-CN" sz="15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000000</a:t>
              </a:r>
              <a:endParaRPr kumimoji="0" lang="zh-CN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72" name="矩形 71"/>
            <p:cNvSpPr/>
            <p:nvPr/>
          </p:nvSpPr>
          <p:spPr>
            <a:xfrm>
              <a:off x="6091935" y="3789834"/>
              <a:ext cx="1025865" cy="396092"/>
            </a:xfrm>
            <a:prstGeom prst="rect">
              <a:avLst/>
            </a:prstGeom>
            <a:solidFill>
              <a:srgbClr val="2D7FAE"/>
            </a:solid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lIns="18000" rIns="1800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5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192.168.8.</a:t>
              </a:r>
              <a:endParaRPr kumimoji="0" lang="zh-CN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</p:grpSp>
      <p:sp>
        <p:nvSpPr>
          <p:cNvPr id="73" name="TextBox 72"/>
          <p:cNvSpPr txBox="1"/>
          <p:nvPr/>
        </p:nvSpPr>
        <p:spPr>
          <a:xfrm>
            <a:off x="6263825" y="2706954"/>
            <a:ext cx="1698295" cy="380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192.168.8.0/26</a:t>
            </a:r>
            <a:endParaRPr lang="zh-CN" altLang="en-US" sz="15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6263825" y="3213129"/>
            <a:ext cx="1810473" cy="380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192.168.8.64/26</a:t>
            </a:r>
            <a:endParaRPr lang="zh-CN" altLang="en-US" sz="15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6263825" y="3655928"/>
            <a:ext cx="2011818" cy="380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192.168.8.128/26</a:t>
            </a:r>
            <a:endParaRPr lang="zh-CN" altLang="en-US" sz="15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6263825" y="4115856"/>
            <a:ext cx="2011818" cy="380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192.168.8.192/26</a:t>
            </a:r>
            <a:endParaRPr lang="zh-CN" altLang="en-US" sz="15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7895526" y="2698288"/>
            <a:ext cx="1008243" cy="380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1500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实验室</a:t>
            </a:r>
            <a:r>
              <a:rPr lang="en-US" altLang="zh-CN" sz="1500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A</a:t>
            </a:r>
            <a:endParaRPr lang="zh-CN" altLang="en-US" sz="15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78" name="TextBox 77"/>
          <p:cNvSpPr txBox="1"/>
          <p:nvPr/>
        </p:nvSpPr>
        <p:spPr>
          <a:xfrm>
            <a:off x="7895526" y="3193373"/>
            <a:ext cx="1008243" cy="380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1500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实验室</a:t>
            </a:r>
            <a:r>
              <a:rPr lang="en-US" altLang="zh-CN" sz="1500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B</a:t>
            </a:r>
            <a:endParaRPr lang="zh-CN" altLang="en-US" sz="15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7895526" y="3658527"/>
            <a:ext cx="1008243" cy="380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1500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实验室</a:t>
            </a:r>
            <a:r>
              <a:rPr lang="en-US" altLang="zh-CN" sz="1500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C</a:t>
            </a:r>
            <a:endParaRPr lang="zh-CN" altLang="en-US" sz="15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4307291" y="1511386"/>
            <a:ext cx="41886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11111111.1111111.11111111.11000000</a:t>
            </a:r>
            <a:endParaRPr lang="en-US" altLang="zh-CN" sz="1600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  <a:p>
            <a:r>
              <a:rPr lang="en-US" altLang="zh-CN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 </a:t>
            </a:r>
            <a:r>
              <a:rPr lang="en-US" altLang="zh-CN" sz="16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 </a:t>
            </a:r>
            <a:r>
              <a:rPr lang="en-US" altLang="zh-CN" sz="160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255        .255        .255          .192</a:t>
            </a:r>
            <a:endParaRPr lang="zh-CN" altLang="en-US" sz="16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81" name="TextBox 80"/>
          <p:cNvSpPr txBox="1"/>
          <p:nvPr/>
        </p:nvSpPr>
        <p:spPr>
          <a:xfrm>
            <a:off x="7895526" y="4104382"/>
            <a:ext cx="1008243" cy="380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1500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预留</a:t>
            </a:r>
            <a:endParaRPr lang="zh-CN" altLang="en-US" sz="15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82" name="TextBox 81"/>
          <p:cNvSpPr txBox="1"/>
          <p:nvPr/>
        </p:nvSpPr>
        <p:spPr>
          <a:xfrm>
            <a:off x="4609843" y="1161869"/>
            <a:ext cx="57104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+ 2</a:t>
            </a:r>
            <a:endParaRPr lang="en-US" altLang="zh-CN" sz="1600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4964859" y="1164409"/>
            <a:ext cx="147092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= </a:t>
            </a:r>
            <a:r>
              <a:rPr lang="en-US" altLang="zh-CN" sz="160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26</a:t>
            </a:r>
            <a:r>
              <a:rPr lang="zh-CN" altLang="en-US" sz="16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位。</a:t>
            </a:r>
            <a:r>
              <a:rPr lang="zh-CN" altLang="en-US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即：</a:t>
            </a:r>
            <a:endParaRPr lang="en-US" altLang="zh-CN" sz="1600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/>
      <p:bldP spid="73" grpId="0"/>
      <p:bldP spid="74" grpId="0"/>
      <p:bldP spid="75" grpId="0"/>
      <p:bldP spid="76" grpId="0"/>
      <p:bldP spid="77" grpId="0"/>
      <p:bldP spid="78" grpId="0"/>
      <p:bldP spid="79" grpId="0"/>
      <p:bldP spid="80" grpId="0"/>
      <p:bldP spid="81" grpId="0"/>
      <p:bldP spid="82" grpId="0"/>
      <p:bldP spid="8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0" name="组合 269"/>
          <p:cNvGrpSpPr/>
          <p:nvPr/>
        </p:nvGrpSpPr>
        <p:grpSpPr>
          <a:xfrm>
            <a:off x="4859999" y="1293292"/>
            <a:ext cx="1948598" cy="329382"/>
            <a:chOff x="6520420" y="2200275"/>
            <a:chExt cx="1924726" cy="329459"/>
          </a:xfrm>
        </p:grpSpPr>
        <p:sp>
          <p:nvSpPr>
            <p:cNvPr id="271" name="矩形 270"/>
            <p:cNvSpPr/>
            <p:nvPr/>
          </p:nvSpPr>
          <p:spPr>
            <a:xfrm>
              <a:off x="7460089" y="2205658"/>
              <a:ext cx="906753" cy="324076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272" name="TextBox 271"/>
            <p:cNvSpPr txBox="1"/>
            <p:nvPr/>
          </p:nvSpPr>
          <p:spPr>
            <a:xfrm>
              <a:off x="7456236" y="2200275"/>
              <a:ext cx="988910" cy="323241"/>
            </a:xfrm>
            <a:prstGeom prst="rect">
              <a:avLst/>
            </a:prstGeom>
            <a:noFill/>
          </p:spPr>
          <p:txBody>
            <a:bodyPr wrap="square" lIns="18000" rIns="18000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5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00</a:t>
              </a:r>
              <a:r>
                <a:rPr kumimoji="0" lang="en-US" altLang="zh-CN" sz="15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000000</a:t>
              </a:r>
              <a:endParaRPr kumimoji="0" lang="zh-CN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273" name="矩形 272"/>
            <p:cNvSpPr/>
            <p:nvPr/>
          </p:nvSpPr>
          <p:spPr>
            <a:xfrm>
              <a:off x="6520420" y="2205657"/>
              <a:ext cx="942312" cy="324076"/>
            </a:xfrm>
            <a:prstGeom prst="rect">
              <a:avLst/>
            </a:prstGeom>
            <a:solidFill>
              <a:srgbClr val="2D7FAE"/>
            </a:solid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lIns="18000" rIns="1800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5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192.168.8.</a:t>
              </a:r>
              <a:endParaRPr kumimoji="0" lang="zh-CN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</p:grpSp>
      <p:grpSp>
        <p:nvGrpSpPr>
          <p:cNvPr id="274" name="组合 273"/>
          <p:cNvGrpSpPr/>
          <p:nvPr/>
        </p:nvGrpSpPr>
        <p:grpSpPr>
          <a:xfrm>
            <a:off x="4852719" y="1737523"/>
            <a:ext cx="1975637" cy="326999"/>
            <a:chOff x="6510677" y="2749918"/>
            <a:chExt cx="1975375" cy="327075"/>
          </a:xfrm>
        </p:grpSpPr>
        <p:sp>
          <p:nvSpPr>
            <p:cNvPr id="275" name="矩形 274"/>
            <p:cNvSpPr/>
            <p:nvPr/>
          </p:nvSpPr>
          <p:spPr>
            <a:xfrm>
              <a:off x="7460089" y="2752918"/>
              <a:ext cx="917878" cy="324075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276" name="TextBox 275"/>
            <p:cNvSpPr txBox="1"/>
            <p:nvPr/>
          </p:nvSpPr>
          <p:spPr>
            <a:xfrm>
              <a:off x="7380180" y="2749918"/>
              <a:ext cx="1105872" cy="32324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5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01</a:t>
              </a:r>
              <a:r>
                <a:rPr kumimoji="0" lang="en-US" altLang="zh-CN" sz="15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000000</a:t>
              </a:r>
              <a:endParaRPr kumimoji="0" lang="zh-CN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277" name="矩形 276"/>
            <p:cNvSpPr/>
            <p:nvPr/>
          </p:nvSpPr>
          <p:spPr>
            <a:xfrm>
              <a:off x="6510677" y="2752918"/>
              <a:ext cx="953874" cy="324075"/>
            </a:xfrm>
            <a:prstGeom prst="rect">
              <a:avLst/>
            </a:prstGeom>
            <a:solidFill>
              <a:srgbClr val="2D7FAE"/>
            </a:solid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lIns="18000" rIns="1800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5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192.168.8.</a:t>
              </a:r>
              <a:endParaRPr kumimoji="0" lang="zh-CN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</p:grpSp>
      <p:grpSp>
        <p:nvGrpSpPr>
          <p:cNvPr id="278" name="组合 277"/>
          <p:cNvGrpSpPr/>
          <p:nvPr/>
        </p:nvGrpSpPr>
        <p:grpSpPr>
          <a:xfrm>
            <a:off x="4859998" y="2190006"/>
            <a:ext cx="2092405" cy="335802"/>
            <a:chOff x="6503518" y="3286642"/>
            <a:chExt cx="2092128" cy="335880"/>
          </a:xfrm>
        </p:grpSpPr>
        <p:sp>
          <p:nvSpPr>
            <p:cNvPr id="279" name="矩形 278"/>
            <p:cNvSpPr/>
            <p:nvPr/>
          </p:nvSpPr>
          <p:spPr>
            <a:xfrm>
              <a:off x="7460089" y="3286645"/>
              <a:ext cx="917878" cy="324075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280" name="TextBox 279"/>
            <p:cNvSpPr txBox="1"/>
            <p:nvPr/>
          </p:nvSpPr>
          <p:spPr>
            <a:xfrm>
              <a:off x="7371806" y="3299282"/>
              <a:ext cx="1223840" cy="32324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5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10</a:t>
              </a:r>
              <a:r>
                <a:rPr kumimoji="0" lang="en-US" altLang="zh-CN" sz="15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000000</a:t>
              </a:r>
              <a:endParaRPr kumimoji="0" lang="zh-CN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281" name="矩形 280"/>
            <p:cNvSpPr/>
            <p:nvPr/>
          </p:nvSpPr>
          <p:spPr>
            <a:xfrm>
              <a:off x="6503518" y="3286642"/>
              <a:ext cx="953873" cy="324075"/>
            </a:xfrm>
            <a:prstGeom prst="rect">
              <a:avLst/>
            </a:prstGeom>
            <a:solidFill>
              <a:srgbClr val="2D7FAE"/>
            </a:solid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lIns="18000" rIns="1800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5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192.168.8.</a:t>
              </a:r>
              <a:endParaRPr kumimoji="0" lang="zh-CN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</p:grpSp>
      <p:grpSp>
        <p:nvGrpSpPr>
          <p:cNvPr id="282" name="组合 281"/>
          <p:cNvGrpSpPr/>
          <p:nvPr/>
        </p:nvGrpSpPr>
        <p:grpSpPr>
          <a:xfrm>
            <a:off x="4844124" y="2646677"/>
            <a:ext cx="2009852" cy="326058"/>
            <a:chOff x="6504886" y="3787780"/>
            <a:chExt cx="2009589" cy="326135"/>
          </a:xfrm>
        </p:grpSpPr>
        <p:sp>
          <p:nvSpPr>
            <p:cNvPr id="283" name="矩形 282"/>
            <p:cNvSpPr/>
            <p:nvPr/>
          </p:nvSpPr>
          <p:spPr>
            <a:xfrm>
              <a:off x="7460089" y="3789839"/>
              <a:ext cx="917880" cy="324076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284" name="TextBox 283"/>
            <p:cNvSpPr txBox="1"/>
            <p:nvPr/>
          </p:nvSpPr>
          <p:spPr>
            <a:xfrm>
              <a:off x="7384766" y="3787780"/>
              <a:ext cx="1129709" cy="32324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5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11</a:t>
              </a:r>
              <a:r>
                <a:rPr kumimoji="0" lang="en-US" altLang="zh-CN" sz="15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000000</a:t>
              </a:r>
              <a:endParaRPr kumimoji="0" lang="zh-CN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285" name="矩形 284"/>
            <p:cNvSpPr/>
            <p:nvPr/>
          </p:nvSpPr>
          <p:spPr>
            <a:xfrm>
              <a:off x="6504886" y="3789835"/>
              <a:ext cx="953875" cy="324076"/>
            </a:xfrm>
            <a:prstGeom prst="rect">
              <a:avLst/>
            </a:prstGeom>
            <a:solidFill>
              <a:srgbClr val="2D7FAE"/>
            </a:solid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lIns="18000" rIns="1800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5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192.168.8.</a:t>
              </a:r>
              <a:endParaRPr kumimoji="0" lang="zh-CN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</p:grpSp>
      <p:sp>
        <p:nvSpPr>
          <p:cNvPr id="286" name="TextBox 285"/>
          <p:cNvSpPr txBox="1"/>
          <p:nvPr/>
        </p:nvSpPr>
        <p:spPr>
          <a:xfrm>
            <a:off x="7450596" y="1256902"/>
            <a:ext cx="1539020" cy="380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192.168.8.0/26</a:t>
            </a:r>
            <a:endParaRPr lang="zh-CN" altLang="en-US" sz="15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287" name="TextBox 286"/>
          <p:cNvSpPr txBox="1"/>
          <p:nvPr/>
        </p:nvSpPr>
        <p:spPr>
          <a:xfrm>
            <a:off x="4029283" y="1263138"/>
            <a:ext cx="902092" cy="380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15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实验室</a:t>
            </a:r>
            <a:r>
              <a:rPr lang="en-US" altLang="zh-CN" sz="15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A</a:t>
            </a:r>
            <a:endParaRPr lang="zh-CN" altLang="en-US" sz="15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grpSp>
        <p:nvGrpSpPr>
          <p:cNvPr id="291" name="组合 290"/>
          <p:cNvGrpSpPr/>
          <p:nvPr/>
        </p:nvGrpSpPr>
        <p:grpSpPr>
          <a:xfrm>
            <a:off x="4851003" y="2624343"/>
            <a:ext cx="2049849" cy="324002"/>
            <a:chOff x="6488115" y="2205658"/>
            <a:chExt cx="2049579" cy="324078"/>
          </a:xfrm>
        </p:grpSpPr>
        <p:sp>
          <p:nvSpPr>
            <p:cNvPr id="292" name="矩形 291"/>
            <p:cNvSpPr/>
            <p:nvPr/>
          </p:nvSpPr>
          <p:spPr>
            <a:xfrm>
              <a:off x="7444282" y="2205660"/>
              <a:ext cx="917881" cy="324076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293" name="TextBox 292"/>
            <p:cNvSpPr txBox="1"/>
            <p:nvPr/>
          </p:nvSpPr>
          <p:spPr>
            <a:xfrm>
              <a:off x="7363136" y="2205658"/>
              <a:ext cx="1174558" cy="32324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5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00</a:t>
              </a:r>
              <a:r>
                <a:rPr kumimoji="0" lang="en-US" altLang="zh-CN" sz="15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111111</a:t>
              </a:r>
              <a:endParaRPr kumimoji="0" lang="zh-CN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294" name="矩形 293"/>
            <p:cNvSpPr/>
            <p:nvPr/>
          </p:nvSpPr>
          <p:spPr>
            <a:xfrm>
              <a:off x="6488115" y="2205658"/>
              <a:ext cx="953876" cy="324076"/>
            </a:xfrm>
            <a:prstGeom prst="rect">
              <a:avLst/>
            </a:prstGeom>
            <a:solidFill>
              <a:srgbClr val="2D7FAE"/>
            </a:solid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lIns="18000" rIns="1800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5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192.168.8.</a:t>
              </a:r>
              <a:endParaRPr kumimoji="0" lang="zh-CN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</p:grpSp>
      <p:sp>
        <p:nvSpPr>
          <p:cNvPr id="295" name="TextBox 294"/>
          <p:cNvSpPr txBox="1"/>
          <p:nvPr/>
        </p:nvSpPr>
        <p:spPr>
          <a:xfrm>
            <a:off x="6674070" y="1302468"/>
            <a:ext cx="113875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500" dirty="0" smtClean="0">
                <a:solidFill>
                  <a:srgbClr val="002060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网络地址</a:t>
            </a:r>
            <a:endParaRPr lang="zh-CN" altLang="en-US" sz="1500" dirty="0">
              <a:solidFill>
                <a:srgbClr val="002060"/>
              </a:solidFill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296" name="TextBox 295"/>
          <p:cNvSpPr txBox="1"/>
          <p:nvPr/>
        </p:nvSpPr>
        <p:spPr>
          <a:xfrm>
            <a:off x="6658283" y="2635633"/>
            <a:ext cx="101433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500" dirty="0" smtClean="0">
                <a:solidFill>
                  <a:srgbClr val="002060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广播地址</a:t>
            </a:r>
            <a:endParaRPr lang="zh-CN" altLang="en-US" sz="1500" dirty="0">
              <a:solidFill>
                <a:srgbClr val="002060"/>
              </a:solidFill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297" name="TextBox 296"/>
          <p:cNvSpPr txBox="1"/>
          <p:nvPr/>
        </p:nvSpPr>
        <p:spPr>
          <a:xfrm>
            <a:off x="7450595" y="2595207"/>
            <a:ext cx="1718531" cy="380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192.168.8.63/26</a:t>
            </a:r>
            <a:endParaRPr lang="zh-CN" altLang="en-US" sz="15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grpSp>
        <p:nvGrpSpPr>
          <p:cNvPr id="298" name="组合 297"/>
          <p:cNvGrpSpPr/>
          <p:nvPr/>
        </p:nvGrpSpPr>
        <p:grpSpPr>
          <a:xfrm>
            <a:off x="4855911" y="1689525"/>
            <a:ext cx="2039655" cy="334242"/>
            <a:chOff x="6507574" y="2205655"/>
            <a:chExt cx="2039388" cy="334320"/>
          </a:xfrm>
        </p:grpSpPr>
        <p:sp>
          <p:nvSpPr>
            <p:cNvPr id="299" name="矩形 298"/>
            <p:cNvSpPr/>
            <p:nvPr/>
          </p:nvSpPr>
          <p:spPr>
            <a:xfrm>
              <a:off x="7460089" y="2205660"/>
              <a:ext cx="917880" cy="324076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300" name="TextBox 299"/>
            <p:cNvSpPr txBox="1"/>
            <p:nvPr/>
          </p:nvSpPr>
          <p:spPr>
            <a:xfrm>
              <a:off x="7376690" y="2216735"/>
              <a:ext cx="1170272" cy="32324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5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00</a:t>
              </a:r>
              <a:r>
                <a:rPr kumimoji="0" lang="en-US" altLang="zh-CN" sz="15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000001</a:t>
              </a:r>
              <a:endParaRPr kumimoji="0" lang="zh-CN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301" name="矩形 300"/>
            <p:cNvSpPr/>
            <p:nvPr/>
          </p:nvSpPr>
          <p:spPr>
            <a:xfrm>
              <a:off x="6507574" y="2205655"/>
              <a:ext cx="953876" cy="324076"/>
            </a:xfrm>
            <a:prstGeom prst="rect">
              <a:avLst/>
            </a:prstGeom>
            <a:solidFill>
              <a:srgbClr val="2D7FAE"/>
            </a:solid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lIns="18000" rIns="1800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5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192.168.8.</a:t>
              </a:r>
              <a:endParaRPr kumimoji="0" lang="zh-CN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</p:grpSp>
      <p:grpSp>
        <p:nvGrpSpPr>
          <p:cNvPr id="302" name="组合 301"/>
          <p:cNvGrpSpPr/>
          <p:nvPr/>
        </p:nvGrpSpPr>
        <p:grpSpPr>
          <a:xfrm>
            <a:off x="4841515" y="2223022"/>
            <a:ext cx="2039026" cy="324085"/>
            <a:chOff x="6494687" y="2205575"/>
            <a:chExt cx="2038754" cy="324161"/>
          </a:xfrm>
        </p:grpSpPr>
        <p:sp>
          <p:nvSpPr>
            <p:cNvPr id="303" name="矩形 302"/>
            <p:cNvSpPr/>
            <p:nvPr/>
          </p:nvSpPr>
          <p:spPr>
            <a:xfrm>
              <a:off x="7448802" y="2205660"/>
              <a:ext cx="917879" cy="324076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304" name="TextBox 303"/>
            <p:cNvSpPr txBox="1"/>
            <p:nvPr/>
          </p:nvSpPr>
          <p:spPr>
            <a:xfrm>
              <a:off x="7369676" y="2205575"/>
              <a:ext cx="1163765" cy="32324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5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00</a:t>
              </a:r>
              <a:r>
                <a:rPr kumimoji="0" lang="en-US" altLang="zh-CN" sz="15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111110</a:t>
              </a:r>
              <a:endParaRPr kumimoji="0" lang="zh-CN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305" name="矩形 304"/>
            <p:cNvSpPr/>
            <p:nvPr/>
          </p:nvSpPr>
          <p:spPr>
            <a:xfrm>
              <a:off x="6494687" y="2205658"/>
              <a:ext cx="953874" cy="324076"/>
            </a:xfrm>
            <a:prstGeom prst="rect">
              <a:avLst/>
            </a:prstGeom>
            <a:solidFill>
              <a:srgbClr val="2D7FAE"/>
            </a:solid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lIns="18000" rIns="1800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5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192.168.8.</a:t>
              </a:r>
              <a:endParaRPr kumimoji="0" lang="zh-CN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</p:grpSp>
      <p:sp>
        <p:nvSpPr>
          <p:cNvPr id="306" name="下箭头 305"/>
          <p:cNvSpPr/>
          <p:nvPr/>
        </p:nvSpPr>
        <p:spPr>
          <a:xfrm>
            <a:off x="5738266" y="2034000"/>
            <a:ext cx="145441" cy="180000"/>
          </a:xfrm>
          <a:prstGeom prst="downArrow">
            <a:avLst/>
          </a:prstGeom>
          <a:solidFill>
            <a:schemeClr val="accent6"/>
          </a:solidFill>
          <a:ln w="12700" cap="flat" cmpd="sng" algn="ctr">
            <a:solidFill>
              <a:srgbClr val="31BDCA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307" name="TextBox 306"/>
          <p:cNvSpPr txBox="1"/>
          <p:nvPr/>
        </p:nvSpPr>
        <p:spPr>
          <a:xfrm>
            <a:off x="6668571" y="1713174"/>
            <a:ext cx="1015336" cy="835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sz="1500" dirty="0" smtClean="0">
                <a:solidFill>
                  <a:srgbClr val="002060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主机及路由器接口地址范围</a:t>
            </a:r>
            <a:endParaRPr lang="zh-CN" altLang="en-US" sz="1500" dirty="0">
              <a:solidFill>
                <a:srgbClr val="002060"/>
              </a:solidFill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308" name="TextBox 307"/>
          <p:cNvSpPr txBox="1"/>
          <p:nvPr/>
        </p:nvSpPr>
        <p:spPr>
          <a:xfrm>
            <a:off x="7473173" y="1689388"/>
            <a:ext cx="1539020" cy="380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192.168.8.1/26</a:t>
            </a:r>
            <a:endParaRPr lang="zh-CN" altLang="en-US" sz="15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309" name="TextBox 308"/>
          <p:cNvSpPr txBox="1"/>
          <p:nvPr/>
        </p:nvSpPr>
        <p:spPr>
          <a:xfrm>
            <a:off x="7473173" y="2199719"/>
            <a:ext cx="1718531" cy="380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192.168.8.62/26</a:t>
            </a:r>
            <a:endParaRPr lang="zh-CN" altLang="en-US" sz="15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310" name="下箭头 309"/>
          <p:cNvSpPr/>
          <p:nvPr/>
        </p:nvSpPr>
        <p:spPr>
          <a:xfrm>
            <a:off x="8042522" y="2067905"/>
            <a:ext cx="145441" cy="180000"/>
          </a:xfrm>
          <a:prstGeom prst="downArrow">
            <a:avLst/>
          </a:prstGeom>
          <a:solidFill>
            <a:schemeClr val="accent6"/>
          </a:solidFill>
          <a:ln w="12700" cap="flat" cmpd="sng" algn="ctr">
            <a:solidFill>
              <a:srgbClr val="31BDCA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0" cap="none" spc="0" normalizeH="0" baseline="0" noProof="0" smtClean="0">
              <a:ln>
                <a:noFill/>
              </a:ln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</p:txBody>
      </p:sp>
      <p:cxnSp>
        <p:nvCxnSpPr>
          <p:cNvPr id="337" name="直接连接符 336"/>
          <p:cNvCxnSpPr/>
          <p:nvPr/>
        </p:nvCxnSpPr>
        <p:spPr>
          <a:xfrm flipV="1">
            <a:off x="4106085" y="3003798"/>
            <a:ext cx="5040000" cy="18503"/>
          </a:xfrm>
          <a:prstGeom prst="line">
            <a:avLst/>
          </a:prstGeom>
          <a:ln w="25400">
            <a:solidFill>
              <a:srgbClr val="FFC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42" name="组合 341"/>
          <p:cNvGrpSpPr/>
          <p:nvPr/>
        </p:nvGrpSpPr>
        <p:grpSpPr>
          <a:xfrm>
            <a:off x="4388395" y="564163"/>
            <a:ext cx="4576093" cy="667059"/>
            <a:chOff x="316648" y="225391"/>
            <a:chExt cx="4112300" cy="667059"/>
          </a:xfrm>
        </p:grpSpPr>
        <p:grpSp>
          <p:nvGrpSpPr>
            <p:cNvPr id="89" name="组合 88"/>
            <p:cNvGrpSpPr/>
            <p:nvPr/>
          </p:nvGrpSpPr>
          <p:grpSpPr>
            <a:xfrm>
              <a:off x="316648" y="225391"/>
              <a:ext cx="4112300" cy="667059"/>
              <a:chOff x="3391797" y="1838437"/>
              <a:chExt cx="4574432" cy="215590"/>
            </a:xfrm>
          </p:grpSpPr>
          <p:sp>
            <p:nvSpPr>
              <p:cNvPr id="90" name="圆角矩形 89"/>
              <p:cNvSpPr/>
              <p:nvPr/>
            </p:nvSpPr>
            <p:spPr>
              <a:xfrm>
                <a:off x="3391797" y="1844597"/>
                <a:ext cx="4574432" cy="209430"/>
              </a:xfrm>
              <a:prstGeom prst="roundRect">
                <a:avLst/>
              </a:prstGeom>
              <a:gradFill>
                <a:gsLst>
                  <a:gs pos="100000">
                    <a:srgbClr val="31BDCA"/>
                  </a:gs>
                  <a:gs pos="0">
                    <a:srgbClr val="31BDCA">
                      <a:lumMod val="75000"/>
                    </a:srgbClr>
                  </a:gs>
                </a:gsLst>
                <a:lin ang="5400000" scaled="1"/>
              </a:gradFill>
              <a:ln w="28575" cap="flat">
                <a:gradFill>
                  <a:gsLst>
                    <a:gs pos="0">
                      <a:srgbClr val="31BDCA"/>
                    </a:gs>
                    <a:gs pos="100000">
                      <a:srgbClr val="31BDCA">
                        <a:lumMod val="75000"/>
                      </a:srgbClr>
                    </a:gs>
                  </a:gsLst>
                  <a:lin ang="5400000" scaled="1"/>
                </a:gradFill>
                <a:prstDash val="solid"/>
                <a:miter lim="800000"/>
              </a:ln>
              <a:effectLst>
                <a:outerShdw blurRad="228600" dist="101600" dir="5400000" algn="t" rotWithShape="0">
                  <a:sysClr val="windowText" lastClr="000000">
                    <a:lumMod val="85000"/>
                    <a:lumOff val="15000"/>
                    <a:alpha val="28000"/>
                  </a:sysClr>
                </a:outerShdw>
              </a:effectLst>
            </p:spPr>
            <p:txBody>
              <a:bodyPr vert="horz" wrap="square" lIns="121920" tIns="60960" rIns="121920" bIns="6096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endParaRPr>
              </a:p>
            </p:txBody>
          </p:sp>
          <p:sp>
            <p:nvSpPr>
              <p:cNvPr id="93" name="文本框 3"/>
              <p:cNvSpPr txBox="1">
                <a:spLocks noChangeArrowheads="1"/>
              </p:cNvSpPr>
              <p:nvPr/>
            </p:nvSpPr>
            <p:spPr bwMode="auto">
              <a:xfrm>
                <a:off x="3421919" y="1838437"/>
                <a:ext cx="4544310" cy="20889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defRPr sz="3200">
                    <a:gradFill flip="none" rotWithShape="1">
                      <a:gsLst>
                        <a:gs pos="0">
                          <a:schemeClr val="accent2"/>
                        </a:gs>
                        <a:gs pos="34000">
                          <a:schemeClr val="accent1"/>
                        </a:gs>
                        <a:gs pos="68000">
                          <a:schemeClr val="accent3"/>
                        </a:gs>
                        <a:gs pos="100000">
                          <a:schemeClr val="accent4"/>
                        </a:gs>
                      </a:gsLst>
                      <a:lin ang="0" scaled="1"/>
                    </a:gradFill>
                  </a:defRPr>
                </a:lvl1pPr>
              </a:lstStyle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800" b="0" i="0" u="none" strike="noStrike" kern="0" cap="none" spc="0" normalizeH="0" baseline="0" noProof="0" dirty="0" smtClean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Arial" panose="020B0604020202020204"/>
                  </a:rPr>
                  <a:t>      5.</a:t>
                </a:r>
                <a:r>
                  <a:rPr kumimoji="0" lang="zh-CN" altLang="en-US" sz="1800" b="0" i="0" u="none" strike="noStrike" kern="0" cap="none" spc="0" normalizeH="0" baseline="0" noProof="0" dirty="0" smtClean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Arial" panose="020B0604020202020204"/>
                  </a:rPr>
                  <a:t>确定</a:t>
                </a:r>
                <a:r>
                  <a:rPr kumimoji="0" lang="zh-CN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Arial" panose="020B0604020202020204"/>
                  </a:rPr>
                  <a:t>每一个</a:t>
                </a:r>
                <a:r>
                  <a:rPr kumimoji="0" lang="zh-CN" altLang="en-US" sz="1800" b="0" i="0" u="none" strike="noStrike" kern="0" cap="none" spc="0" normalizeH="0" baseline="0" noProof="0" dirty="0" smtClean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Arial" panose="020B0604020202020204"/>
                  </a:rPr>
                  <a:t>子网的网络地址、广播地址及主机和路由器接口地址</a:t>
                </a:r>
                <a:r>
                  <a:rPr kumimoji="0" lang="zh-CN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Arial" panose="020B0604020202020204"/>
                  </a:rPr>
                  <a:t>的范围。</a:t>
                </a: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endParaRPr>
              </a:p>
            </p:txBody>
          </p:sp>
        </p:grpSp>
        <p:sp>
          <p:nvSpPr>
            <p:cNvPr id="340" name="任意多边形 339"/>
            <p:cNvSpPr/>
            <p:nvPr/>
          </p:nvSpPr>
          <p:spPr>
            <a:xfrm>
              <a:off x="505184" y="308360"/>
              <a:ext cx="79188" cy="175158"/>
            </a:xfrm>
            <a:custGeom>
              <a:avLst/>
              <a:gdLst>
                <a:gd name="connsiteX0" fmla="*/ 403860 w 403860"/>
                <a:gd name="connsiteY0" fmla="*/ 0 h 807720"/>
                <a:gd name="connsiteX1" fmla="*/ 0 w 403860"/>
                <a:gd name="connsiteY1" fmla="*/ 403860 h 807720"/>
                <a:gd name="connsiteX2" fmla="*/ 403860 w 403860"/>
                <a:gd name="connsiteY2" fmla="*/ 807720 h 807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03860" h="807720">
                  <a:moveTo>
                    <a:pt x="403860" y="0"/>
                  </a:moveTo>
                  <a:lnTo>
                    <a:pt x="0" y="403860"/>
                  </a:lnTo>
                  <a:lnTo>
                    <a:pt x="403860" y="807720"/>
                  </a:lnTo>
                </a:path>
              </a:pathLst>
            </a:custGeom>
            <a:noFill/>
            <a:ln w="12700" cap="flat" cmpd="sng" algn="ctr">
              <a:solidFill>
                <a:sysClr val="window" lastClr="FFFFFF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341" name="任意多边形 340"/>
            <p:cNvSpPr/>
            <p:nvPr/>
          </p:nvSpPr>
          <p:spPr>
            <a:xfrm>
              <a:off x="599821" y="319746"/>
              <a:ext cx="79188" cy="175158"/>
            </a:xfrm>
            <a:custGeom>
              <a:avLst/>
              <a:gdLst>
                <a:gd name="connsiteX0" fmla="*/ 403860 w 403860"/>
                <a:gd name="connsiteY0" fmla="*/ 0 h 807720"/>
                <a:gd name="connsiteX1" fmla="*/ 0 w 403860"/>
                <a:gd name="connsiteY1" fmla="*/ 403860 h 807720"/>
                <a:gd name="connsiteX2" fmla="*/ 403860 w 403860"/>
                <a:gd name="connsiteY2" fmla="*/ 807720 h 807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03860" h="807720">
                  <a:moveTo>
                    <a:pt x="403860" y="0"/>
                  </a:moveTo>
                  <a:lnTo>
                    <a:pt x="0" y="403860"/>
                  </a:lnTo>
                  <a:lnTo>
                    <a:pt x="403860" y="807720"/>
                  </a:lnTo>
                </a:path>
              </a:pathLst>
            </a:custGeom>
            <a:noFill/>
            <a:ln w="12700" cap="flat" cmpd="sng" algn="ctr">
              <a:solidFill>
                <a:sysClr val="window" lastClr="FFFFFF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</p:grpSp>
      <p:pic>
        <p:nvPicPr>
          <p:cNvPr id="86" name="Picture 3" descr="C:\Users\Administrator\Desktop\微立体创业计划\005.png"/>
          <p:cNvPicPr>
            <a:picLocks noChangeAspect="1" noChangeArrowheads="1"/>
          </p:cNvPicPr>
          <p:nvPr/>
        </p:nvPicPr>
        <p:blipFill>
          <a:blip r:embed="rId1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2473" y="149604"/>
            <a:ext cx="609601" cy="609601"/>
          </a:xfrm>
          <a:prstGeom prst="rect">
            <a:avLst/>
          </a:prstGeom>
          <a:noFill/>
          <a:effectLst>
            <a:outerShdw blurRad="127000" dist="63500" dir="3000000" sx="104000" sy="104000" algn="tl" rotWithShape="0">
              <a:prstClr val="black">
                <a:alpha val="34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7" name="Picture 4" descr="C:\Users\Administrator\Desktop\微立体创业计划\004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872" y="158976"/>
            <a:ext cx="609601" cy="609601"/>
          </a:xfrm>
          <a:prstGeom prst="rect">
            <a:avLst/>
          </a:prstGeom>
          <a:noFill/>
          <a:effectLst>
            <a:outerShdw blurRad="127000" dist="63500" dir="3000000" sx="104000" sy="104000" algn="tl" rotWithShape="0">
              <a:prstClr val="black">
                <a:alpha val="34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8" name="文本框 12"/>
          <p:cNvSpPr txBox="1">
            <a:spLocks noChangeArrowheads="1"/>
          </p:cNvSpPr>
          <p:nvPr/>
        </p:nvSpPr>
        <p:spPr bwMode="auto">
          <a:xfrm>
            <a:off x="1187623" y="267494"/>
            <a:ext cx="2879882" cy="4042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5023" tIns="32511" rIns="65023" bIns="32511">
            <a:spAutoFit/>
          </a:bodyPr>
          <a:lstStyle>
            <a:lvl1pPr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9pPr>
          </a:lstStyle>
          <a:p>
            <a:r>
              <a:rPr lang="en-US" altLang="zh-CN" sz="2200" dirty="0" smtClean="0">
                <a:solidFill>
                  <a:srgbClr val="034E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</a:t>
            </a:r>
            <a:r>
              <a:rPr lang="zh-CN" altLang="en-US" sz="2200" dirty="0" smtClean="0">
                <a:solidFill>
                  <a:srgbClr val="034E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定长子网掩码</a:t>
            </a:r>
            <a:r>
              <a:rPr lang="en-US" altLang="zh-CN" sz="2200" dirty="0" smtClean="0">
                <a:solidFill>
                  <a:srgbClr val="034E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FLSM</a:t>
            </a:r>
            <a:endParaRPr lang="zh-CN" altLang="en-US" sz="2200" dirty="0">
              <a:solidFill>
                <a:srgbClr val="034EA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91" name="矩形 90"/>
          <p:cNvSpPr/>
          <p:nvPr/>
        </p:nvSpPr>
        <p:spPr>
          <a:xfrm>
            <a:off x="107505" y="768578"/>
            <a:ext cx="3960000" cy="3819396"/>
          </a:xfrm>
          <a:prstGeom prst="rect">
            <a:avLst/>
          </a:prstGeom>
          <a:solidFill>
            <a:sysClr val="window" lastClr="FFFFFF"/>
          </a:solidFill>
          <a:ln w="9525" cap="flat" cmpd="sng" algn="ctr">
            <a:solidFill>
              <a:srgbClr val="31BDCA">
                <a:shade val="50000"/>
              </a:srgbClr>
            </a:solidFill>
            <a:prstDash val="dash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</p:txBody>
      </p:sp>
      <p:grpSp>
        <p:nvGrpSpPr>
          <p:cNvPr id="92" name="组合 91"/>
          <p:cNvGrpSpPr/>
          <p:nvPr/>
        </p:nvGrpSpPr>
        <p:grpSpPr>
          <a:xfrm>
            <a:off x="185420" y="2211710"/>
            <a:ext cx="3945572" cy="2376264"/>
            <a:chOff x="473570" y="1885262"/>
            <a:chExt cx="6312457" cy="3480724"/>
          </a:xfrm>
        </p:grpSpPr>
        <p:grpSp>
          <p:nvGrpSpPr>
            <p:cNvPr id="94" name="组合 93"/>
            <p:cNvGrpSpPr/>
            <p:nvPr/>
          </p:nvGrpSpPr>
          <p:grpSpPr>
            <a:xfrm>
              <a:off x="473570" y="2130598"/>
              <a:ext cx="5817902" cy="3177104"/>
              <a:chOff x="264940" y="1628800"/>
              <a:chExt cx="6556382" cy="3580381"/>
            </a:xfrm>
          </p:grpSpPr>
          <p:pic>
            <p:nvPicPr>
              <p:cNvPr id="98" name="Picture 3" descr="F:\信息化大赛\图片素材\3.jpg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64940" y="1628800"/>
                <a:ext cx="6556382" cy="358038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99" name="矩形 98"/>
              <p:cNvSpPr/>
              <p:nvPr/>
            </p:nvSpPr>
            <p:spPr>
              <a:xfrm>
                <a:off x="270780" y="1634641"/>
                <a:ext cx="1584176" cy="288033"/>
              </a:xfrm>
              <a:prstGeom prst="rect">
                <a:avLst/>
              </a:prstGeom>
              <a:solidFill>
                <a:sysClr val="window" lastClr="FFFFFF"/>
              </a:solidFill>
              <a:ln w="12700" cap="flat" cmpd="sng" algn="ctr">
                <a:solidFill>
                  <a:sysClr val="window" lastClr="FFFFFF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Arial" panose="020B0604020202020204"/>
                </a:endParaRPr>
              </a:p>
            </p:txBody>
          </p:sp>
        </p:grpSp>
        <p:sp>
          <p:nvSpPr>
            <p:cNvPr id="95" name="矩形 94"/>
            <p:cNvSpPr/>
            <p:nvPr/>
          </p:nvSpPr>
          <p:spPr>
            <a:xfrm>
              <a:off x="1270549" y="1885262"/>
              <a:ext cx="2407486" cy="67624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实验室</a:t>
              </a:r>
              <a:r>
                <a:rPr kumimoji="0" lang="en-US" altLang="zh-CN" sz="16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A:60</a:t>
              </a:r>
              <a:r>
                <a:rPr kumimoji="0" lang="zh-CN" altLang="en-US" sz="16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台</a:t>
              </a:r>
              <a:endParaRPr kumimoji="0" lang="en-US" altLang="zh-CN" sz="1600" b="0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96" name="矩形 95"/>
            <p:cNvSpPr/>
            <p:nvPr/>
          </p:nvSpPr>
          <p:spPr>
            <a:xfrm>
              <a:off x="4381069" y="2834550"/>
              <a:ext cx="2404958" cy="67624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实验室</a:t>
              </a:r>
              <a:r>
                <a:rPr kumimoji="0" lang="en-US" altLang="zh-CN" sz="16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B:46</a:t>
              </a:r>
              <a:r>
                <a:rPr kumimoji="0" lang="zh-CN" altLang="en-US" sz="16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台</a:t>
              </a:r>
              <a:endParaRPr kumimoji="0" lang="en-US" altLang="zh-CN" sz="1600" b="0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97" name="矩形 96"/>
            <p:cNvSpPr/>
            <p:nvPr/>
          </p:nvSpPr>
          <p:spPr>
            <a:xfrm>
              <a:off x="2777191" y="4689744"/>
              <a:ext cx="2640717" cy="67624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实验室</a:t>
              </a:r>
              <a:r>
                <a:rPr kumimoji="0" lang="en-US" altLang="zh-CN" sz="16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C:52</a:t>
              </a:r>
              <a:r>
                <a:rPr kumimoji="0" lang="zh-CN" altLang="en-US" sz="16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台</a:t>
              </a:r>
              <a:endParaRPr kumimoji="0" lang="en-US" altLang="zh-CN" sz="1600" b="0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</p:grpSp>
      <p:sp>
        <p:nvSpPr>
          <p:cNvPr id="100" name="矩形 99"/>
          <p:cNvSpPr/>
          <p:nvPr/>
        </p:nvSpPr>
        <p:spPr>
          <a:xfrm>
            <a:off x="173143" y="752062"/>
            <a:ext cx="3960000" cy="13111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案例</a:t>
            </a:r>
            <a:r>
              <a:rPr lang="en-US" altLang="zh-CN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:</a:t>
            </a:r>
            <a:r>
              <a:rPr lang="zh-CN" altLang="en-US" sz="1600" dirty="0" smtClean="0">
                <a:solidFill>
                  <a:srgbClr val="31BDCA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某</a:t>
            </a:r>
            <a:r>
              <a:rPr lang="zh-CN" altLang="zh-CN" sz="1600" dirty="0" smtClean="0">
                <a:solidFill>
                  <a:srgbClr val="31BDCA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学校</a:t>
            </a:r>
            <a:r>
              <a:rPr lang="zh-CN" altLang="zh-CN" sz="1600" dirty="0">
                <a:solidFill>
                  <a:srgbClr val="31BDCA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的计算机系，新建了三个实验室，主机数量分别</a:t>
            </a:r>
            <a:r>
              <a:rPr lang="zh-CN" altLang="zh-CN" sz="1600" dirty="0" smtClean="0">
                <a:solidFill>
                  <a:srgbClr val="31BDCA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是</a:t>
            </a:r>
            <a:r>
              <a:rPr lang="en-US" altLang="zh-CN" sz="1600" dirty="0" smtClean="0">
                <a:solidFill>
                  <a:srgbClr val="31BDCA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60</a:t>
            </a:r>
            <a:r>
              <a:rPr lang="zh-CN" altLang="zh-CN" sz="1600" dirty="0" smtClean="0">
                <a:solidFill>
                  <a:srgbClr val="31BDCA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台</a:t>
            </a:r>
            <a:r>
              <a:rPr lang="zh-CN" altLang="zh-CN" sz="1600" dirty="0">
                <a:solidFill>
                  <a:srgbClr val="31BDCA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、</a:t>
            </a:r>
            <a:r>
              <a:rPr lang="en-US" altLang="zh-CN" sz="1600" dirty="0" smtClean="0">
                <a:solidFill>
                  <a:srgbClr val="31BDCA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46</a:t>
            </a:r>
            <a:r>
              <a:rPr lang="zh-CN" altLang="zh-CN" sz="1600" dirty="0" smtClean="0">
                <a:solidFill>
                  <a:srgbClr val="31BDCA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台</a:t>
            </a:r>
            <a:r>
              <a:rPr lang="zh-CN" altLang="zh-CN" sz="1600" dirty="0">
                <a:solidFill>
                  <a:srgbClr val="31BDCA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、</a:t>
            </a:r>
            <a:r>
              <a:rPr lang="en-US" altLang="zh-CN" sz="1600" dirty="0" smtClean="0">
                <a:solidFill>
                  <a:srgbClr val="31BDCA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52</a:t>
            </a:r>
            <a:r>
              <a:rPr lang="zh-CN" altLang="zh-CN" sz="1600" dirty="0" smtClean="0">
                <a:solidFill>
                  <a:srgbClr val="31BDCA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台</a:t>
            </a:r>
            <a:r>
              <a:rPr lang="zh-CN" altLang="zh-CN" sz="1600" dirty="0">
                <a:solidFill>
                  <a:srgbClr val="31BDCA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。现给一</a:t>
            </a:r>
            <a:r>
              <a:rPr lang="en-US" altLang="zh-CN" sz="1600" dirty="0">
                <a:solidFill>
                  <a:srgbClr val="31BDCA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C</a:t>
            </a:r>
            <a:r>
              <a:rPr lang="zh-CN" altLang="zh-CN" sz="1600" dirty="0">
                <a:solidFill>
                  <a:srgbClr val="31BDCA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类网络地址</a:t>
            </a:r>
            <a:r>
              <a:rPr lang="en-US" altLang="zh-CN" sz="1600" dirty="0" smtClean="0">
                <a:solidFill>
                  <a:srgbClr val="31BDCA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192.168.8.0/24</a:t>
            </a:r>
            <a:r>
              <a:rPr lang="zh-CN" altLang="zh-CN" sz="1600" dirty="0">
                <a:solidFill>
                  <a:srgbClr val="31BDCA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，请将其进行子网划分</a:t>
            </a:r>
            <a:r>
              <a:rPr lang="zh-CN" altLang="zh-CN" sz="1600" dirty="0" smtClean="0">
                <a:solidFill>
                  <a:srgbClr val="31BDCA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，分</a:t>
            </a:r>
            <a:r>
              <a:rPr lang="zh-CN" altLang="zh-CN" sz="1600" dirty="0">
                <a:solidFill>
                  <a:srgbClr val="31BDCA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配给这三个实验室</a:t>
            </a:r>
            <a:r>
              <a:rPr lang="zh-CN" altLang="zh-CN" sz="1600" dirty="0" smtClean="0">
                <a:solidFill>
                  <a:srgbClr val="31BDCA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使用</a:t>
            </a:r>
            <a:r>
              <a:rPr lang="zh-CN" altLang="en-US" sz="1600" dirty="0">
                <a:solidFill>
                  <a:srgbClr val="31BDCA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。</a:t>
            </a:r>
            <a:endParaRPr lang="zh-CN" altLang="en-US" sz="1600" dirty="0">
              <a:solidFill>
                <a:srgbClr val="31BDCA">
                  <a:lumMod val="5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84" name="TextBox 83"/>
          <p:cNvSpPr txBox="1"/>
          <p:nvPr/>
        </p:nvSpPr>
        <p:spPr>
          <a:xfrm>
            <a:off x="4029283" y="1698226"/>
            <a:ext cx="902092" cy="3545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15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实验室</a:t>
            </a:r>
            <a:r>
              <a:rPr lang="en-US" altLang="zh-CN" sz="15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B</a:t>
            </a:r>
            <a:endParaRPr lang="zh-CN" altLang="en-US" sz="15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85" name="TextBox 84"/>
          <p:cNvSpPr txBox="1"/>
          <p:nvPr/>
        </p:nvSpPr>
        <p:spPr>
          <a:xfrm>
            <a:off x="4029283" y="2147573"/>
            <a:ext cx="902092" cy="3545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15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实验室</a:t>
            </a:r>
            <a:r>
              <a:rPr lang="en-US" altLang="zh-CN" sz="15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C</a:t>
            </a:r>
            <a:endParaRPr lang="zh-CN" altLang="en-US" sz="15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101" name="TextBox 100"/>
          <p:cNvSpPr txBox="1"/>
          <p:nvPr/>
        </p:nvSpPr>
        <p:spPr>
          <a:xfrm>
            <a:off x="4207824" y="2588578"/>
            <a:ext cx="568911" cy="380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15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预留</a:t>
            </a:r>
            <a:endParaRPr lang="zh-CN" altLang="en-US" sz="15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107" name="TextBox 106"/>
          <p:cNvSpPr txBox="1"/>
          <p:nvPr/>
        </p:nvSpPr>
        <p:spPr>
          <a:xfrm>
            <a:off x="4007225" y="3030650"/>
            <a:ext cx="902092" cy="380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15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实验室</a:t>
            </a:r>
            <a:r>
              <a:rPr lang="en-US" altLang="zh-CN" sz="15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B</a:t>
            </a:r>
            <a:endParaRPr lang="zh-CN" altLang="en-US" sz="15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grpSp>
        <p:nvGrpSpPr>
          <p:cNvPr id="128" name="组合 127"/>
          <p:cNvGrpSpPr/>
          <p:nvPr/>
        </p:nvGrpSpPr>
        <p:grpSpPr>
          <a:xfrm>
            <a:off x="4822805" y="3055559"/>
            <a:ext cx="1940878" cy="329382"/>
            <a:chOff x="6516896" y="2200275"/>
            <a:chExt cx="1917100" cy="329459"/>
          </a:xfrm>
        </p:grpSpPr>
        <p:sp>
          <p:nvSpPr>
            <p:cNvPr id="129" name="矩形 128"/>
            <p:cNvSpPr/>
            <p:nvPr/>
          </p:nvSpPr>
          <p:spPr>
            <a:xfrm>
              <a:off x="7460089" y="2205658"/>
              <a:ext cx="906753" cy="324076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130" name="TextBox 129"/>
            <p:cNvSpPr txBox="1"/>
            <p:nvPr/>
          </p:nvSpPr>
          <p:spPr>
            <a:xfrm>
              <a:off x="7445086" y="2200275"/>
              <a:ext cx="988910" cy="323241"/>
            </a:xfrm>
            <a:prstGeom prst="rect">
              <a:avLst/>
            </a:prstGeom>
            <a:noFill/>
          </p:spPr>
          <p:txBody>
            <a:bodyPr wrap="square" lIns="18000" rIns="18000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5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01</a:t>
              </a:r>
              <a:r>
                <a:rPr kumimoji="0" lang="en-US" altLang="zh-CN" sz="15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000000</a:t>
              </a:r>
              <a:endParaRPr kumimoji="0" lang="zh-CN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131" name="矩形 130"/>
            <p:cNvSpPr/>
            <p:nvPr/>
          </p:nvSpPr>
          <p:spPr>
            <a:xfrm>
              <a:off x="6516896" y="2205657"/>
              <a:ext cx="942312" cy="324076"/>
            </a:xfrm>
            <a:prstGeom prst="rect">
              <a:avLst/>
            </a:prstGeom>
            <a:solidFill>
              <a:srgbClr val="2D7FAE"/>
            </a:solid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lIns="18000" rIns="1800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5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192.168.8.</a:t>
              </a:r>
              <a:endParaRPr kumimoji="0" lang="zh-CN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</p:grpSp>
      <p:sp>
        <p:nvSpPr>
          <p:cNvPr id="132" name="TextBox 131"/>
          <p:cNvSpPr txBox="1"/>
          <p:nvPr/>
        </p:nvSpPr>
        <p:spPr>
          <a:xfrm>
            <a:off x="7416967" y="3010914"/>
            <a:ext cx="1715744" cy="380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192.168.8.64/26</a:t>
            </a:r>
            <a:endParaRPr lang="zh-CN" altLang="en-US" sz="15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grpSp>
        <p:nvGrpSpPr>
          <p:cNvPr id="133" name="组合 132"/>
          <p:cNvGrpSpPr/>
          <p:nvPr/>
        </p:nvGrpSpPr>
        <p:grpSpPr>
          <a:xfrm>
            <a:off x="4798798" y="4364032"/>
            <a:ext cx="2055125" cy="324002"/>
            <a:chOff x="6492122" y="2205658"/>
            <a:chExt cx="2054856" cy="324078"/>
          </a:xfrm>
        </p:grpSpPr>
        <p:sp>
          <p:nvSpPr>
            <p:cNvPr id="134" name="矩形 133"/>
            <p:cNvSpPr/>
            <p:nvPr/>
          </p:nvSpPr>
          <p:spPr>
            <a:xfrm>
              <a:off x="7444282" y="2205660"/>
              <a:ext cx="917881" cy="324076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135" name="TextBox 134"/>
            <p:cNvSpPr txBox="1"/>
            <p:nvPr/>
          </p:nvSpPr>
          <p:spPr>
            <a:xfrm>
              <a:off x="7372420" y="2205658"/>
              <a:ext cx="1174558" cy="32324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5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01</a:t>
              </a:r>
              <a:r>
                <a:rPr kumimoji="0" lang="en-US" altLang="zh-CN" sz="15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111111</a:t>
              </a:r>
              <a:endParaRPr kumimoji="0" lang="zh-CN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136" name="矩形 135"/>
            <p:cNvSpPr/>
            <p:nvPr/>
          </p:nvSpPr>
          <p:spPr>
            <a:xfrm>
              <a:off x="6492122" y="2205658"/>
              <a:ext cx="953876" cy="324076"/>
            </a:xfrm>
            <a:prstGeom prst="rect">
              <a:avLst/>
            </a:prstGeom>
            <a:solidFill>
              <a:srgbClr val="2D7FAE"/>
            </a:solid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lIns="18000" rIns="1800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5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192.168.8.</a:t>
              </a:r>
              <a:endParaRPr kumimoji="0" lang="zh-CN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</p:grpSp>
      <p:sp>
        <p:nvSpPr>
          <p:cNvPr id="137" name="TextBox 136"/>
          <p:cNvSpPr txBox="1"/>
          <p:nvPr/>
        </p:nvSpPr>
        <p:spPr>
          <a:xfrm>
            <a:off x="6640442" y="3053446"/>
            <a:ext cx="113875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500" dirty="0" smtClean="0">
                <a:solidFill>
                  <a:srgbClr val="002060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网络地址</a:t>
            </a:r>
            <a:endParaRPr lang="zh-CN" altLang="en-US" sz="1500" dirty="0">
              <a:solidFill>
                <a:srgbClr val="002060"/>
              </a:solidFill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138" name="TextBox 137"/>
          <p:cNvSpPr txBox="1"/>
          <p:nvPr/>
        </p:nvSpPr>
        <p:spPr>
          <a:xfrm>
            <a:off x="6624655" y="4375322"/>
            <a:ext cx="101433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500" dirty="0" smtClean="0">
                <a:solidFill>
                  <a:srgbClr val="002060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广播地址</a:t>
            </a:r>
            <a:endParaRPr lang="zh-CN" altLang="en-US" sz="1500" dirty="0">
              <a:solidFill>
                <a:srgbClr val="002060"/>
              </a:solidFill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139" name="TextBox 138"/>
          <p:cNvSpPr txBox="1"/>
          <p:nvPr/>
        </p:nvSpPr>
        <p:spPr>
          <a:xfrm>
            <a:off x="7416967" y="4323607"/>
            <a:ext cx="1896272" cy="380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192.168.8.127/26</a:t>
            </a:r>
            <a:endParaRPr lang="zh-CN" altLang="en-US" sz="15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grpSp>
        <p:nvGrpSpPr>
          <p:cNvPr id="140" name="组合 139"/>
          <p:cNvGrpSpPr/>
          <p:nvPr/>
        </p:nvGrpSpPr>
        <p:grpSpPr>
          <a:xfrm>
            <a:off x="4823513" y="3440503"/>
            <a:ext cx="2039657" cy="334242"/>
            <a:chOff x="6507572" y="2205655"/>
            <a:chExt cx="2039390" cy="334320"/>
          </a:xfrm>
        </p:grpSpPr>
        <p:sp>
          <p:nvSpPr>
            <p:cNvPr id="141" name="矩形 140"/>
            <p:cNvSpPr/>
            <p:nvPr/>
          </p:nvSpPr>
          <p:spPr>
            <a:xfrm>
              <a:off x="7460089" y="2205660"/>
              <a:ext cx="917880" cy="324076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142" name="TextBox 141"/>
            <p:cNvSpPr txBox="1"/>
            <p:nvPr/>
          </p:nvSpPr>
          <p:spPr>
            <a:xfrm>
              <a:off x="7376690" y="2216735"/>
              <a:ext cx="1170272" cy="32324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5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01</a:t>
              </a:r>
              <a:r>
                <a:rPr kumimoji="0" lang="en-US" altLang="zh-CN" sz="15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000001</a:t>
              </a:r>
              <a:endParaRPr kumimoji="0" lang="zh-CN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143" name="矩形 142"/>
            <p:cNvSpPr/>
            <p:nvPr/>
          </p:nvSpPr>
          <p:spPr>
            <a:xfrm>
              <a:off x="6507572" y="2205655"/>
              <a:ext cx="953876" cy="324076"/>
            </a:xfrm>
            <a:prstGeom prst="rect">
              <a:avLst/>
            </a:prstGeom>
            <a:solidFill>
              <a:srgbClr val="2D7FAE"/>
            </a:solid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lIns="18000" rIns="1800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5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192.168.8.</a:t>
              </a:r>
              <a:endParaRPr kumimoji="0" lang="zh-CN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</p:grpSp>
      <p:grpSp>
        <p:nvGrpSpPr>
          <p:cNvPr id="144" name="组合 143"/>
          <p:cNvGrpSpPr/>
          <p:nvPr/>
        </p:nvGrpSpPr>
        <p:grpSpPr>
          <a:xfrm>
            <a:off x="4809111" y="3974000"/>
            <a:ext cx="2037794" cy="324085"/>
            <a:chOff x="6495918" y="2205575"/>
            <a:chExt cx="2037524" cy="324161"/>
          </a:xfrm>
        </p:grpSpPr>
        <p:sp>
          <p:nvSpPr>
            <p:cNvPr id="145" name="矩形 144"/>
            <p:cNvSpPr/>
            <p:nvPr/>
          </p:nvSpPr>
          <p:spPr>
            <a:xfrm>
              <a:off x="7448802" y="2205660"/>
              <a:ext cx="917879" cy="324076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146" name="TextBox 145"/>
            <p:cNvSpPr txBox="1"/>
            <p:nvPr/>
          </p:nvSpPr>
          <p:spPr>
            <a:xfrm>
              <a:off x="7369677" y="2205575"/>
              <a:ext cx="1163765" cy="32324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5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01</a:t>
              </a:r>
              <a:r>
                <a:rPr kumimoji="0" lang="en-US" altLang="zh-CN" sz="15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111110</a:t>
              </a:r>
              <a:endParaRPr kumimoji="0" lang="zh-CN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147" name="矩形 146"/>
            <p:cNvSpPr/>
            <p:nvPr/>
          </p:nvSpPr>
          <p:spPr>
            <a:xfrm>
              <a:off x="6495918" y="2205658"/>
              <a:ext cx="953874" cy="324076"/>
            </a:xfrm>
            <a:prstGeom prst="rect">
              <a:avLst/>
            </a:prstGeom>
            <a:solidFill>
              <a:srgbClr val="2D7FAE"/>
            </a:solid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lIns="18000" rIns="1800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5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192.168.8.</a:t>
              </a:r>
              <a:endParaRPr kumimoji="0" lang="zh-CN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</p:grpSp>
      <p:sp>
        <p:nvSpPr>
          <p:cNvPr id="148" name="下箭头 147"/>
          <p:cNvSpPr/>
          <p:nvPr/>
        </p:nvSpPr>
        <p:spPr>
          <a:xfrm>
            <a:off x="5704638" y="3785244"/>
            <a:ext cx="145441" cy="180000"/>
          </a:xfrm>
          <a:prstGeom prst="downArrow">
            <a:avLst/>
          </a:prstGeom>
          <a:solidFill>
            <a:schemeClr val="accent6"/>
          </a:solidFill>
          <a:ln w="12700" cap="flat" cmpd="sng" algn="ctr">
            <a:solidFill>
              <a:srgbClr val="31BDCA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149" name="TextBox 148"/>
          <p:cNvSpPr txBox="1"/>
          <p:nvPr/>
        </p:nvSpPr>
        <p:spPr>
          <a:xfrm>
            <a:off x="6634943" y="3464152"/>
            <a:ext cx="1015336" cy="835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sz="1500" dirty="0" smtClean="0">
                <a:solidFill>
                  <a:srgbClr val="002060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主机及路由器接口地址范围</a:t>
            </a:r>
            <a:endParaRPr lang="zh-CN" altLang="en-US" sz="1500" dirty="0">
              <a:solidFill>
                <a:srgbClr val="002060"/>
              </a:solidFill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150" name="TextBox 149"/>
          <p:cNvSpPr txBox="1"/>
          <p:nvPr/>
        </p:nvSpPr>
        <p:spPr>
          <a:xfrm>
            <a:off x="7439545" y="3429077"/>
            <a:ext cx="1693166" cy="380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192.168.8.65/26</a:t>
            </a:r>
            <a:endParaRPr lang="zh-CN" altLang="en-US" sz="15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151" name="TextBox 150"/>
          <p:cNvSpPr txBox="1"/>
          <p:nvPr/>
        </p:nvSpPr>
        <p:spPr>
          <a:xfrm>
            <a:off x="7439545" y="3939267"/>
            <a:ext cx="1752159" cy="380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192.168.8.126/26</a:t>
            </a:r>
            <a:endParaRPr lang="zh-CN" altLang="en-US" sz="15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152" name="下箭头 151"/>
          <p:cNvSpPr/>
          <p:nvPr/>
        </p:nvSpPr>
        <p:spPr>
          <a:xfrm>
            <a:off x="8008894" y="3807594"/>
            <a:ext cx="145441" cy="180000"/>
          </a:xfrm>
          <a:prstGeom prst="downArrow">
            <a:avLst/>
          </a:prstGeom>
          <a:solidFill>
            <a:schemeClr val="accent6"/>
          </a:solidFill>
          <a:ln w="12700" cap="flat" cmpd="sng" algn="ctr">
            <a:solidFill>
              <a:srgbClr val="31BDCA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0" cap="none" spc="0" normalizeH="0" baseline="0" noProof="0" smtClean="0">
              <a:ln>
                <a:noFill/>
              </a:ln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4" name="圆角矩形 3"/>
          <p:cNvSpPr/>
          <p:nvPr/>
        </p:nvSpPr>
        <p:spPr>
          <a:xfrm>
            <a:off x="4780335" y="1659600"/>
            <a:ext cx="4284000" cy="918000"/>
          </a:xfrm>
          <a:prstGeom prst="roundRect">
            <a:avLst/>
          </a:prstGeom>
          <a:noFill/>
          <a:ln w="19050"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3" name="圆角矩形 152"/>
          <p:cNvSpPr/>
          <p:nvPr/>
        </p:nvSpPr>
        <p:spPr>
          <a:xfrm>
            <a:off x="4743747" y="3413570"/>
            <a:ext cx="4356000" cy="918000"/>
          </a:xfrm>
          <a:prstGeom prst="roundRect">
            <a:avLst/>
          </a:prstGeom>
          <a:noFill/>
          <a:ln w="19050"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500"/>
                                        <p:tgtEl>
                                          <p:spTgt spid="27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" dur="500"/>
                                        <p:tgtEl>
                                          <p:spTgt spid="27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500"/>
                                        <p:tgtEl>
                                          <p:spTgt spid="2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250"/>
                                        <p:tgtEl>
                                          <p:spTgt spid="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00"/>
                            </p:stCondLst>
                            <p:childTnLst>
                              <p:par>
                                <p:cTn id="6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250"/>
                                        <p:tgtEl>
                                          <p:spTgt spid="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250"/>
                                        <p:tgtEl>
                                          <p:spTgt spid="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500"/>
                            </p:stCondLst>
                            <p:childTnLst>
                              <p:par>
                                <p:cTn id="7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250"/>
                                        <p:tgtEl>
                                          <p:spTgt spid="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250"/>
                                        <p:tgtEl>
                                          <p:spTgt spid="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250"/>
                                        <p:tgtEl>
                                          <p:spTgt spid="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500"/>
                            </p:stCondLst>
                            <p:childTnLst>
                              <p:par>
                                <p:cTn id="8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0" dur="250"/>
                                        <p:tgtEl>
                                          <p:spTgt spid="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1000"/>
                            </p:stCondLst>
                            <p:childTnLst>
                              <p:par>
                                <p:cTn id="9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250"/>
                                        <p:tgtEl>
                                          <p:spTgt spid="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9" dur="250"/>
                                        <p:tgtEl>
                                          <p:spTgt spid="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500"/>
                            </p:stCondLst>
                            <p:childTnLst>
                              <p:par>
                                <p:cTn id="10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3" dur="250"/>
                                        <p:tgtEl>
                                          <p:spTgt spid="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1000"/>
                            </p:stCondLst>
                            <p:childTnLst>
                              <p:par>
                                <p:cTn id="10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7" dur="250"/>
                                        <p:tgtEl>
                                          <p:spTgt spid="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1500"/>
                            </p:stCondLst>
                            <p:childTnLst>
                              <p:par>
                                <p:cTn id="10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750"/>
                                        <p:tgtEl>
                                          <p:spTgt spid="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8" dur="25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" fill="hold">
                            <p:stCondLst>
                              <p:cond delay="500"/>
                            </p:stCondLst>
                            <p:childTnLst>
                              <p:par>
                                <p:cTn id="1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25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2" dur="25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3" fill="hold">
                            <p:stCondLst>
                              <p:cond delay="500"/>
                            </p:stCondLst>
                            <p:childTnLst>
                              <p:par>
                                <p:cTn id="14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6" dur="25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25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" dur="25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7" fill="hold">
                            <p:stCondLst>
                              <p:cond delay="500"/>
                            </p:stCondLst>
                            <p:childTnLst>
                              <p:par>
                                <p:cTn id="15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0" dur="25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1" fill="hold">
                            <p:stCondLst>
                              <p:cond delay="1000"/>
                            </p:stCondLst>
                            <p:childTnLst>
                              <p:par>
                                <p:cTn id="16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25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9" dur="25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0" fill="hold">
                            <p:stCondLst>
                              <p:cond delay="500"/>
                            </p:stCondLst>
                            <p:childTnLst>
                              <p:par>
                                <p:cTn id="17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3" dur="25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4" fill="hold">
                            <p:stCondLst>
                              <p:cond delay="1000"/>
                            </p:stCondLst>
                            <p:childTnLst>
                              <p:par>
                                <p:cTn id="17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7" dur="25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8" fill="hold">
                            <p:stCondLst>
                              <p:cond delay="1500"/>
                            </p:stCondLst>
                            <p:childTnLst>
                              <p:par>
                                <p:cTn id="17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1" dur="25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" grpId="0"/>
      <p:bldP spid="287" grpId="0"/>
      <p:bldP spid="295" grpId="0"/>
      <p:bldP spid="296" grpId="0"/>
      <p:bldP spid="297" grpId="0"/>
      <p:bldP spid="306" grpId="0" animBg="1"/>
      <p:bldP spid="307" grpId="0"/>
      <p:bldP spid="308" grpId="0"/>
      <p:bldP spid="309" grpId="0"/>
      <p:bldP spid="310" grpId="0" animBg="1"/>
      <p:bldP spid="84" grpId="0"/>
      <p:bldP spid="84" grpId="1"/>
      <p:bldP spid="85" grpId="0"/>
      <p:bldP spid="85" grpId="1"/>
      <p:bldP spid="101" grpId="0"/>
      <p:bldP spid="101" grpId="1"/>
      <p:bldP spid="107" grpId="0"/>
      <p:bldP spid="132" grpId="0"/>
      <p:bldP spid="137" grpId="0"/>
      <p:bldP spid="138" grpId="0"/>
      <p:bldP spid="139" grpId="0"/>
      <p:bldP spid="148" grpId="0" animBg="1"/>
      <p:bldP spid="149" grpId="0"/>
      <p:bldP spid="150" grpId="0"/>
      <p:bldP spid="151" grpId="0"/>
      <p:bldP spid="152" grpId="0" animBg="1"/>
      <p:bldP spid="4" grpId="0" animBg="1"/>
      <p:bldP spid="15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0" name="组合 269"/>
          <p:cNvGrpSpPr/>
          <p:nvPr/>
        </p:nvGrpSpPr>
        <p:grpSpPr>
          <a:xfrm>
            <a:off x="4859999" y="1293292"/>
            <a:ext cx="1948598" cy="329382"/>
            <a:chOff x="6520420" y="2200275"/>
            <a:chExt cx="1924726" cy="329459"/>
          </a:xfrm>
        </p:grpSpPr>
        <p:sp>
          <p:nvSpPr>
            <p:cNvPr id="271" name="矩形 270"/>
            <p:cNvSpPr/>
            <p:nvPr/>
          </p:nvSpPr>
          <p:spPr>
            <a:xfrm>
              <a:off x="7460089" y="2205658"/>
              <a:ext cx="906753" cy="324076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272" name="TextBox 271"/>
            <p:cNvSpPr txBox="1"/>
            <p:nvPr/>
          </p:nvSpPr>
          <p:spPr>
            <a:xfrm>
              <a:off x="7456236" y="2200275"/>
              <a:ext cx="988910" cy="323241"/>
            </a:xfrm>
            <a:prstGeom prst="rect">
              <a:avLst/>
            </a:prstGeom>
            <a:noFill/>
          </p:spPr>
          <p:txBody>
            <a:bodyPr wrap="square" lIns="18000" rIns="18000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5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10</a:t>
              </a:r>
              <a:r>
                <a:rPr kumimoji="0" lang="en-US" altLang="zh-CN" sz="15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000000</a:t>
              </a:r>
              <a:endParaRPr kumimoji="0" lang="zh-CN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273" name="矩形 272"/>
            <p:cNvSpPr/>
            <p:nvPr/>
          </p:nvSpPr>
          <p:spPr>
            <a:xfrm>
              <a:off x="6520420" y="2205657"/>
              <a:ext cx="942312" cy="324076"/>
            </a:xfrm>
            <a:prstGeom prst="rect">
              <a:avLst/>
            </a:prstGeom>
            <a:solidFill>
              <a:srgbClr val="2D7FAE"/>
            </a:solid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lIns="18000" rIns="1800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5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192.168.8.</a:t>
              </a:r>
              <a:endParaRPr kumimoji="0" lang="zh-CN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</p:grpSp>
      <p:sp>
        <p:nvSpPr>
          <p:cNvPr id="286" name="TextBox 285"/>
          <p:cNvSpPr txBox="1"/>
          <p:nvPr/>
        </p:nvSpPr>
        <p:spPr>
          <a:xfrm>
            <a:off x="7450595" y="1248647"/>
            <a:ext cx="1862644" cy="380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192.168.8.128/26</a:t>
            </a:r>
            <a:endParaRPr lang="zh-CN" altLang="en-US" sz="15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287" name="TextBox 286"/>
          <p:cNvSpPr txBox="1"/>
          <p:nvPr/>
        </p:nvSpPr>
        <p:spPr>
          <a:xfrm>
            <a:off x="4029283" y="1274568"/>
            <a:ext cx="902092" cy="3545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15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实验室</a:t>
            </a:r>
            <a:r>
              <a:rPr lang="en-US" altLang="zh-CN" sz="15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C</a:t>
            </a:r>
            <a:endParaRPr lang="zh-CN" altLang="en-US" sz="15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grpSp>
        <p:nvGrpSpPr>
          <p:cNvPr id="291" name="组合 290"/>
          <p:cNvGrpSpPr/>
          <p:nvPr/>
        </p:nvGrpSpPr>
        <p:grpSpPr>
          <a:xfrm>
            <a:off x="4851003" y="2613054"/>
            <a:ext cx="2049849" cy="324002"/>
            <a:chOff x="6488115" y="2205658"/>
            <a:chExt cx="2049579" cy="324078"/>
          </a:xfrm>
        </p:grpSpPr>
        <p:sp>
          <p:nvSpPr>
            <p:cNvPr id="292" name="矩形 291"/>
            <p:cNvSpPr/>
            <p:nvPr/>
          </p:nvSpPr>
          <p:spPr>
            <a:xfrm>
              <a:off x="7444282" y="2205660"/>
              <a:ext cx="917881" cy="324076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293" name="TextBox 292"/>
            <p:cNvSpPr txBox="1"/>
            <p:nvPr/>
          </p:nvSpPr>
          <p:spPr>
            <a:xfrm>
              <a:off x="7363136" y="2205658"/>
              <a:ext cx="1174558" cy="32324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5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10</a:t>
              </a:r>
              <a:r>
                <a:rPr kumimoji="0" lang="en-US" altLang="zh-CN" sz="15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111111</a:t>
              </a:r>
              <a:endParaRPr kumimoji="0" lang="zh-CN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294" name="矩形 293"/>
            <p:cNvSpPr/>
            <p:nvPr/>
          </p:nvSpPr>
          <p:spPr>
            <a:xfrm>
              <a:off x="6488115" y="2205658"/>
              <a:ext cx="953876" cy="324076"/>
            </a:xfrm>
            <a:prstGeom prst="rect">
              <a:avLst/>
            </a:prstGeom>
            <a:solidFill>
              <a:srgbClr val="2D7FAE"/>
            </a:solid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lIns="18000" rIns="1800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5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192.168.8.</a:t>
              </a:r>
              <a:endParaRPr kumimoji="0" lang="zh-CN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</p:grpSp>
      <p:sp>
        <p:nvSpPr>
          <p:cNvPr id="295" name="TextBox 294"/>
          <p:cNvSpPr txBox="1"/>
          <p:nvPr/>
        </p:nvSpPr>
        <p:spPr>
          <a:xfrm>
            <a:off x="6674070" y="1302468"/>
            <a:ext cx="113875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500" dirty="0" smtClean="0">
                <a:solidFill>
                  <a:srgbClr val="002060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网络地址</a:t>
            </a:r>
            <a:endParaRPr lang="zh-CN" altLang="en-US" sz="1500" dirty="0">
              <a:solidFill>
                <a:srgbClr val="002060"/>
              </a:solidFill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296" name="TextBox 295"/>
          <p:cNvSpPr txBox="1"/>
          <p:nvPr/>
        </p:nvSpPr>
        <p:spPr>
          <a:xfrm>
            <a:off x="6658283" y="2624344"/>
            <a:ext cx="101433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500" dirty="0" smtClean="0">
                <a:solidFill>
                  <a:srgbClr val="002060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广播地址</a:t>
            </a:r>
            <a:endParaRPr lang="zh-CN" altLang="en-US" sz="1500" dirty="0">
              <a:solidFill>
                <a:srgbClr val="002060"/>
              </a:solidFill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297" name="TextBox 296"/>
          <p:cNvSpPr txBox="1"/>
          <p:nvPr/>
        </p:nvSpPr>
        <p:spPr>
          <a:xfrm>
            <a:off x="7450595" y="2583918"/>
            <a:ext cx="1828777" cy="380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192.168.8.191/26</a:t>
            </a:r>
            <a:endParaRPr lang="zh-CN" altLang="en-US" sz="15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grpSp>
        <p:nvGrpSpPr>
          <p:cNvPr id="298" name="组合 297"/>
          <p:cNvGrpSpPr/>
          <p:nvPr/>
        </p:nvGrpSpPr>
        <p:grpSpPr>
          <a:xfrm>
            <a:off x="4855911" y="1689525"/>
            <a:ext cx="2039655" cy="334242"/>
            <a:chOff x="6507574" y="2205655"/>
            <a:chExt cx="2039388" cy="334320"/>
          </a:xfrm>
        </p:grpSpPr>
        <p:sp>
          <p:nvSpPr>
            <p:cNvPr id="299" name="矩形 298"/>
            <p:cNvSpPr/>
            <p:nvPr/>
          </p:nvSpPr>
          <p:spPr>
            <a:xfrm>
              <a:off x="7460089" y="2205660"/>
              <a:ext cx="917880" cy="324076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300" name="TextBox 299"/>
            <p:cNvSpPr txBox="1"/>
            <p:nvPr/>
          </p:nvSpPr>
          <p:spPr>
            <a:xfrm>
              <a:off x="7376690" y="2216735"/>
              <a:ext cx="1170272" cy="32324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5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10</a:t>
              </a:r>
              <a:r>
                <a:rPr kumimoji="0" lang="en-US" altLang="zh-CN" sz="15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000001</a:t>
              </a:r>
              <a:endParaRPr kumimoji="0" lang="zh-CN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301" name="矩形 300"/>
            <p:cNvSpPr/>
            <p:nvPr/>
          </p:nvSpPr>
          <p:spPr>
            <a:xfrm>
              <a:off x="6507574" y="2205655"/>
              <a:ext cx="953876" cy="324076"/>
            </a:xfrm>
            <a:prstGeom prst="rect">
              <a:avLst/>
            </a:prstGeom>
            <a:solidFill>
              <a:srgbClr val="2D7FAE"/>
            </a:solid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lIns="18000" rIns="1800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5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192.168.8.</a:t>
              </a:r>
              <a:endParaRPr kumimoji="0" lang="zh-CN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</p:grpSp>
      <p:grpSp>
        <p:nvGrpSpPr>
          <p:cNvPr id="302" name="组合 301"/>
          <p:cNvGrpSpPr/>
          <p:nvPr/>
        </p:nvGrpSpPr>
        <p:grpSpPr>
          <a:xfrm>
            <a:off x="4841515" y="2223022"/>
            <a:ext cx="2039026" cy="324085"/>
            <a:chOff x="6494687" y="2205575"/>
            <a:chExt cx="2038754" cy="324161"/>
          </a:xfrm>
        </p:grpSpPr>
        <p:sp>
          <p:nvSpPr>
            <p:cNvPr id="303" name="矩形 302"/>
            <p:cNvSpPr/>
            <p:nvPr/>
          </p:nvSpPr>
          <p:spPr>
            <a:xfrm>
              <a:off x="7448802" y="2205660"/>
              <a:ext cx="917879" cy="324076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304" name="TextBox 303"/>
            <p:cNvSpPr txBox="1"/>
            <p:nvPr/>
          </p:nvSpPr>
          <p:spPr>
            <a:xfrm>
              <a:off x="7369676" y="2205575"/>
              <a:ext cx="1163765" cy="32324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5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10</a:t>
              </a:r>
              <a:r>
                <a:rPr kumimoji="0" lang="en-US" altLang="zh-CN" sz="15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111110</a:t>
              </a:r>
              <a:endParaRPr kumimoji="0" lang="zh-CN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305" name="矩形 304"/>
            <p:cNvSpPr/>
            <p:nvPr/>
          </p:nvSpPr>
          <p:spPr>
            <a:xfrm>
              <a:off x="6494687" y="2205658"/>
              <a:ext cx="953874" cy="324076"/>
            </a:xfrm>
            <a:prstGeom prst="rect">
              <a:avLst/>
            </a:prstGeom>
            <a:solidFill>
              <a:srgbClr val="2D7FAE"/>
            </a:solid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lIns="18000" rIns="1800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5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192.168.8.</a:t>
              </a:r>
              <a:endParaRPr kumimoji="0" lang="zh-CN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</p:grpSp>
      <p:sp>
        <p:nvSpPr>
          <p:cNvPr id="306" name="下箭头 305"/>
          <p:cNvSpPr/>
          <p:nvPr/>
        </p:nvSpPr>
        <p:spPr>
          <a:xfrm>
            <a:off x="5738266" y="2034000"/>
            <a:ext cx="145441" cy="180000"/>
          </a:xfrm>
          <a:prstGeom prst="downArrow">
            <a:avLst/>
          </a:prstGeom>
          <a:solidFill>
            <a:schemeClr val="accent6"/>
          </a:solidFill>
          <a:ln w="12700" cap="flat" cmpd="sng" algn="ctr">
            <a:solidFill>
              <a:srgbClr val="31BDCA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307" name="TextBox 306"/>
          <p:cNvSpPr txBox="1"/>
          <p:nvPr/>
        </p:nvSpPr>
        <p:spPr>
          <a:xfrm>
            <a:off x="6645993" y="1701744"/>
            <a:ext cx="1015336" cy="835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sz="1500" dirty="0" smtClean="0">
                <a:solidFill>
                  <a:srgbClr val="002060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主机及路由器接口地址范围</a:t>
            </a:r>
            <a:endParaRPr lang="zh-CN" altLang="en-US" sz="1500" dirty="0">
              <a:solidFill>
                <a:srgbClr val="002060"/>
              </a:solidFill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308" name="TextBox 307"/>
          <p:cNvSpPr txBox="1"/>
          <p:nvPr/>
        </p:nvSpPr>
        <p:spPr>
          <a:xfrm>
            <a:off x="7439306" y="1677958"/>
            <a:ext cx="1840066" cy="380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192.168.8.129/26</a:t>
            </a:r>
            <a:endParaRPr lang="zh-CN" altLang="en-US" sz="15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309" name="TextBox 308"/>
          <p:cNvSpPr txBox="1"/>
          <p:nvPr/>
        </p:nvSpPr>
        <p:spPr>
          <a:xfrm>
            <a:off x="7439306" y="2188289"/>
            <a:ext cx="1840066" cy="380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192.168.8.190/26</a:t>
            </a:r>
            <a:endParaRPr lang="zh-CN" altLang="en-US" sz="15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310" name="下箭头 309"/>
          <p:cNvSpPr/>
          <p:nvPr/>
        </p:nvSpPr>
        <p:spPr>
          <a:xfrm>
            <a:off x="8042522" y="2067905"/>
            <a:ext cx="145441" cy="180000"/>
          </a:xfrm>
          <a:prstGeom prst="downArrow">
            <a:avLst/>
          </a:prstGeom>
          <a:solidFill>
            <a:schemeClr val="accent6"/>
          </a:solidFill>
          <a:ln w="12700" cap="flat" cmpd="sng" algn="ctr">
            <a:solidFill>
              <a:srgbClr val="31BDCA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0" cap="none" spc="0" normalizeH="0" baseline="0" noProof="0" smtClean="0">
              <a:ln>
                <a:noFill/>
              </a:ln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</p:txBody>
      </p:sp>
      <p:cxnSp>
        <p:nvCxnSpPr>
          <p:cNvPr id="337" name="直接连接符 336"/>
          <p:cNvCxnSpPr/>
          <p:nvPr/>
        </p:nvCxnSpPr>
        <p:spPr>
          <a:xfrm flipV="1">
            <a:off x="4106085" y="2981220"/>
            <a:ext cx="5040000" cy="18503"/>
          </a:xfrm>
          <a:prstGeom prst="line">
            <a:avLst/>
          </a:prstGeom>
          <a:ln w="25400">
            <a:solidFill>
              <a:srgbClr val="FFC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42" name="组合 341"/>
          <p:cNvGrpSpPr/>
          <p:nvPr/>
        </p:nvGrpSpPr>
        <p:grpSpPr>
          <a:xfrm>
            <a:off x="4388395" y="564163"/>
            <a:ext cx="4576093" cy="667059"/>
            <a:chOff x="316648" y="225391"/>
            <a:chExt cx="4112300" cy="667059"/>
          </a:xfrm>
        </p:grpSpPr>
        <p:grpSp>
          <p:nvGrpSpPr>
            <p:cNvPr id="89" name="组合 88"/>
            <p:cNvGrpSpPr/>
            <p:nvPr/>
          </p:nvGrpSpPr>
          <p:grpSpPr>
            <a:xfrm>
              <a:off x="316648" y="225391"/>
              <a:ext cx="4112300" cy="667059"/>
              <a:chOff x="3391797" y="1838437"/>
              <a:chExt cx="4574432" cy="215590"/>
            </a:xfrm>
          </p:grpSpPr>
          <p:sp>
            <p:nvSpPr>
              <p:cNvPr id="90" name="圆角矩形 89"/>
              <p:cNvSpPr/>
              <p:nvPr/>
            </p:nvSpPr>
            <p:spPr>
              <a:xfrm>
                <a:off x="3391797" y="1844597"/>
                <a:ext cx="4574432" cy="209430"/>
              </a:xfrm>
              <a:prstGeom prst="roundRect">
                <a:avLst/>
              </a:prstGeom>
              <a:gradFill>
                <a:gsLst>
                  <a:gs pos="100000">
                    <a:srgbClr val="31BDCA"/>
                  </a:gs>
                  <a:gs pos="0">
                    <a:srgbClr val="31BDCA">
                      <a:lumMod val="75000"/>
                    </a:srgbClr>
                  </a:gs>
                </a:gsLst>
                <a:lin ang="5400000" scaled="1"/>
              </a:gradFill>
              <a:ln w="28575" cap="flat">
                <a:gradFill>
                  <a:gsLst>
                    <a:gs pos="0">
                      <a:srgbClr val="31BDCA"/>
                    </a:gs>
                    <a:gs pos="100000">
                      <a:srgbClr val="31BDCA">
                        <a:lumMod val="75000"/>
                      </a:srgbClr>
                    </a:gs>
                  </a:gsLst>
                  <a:lin ang="5400000" scaled="1"/>
                </a:gradFill>
                <a:prstDash val="solid"/>
                <a:miter lim="800000"/>
              </a:ln>
              <a:effectLst>
                <a:outerShdw blurRad="228600" dist="101600" dir="5400000" algn="t" rotWithShape="0">
                  <a:sysClr val="windowText" lastClr="000000">
                    <a:lumMod val="85000"/>
                    <a:lumOff val="15000"/>
                    <a:alpha val="28000"/>
                  </a:sysClr>
                </a:outerShdw>
              </a:effectLst>
            </p:spPr>
            <p:txBody>
              <a:bodyPr vert="horz" wrap="square" lIns="121920" tIns="60960" rIns="121920" bIns="6096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endParaRPr>
              </a:p>
            </p:txBody>
          </p:sp>
          <p:sp>
            <p:nvSpPr>
              <p:cNvPr id="93" name="文本框 3"/>
              <p:cNvSpPr txBox="1">
                <a:spLocks noChangeArrowheads="1"/>
              </p:cNvSpPr>
              <p:nvPr/>
            </p:nvSpPr>
            <p:spPr bwMode="auto">
              <a:xfrm>
                <a:off x="3421919" y="1838437"/>
                <a:ext cx="4544310" cy="20889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defRPr sz="3200">
                    <a:gradFill flip="none" rotWithShape="1">
                      <a:gsLst>
                        <a:gs pos="0">
                          <a:schemeClr val="accent2"/>
                        </a:gs>
                        <a:gs pos="34000">
                          <a:schemeClr val="accent1"/>
                        </a:gs>
                        <a:gs pos="68000">
                          <a:schemeClr val="accent3"/>
                        </a:gs>
                        <a:gs pos="100000">
                          <a:schemeClr val="accent4"/>
                        </a:gs>
                      </a:gsLst>
                      <a:lin ang="0" scaled="1"/>
                    </a:gradFill>
                  </a:defRPr>
                </a:lvl1pPr>
              </a:lstStyle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800" b="0" i="0" u="none" strike="noStrike" kern="0" cap="none" spc="0" normalizeH="0" baseline="0" noProof="0" dirty="0" smtClean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Arial" panose="020B0604020202020204"/>
                  </a:rPr>
                  <a:t>      5.</a:t>
                </a:r>
                <a:r>
                  <a:rPr kumimoji="0" lang="zh-CN" altLang="en-US" sz="1800" b="0" i="0" u="none" strike="noStrike" kern="0" cap="none" spc="0" normalizeH="0" baseline="0" noProof="0" dirty="0" smtClean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Arial" panose="020B0604020202020204"/>
                  </a:rPr>
                  <a:t>确定</a:t>
                </a:r>
                <a:r>
                  <a:rPr kumimoji="0" lang="zh-CN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Arial" panose="020B0604020202020204"/>
                  </a:rPr>
                  <a:t>每一个</a:t>
                </a:r>
                <a:r>
                  <a:rPr kumimoji="0" lang="zh-CN" altLang="en-US" sz="1800" b="0" i="0" u="none" strike="noStrike" kern="0" cap="none" spc="0" normalizeH="0" baseline="0" noProof="0" dirty="0" smtClean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Arial" panose="020B0604020202020204"/>
                  </a:rPr>
                  <a:t>子网的网络地址、广播地址及主机和路由器接口地址</a:t>
                </a:r>
                <a:r>
                  <a:rPr kumimoji="0" lang="zh-CN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Arial" panose="020B0604020202020204"/>
                  </a:rPr>
                  <a:t>的范围。</a:t>
                </a: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endParaRPr>
              </a:p>
            </p:txBody>
          </p:sp>
        </p:grpSp>
        <p:sp>
          <p:nvSpPr>
            <p:cNvPr id="340" name="任意多边形 339"/>
            <p:cNvSpPr/>
            <p:nvPr/>
          </p:nvSpPr>
          <p:spPr>
            <a:xfrm>
              <a:off x="505184" y="308360"/>
              <a:ext cx="79188" cy="175158"/>
            </a:xfrm>
            <a:custGeom>
              <a:avLst/>
              <a:gdLst>
                <a:gd name="connsiteX0" fmla="*/ 403860 w 403860"/>
                <a:gd name="connsiteY0" fmla="*/ 0 h 807720"/>
                <a:gd name="connsiteX1" fmla="*/ 0 w 403860"/>
                <a:gd name="connsiteY1" fmla="*/ 403860 h 807720"/>
                <a:gd name="connsiteX2" fmla="*/ 403860 w 403860"/>
                <a:gd name="connsiteY2" fmla="*/ 807720 h 807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03860" h="807720">
                  <a:moveTo>
                    <a:pt x="403860" y="0"/>
                  </a:moveTo>
                  <a:lnTo>
                    <a:pt x="0" y="403860"/>
                  </a:lnTo>
                  <a:lnTo>
                    <a:pt x="403860" y="807720"/>
                  </a:lnTo>
                </a:path>
              </a:pathLst>
            </a:custGeom>
            <a:noFill/>
            <a:ln w="12700" cap="flat" cmpd="sng" algn="ctr">
              <a:solidFill>
                <a:sysClr val="window" lastClr="FFFFFF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341" name="任意多边形 340"/>
            <p:cNvSpPr/>
            <p:nvPr/>
          </p:nvSpPr>
          <p:spPr>
            <a:xfrm>
              <a:off x="599821" y="319746"/>
              <a:ext cx="79188" cy="175158"/>
            </a:xfrm>
            <a:custGeom>
              <a:avLst/>
              <a:gdLst>
                <a:gd name="connsiteX0" fmla="*/ 403860 w 403860"/>
                <a:gd name="connsiteY0" fmla="*/ 0 h 807720"/>
                <a:gd name="connsiteX1" fmla="*/ 0 w 403860"/>
                <a:gd name="connsiteY1" fmla="*/ 403860 h 807720"/>
                <a:gd name="connsiteX2" fmla="*/ 403860 w 403860"/>
                <a:gd name="connsiteY2" fmla="*/ 807720 h 807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03860" h="807720">
                  <a:moveTo>
                    <a:pt x="403860" y="0"/>
                  </a:moveTo>
                  <a:lnTo>
                    <a:pt x="0" y="403860"/>
                  </a:lnTo>
                  <a:lnTo>
                    <a:pt x="403860" y="807720"/>
                  </a:lnTo>
                </a:path>
              </a:pathLst>
            </a:custGeom>
            <a:noFill/>
            <a:ln w="12700" cap="flat" cmpd="sng" algn="ctr">
              <a:solidFill>
                <a:sysClr val="window" lastClr="FFFFFF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</p:grpSp>
      <p:pic>
        <p:nvPicPr>
          <p:cNvPr id="86" name="Picture 3" descr="C:\Users\Administrator\Desktop\微立体创业计划\005.png"/>
          <p:cNvPicPr>
            <a:picLocks noChangeAspect="1" noChangeArrowheads="1"/>
          </p:cNvPicPr>
          <p:nvPr/>
        </p:nvPicPr>
        <p:blipFill>
          <a:blip r:embed="rId1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2473" y="149604"/>
            <a:ext cx="609601" cy="609601"/>
          </a:xfrm>
          <a:prstGeom prst="rect">
            <a:avLst/>
          </a:prstGeom>
          <a:noFill/>
          <a:effectLst>
            <a:outerShdw blurRad="127000" dist="63500" dir="3000000" sx="104000" sy="104000" algn="tl" rotWithShape="0">
              <a:prstClr val="black">
                <a:alpha val="34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7" name="Picture 4" descr="C:\Users\Administrator\Desktop\微立体创业计划\004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872" y="158976"/>
            <a:ext cx="609601" cy="609601"/>
          </a:xfrm>
          <a:prstGeom prst="rect">
            <a:avLst/>
          </a:prstGeom>
          <a:noFill/>
          <a:effectLst>
            <a:outerShdw blurRad="127000" dist="63500" dir="3000000" sx="104000" sy="104000" algn="tl" rotWithShape="0">
              <a:prstClr val="black">
                <a:alpha val="34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8" name="文本框 12"/>
          <p:cNvSpPr txBox="1">
            <a:spLocks noChangeArrowheads="1"/>
          </p:cNvSpPr>
          <p:nvPr/>
        </p:nvSpPr>
        <p:spPr bwMode="auto">
          <a:xfrm>
            <a:off x="1187623" y="267494"/>
            <a:ext cx="2879882" cy="4042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5023" tIns="32511" rIns="65023" bIns="32511">
            <a:spAutoFit/>
          </a:bodyPr>
          <a:lstStyle>
            <a:lvl1pPr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9pPr>
          </a:lstStyle>
          <a:p>
            <a:r>
              <a:rPr lang="en-US" altLang="zh-CN" sz="2200" dirty="0" smtClean="0">
                <a:solidFill>
                  <a:srgbClr val="034E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</a:t>
            </a:r>
            <a:r>
              <a:rPr lang="zh-CN" altLang="en-US" sz="2200" dirty="0" smtClean="0">
                <a:solidFill>
                  <a:srgbClr val="034E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定长子网掩码</a:t>
            </a:r>
            <a:r>
              <a:rPr lang="en-US" altLang="zh-CN" sz="2200" dirty="0" smtClean="0">
                <a:solidFill>
                  <a:srgbClr val="034E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FLSM</a:t>
            </a:r>
            <a:endParaRPr lang="zh-CN" altLang="en-US" sz="2200" dirty="0">
              <a:solidFill>
                <a:srgbClr val="034EA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91" name="矩形 90"/>
          <p:cNvSpPr/>
          <p:nvPr/>
        </p:nvSpPr>
        <p:spPr>
          <a:xfrm>
            <a:off x="107505" y="768578"/>
            <a:ext cx="3960000" cy="3819396"/>
          </a:xfrm>
          <a:prstGeom prst="rect">
            <a:avLst/>
          </a:prstGeom>
          <a:solidFill>
            <a:sysClr val="window" lastClr="FFFFFF"/>
          </a:solidFill>
          <a:ln w="9525" cap="flat" cmpd="sng" algn="ctr">
            <a:solidFill>
              <a:srgbClr val="31BDCA">
                <a:shade val="50000"/>
              </a:srgbClr>
            </a:solidFill>
            <a:prstDash val="dash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</p:txBody>
      </p:sp>
      <p:grpSp>
        <p:nvGrpSpPr>
          <p:cNvPr id="92" name="组合 91"/>
          <p:cNvGrpSpPr/>
          <p:nvPr/>
        </p:nvGrpSpPr>
        <p:grpSpPr>
          <a:xfrm>
            <a:off x="185420" y="2211710"/>
            <a:ext cx="3945572" cy="2376264"/>
            <a:chOff x="473570" y="1885262"/>
            <a:chExt cx="6312457" cy="3480724"/>
          </a:xfrm>
        </p:grpSpPr>
        <p:grpSp>
          <p:nvGrpSpPr>
            <p:cNvPr id="94" name="组合 93"/>
            <p:cNvGrpSpPr/>
            <p:nvPr/>
          </p:nvGrpSpPr>
          <p:grpSpPr>
            <a:xfrm>
              <a:off x="473570" y="2130598"/>
              <a:ext cx="5817902" cy="3177104"/>
              <a:chOff x="264940" y="1628800"/>
              <a:chExt cx="6556382" cy="3580381"/>
            </a:xfrm>
          </p:grpSpPr>
          <p:pic>
            <p:nvPicPr>
              <p:cNvPr id="98" name="Picture 3" descr="F:\信息化大赛\图片素材\3.jpg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64940" y="1628800"/>
                <a:ext cx="6556382" cy="358038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99" name="矩形 98"/>
              <p:cNvSpPr/>
              <p:nvPr/>
            </p:nvSpPr>
            <p:spPr>
              <a:xfrm>
                <a:off x="270780" y="1634641"/>
                <a:ext cx="1584176" cy="288033"/>
              </a:xfrm>
              <a:prstGeom prst="rect">
                <a:avLst/>
              </a:prstGeom>
              <a:solidFill>
                <a:sysClr val="window" lastClr="FFFFFF"/>
              </a:solidFill>
              <a:ln w="12700" cap="flat" cmpd="sng" algn="ctr">
                <a:solidFill>
                  <a:sysClr val="window" lastClr="FFFFFF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Arial" panose="020B0604020202020204"/>
                </a:endParaRPr>
              </a:p>
            </p:txBody>
          </p:sp>
        </p:grpSp>
        <p:sp>
          <p:nvSpPr>
            <p:cNvPr id="95" name="矩形 94"/>
            <p:cNvSpPr/>
            <p:nvPr/>
          </p:nvSpPr>
          <p:spPr>
            <a:xfrm>
              <a:off x="1270549" y="1885262"/>
              <a:ext cx="2407486" cy="67624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实验室</a:t>
              </a:r>
              <a:r>
                <a:rPr kumimoji="0" lang="en-US" altLang="zh-CN" sz="16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A:60</a:t>
              </a:r>
              <a:r>
                <a:rPr kumimoji="0" lang="zh-CN" altLang="en-US" sz="16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台</a:t>
              </a:r>
              <a:endParaRPr kumimoji="0" lang="en-US" altLang="zh-CN" sz="1600" b="0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96" name="矩形 95"/>
            <p:cNvSpPr/>
            <p:nvPr/>
          </p:nvSpPr>
          <p:spPr>
            <a:xfrm>
              <a:off x="4381069" y="2834550"/>
              <a:ext cx="2404958" cy="67624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实验室</a:t>
              </a:r>
              <a:r>
                <a:rPr kumimoji="0" lang="en-US" altLang="zh-CN" sz="16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B:46</a:t>
              </a:r>
              <a:r>
                <a:rPr kumimoji="0" lang="zh-CN" altLang="en-US" sz="16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台</a:t>
              </a:r>
              <a:endParaRPr kumimoji="0" lang="en-US" altLang="zh-CN" sz="1600" b="0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97" name="矩形 96"/>
            <p:cNvSpPr/>
            <p:nvPr/>
          </p:nvSpPr>
          <p:spPr>
            <a:xfrm>
              <a:off x="2777191" y="4689744"/>
              <a:ext cx="2640717" cy="67624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实验室</a:t>
              </a:r>
              <a:r>
                <a:rPr kumimoji="0" lang="en-US" altLang="zh-CN" sz="16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C:52</a:t>
              </a:r>
              <a:r>
                <a:rPr kumimoji="0" lang="zh-CN" altLang="en-US" sz="16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台</a:t>
              </a:r>
              <a:endParaRPr kumimoji="0" lang="en-US" altLang="zh-CN" sz="1600" b="0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</p:grpSp>
      <p:sp>
        <p:nvSpPr>
          <p:cNvPr id="100" name="矩形 99"/>
          <p:cNvSpPr/>
          <p:nvPr/>
        </p:nvSpPr>
        <p:spPr>
          <a:xfrm>
            <a:off x="173143" y="752062"/>
            <a:ext cx="3960000" cy="13111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案例</a:t>
            </a:r>
            <a:r>
              <a:rPr lang="en-US" altLang="zh-CN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:</a:t>
            </a:r>
            <a:r>
              <a:rPr lang="zh-CN" altLang="en-US" sz="1600" dirty="0" smtClean="0">
                <a:solidFill>
                  <a:srgbClr val="31BDCA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某</a:t>
            </a:r>
            <a:r>
              <a:rPr lang="zh-CN" altLang="zh-CN" sz="1600" dirty="0" smtClean="0">
                <a:solidFill>
                  <a:srgbClr val="31BDCA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学校</a:t>
            </a:r>
            <a:r>
              <a:rPr lang="zh-CN" altLang="zh-CN" sz="1600" dirty="0">
                <a:solidFill>
                  <a:srgbClr val="31BDCA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的计算机系，新建了三个实验室，主机数量分别</a:t>
            </a:r>
            <a:r>
              <a:rPr lang="zh-CN" altLang="zh-CN" sz="1600" dirty="0" smtClean="0">
                <a:solidFill>
                  <a:srgbClr val="31BDCA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是</a:t>
            </a:r>
            <a:r>
              <a:rPr lang="en-US" altLang="zh-CN" sz="1600" dirty="0" smtClean="0">
                <a:solidFill>
                  <a:srgbClr val="31BDCA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60</a:t>
            </a:r>
            <a:r>
              <a:rPr lang="zh-CN" altLang="zh-CN" sz="1600" dirty="0" smtClean="0">
                <a:solidFill>
                  <a:srgbClr val="31BDCA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台</a:t>
            </a:r>
            <a:r>
              <a:rPr lang="zh-CN" altLang="zh-CN" sz="1600" dirty="0">
                <a:solidFill>
                  <a:srgbClr val="31BDCA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、</a:t>
            </a:r>
            <a:r>
              <a:rPr lang="en-US" altLang="zh-CN" sz="1600" dirty="0" smtClean="0">
                <a:solidFill>
                  <a:srgbClr val="31BDCA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46</a:t>
            </a:r>
            <a:r>
              <a:rPr lang="zh-CN" altLang="zh-CN" sz="1600" dirty="0" smtClean="0">
                <a:solidFill>
                  <a:srgbClr val="31BDCA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台</a:t>
            </a:r>
            <a:r>
              <a:rPr lang="zh-CN" altLang="zh-CN" sz="1600" dirty="0">
                <a:solidFill>
                  <a:srgbClr val="31BDCA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、</a:t>
            </a:r>
            <a:r>
              <a:rPr lang="en-US" altLang="zh-CN" sz="1600" dirty="0" smtClean="0">
                <a:solidFill>
                  <a:srgbClr val="31BDCA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52</a:t>
            </a:r>
            <a:r>
              <a:rPr lang="zh-CN" altLang="zh-CN" sz="1600" dirty="0" smtClean="0">
                <a:solidFill>
                  <a:srgbClr val="31BDCA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台</a:t>
            </a:r>
            <a:r>
              <a:rPr lang="zh-CN" altLang="zh-CN" sz="1600" dirty="0">
                <a:solidFill>
                  <a:srgbClr val="31BDCA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。现给一</a:t>
            </a:r>
            <a:r>
              <a:rPr lang="en-US" altLang="zh-CN" sz="1600" dirty="0">
                <a:solidFill>
                  <a:srgbClr val="31BDCA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C</a:t>
            </a:r>
            <a:r>
              <a:rPr lang="zh-CN" altLang="zh-CN" sz="1600" dirty="0">
                <a:solidFill>
                  <a:srgbClr val="31BDCA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类网络地址</a:t>
            </a:r>
            <a:r>
              <a:rPr lang="en-US" altLang="zh-CN" sz="1600" dirty="0" smtClean="0">
                <a:solidFill>
                  <a:srgbClr val="31BDCA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192.168.8.0/24</a:t>
            </a:r>
            <a:r>
              <a:rPr lang="zh-CN" altLang="zh-CN" sz="1600" dirty="0">
                <a:solidFill>
                  <a:srgbClr val="31BDCA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，请将其进行子网划分</a:t>
            </a:r>
            <a:r>
              <a:rPr lang="zh-CN" altLang="zh-CN" sz="1600" dirty="0" smtClean="0">
                <a:solidFill>
                  <a:srgbClr val="31BDCA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，分</a:t>
            </a:r>
            <a:r>
              <a:rPr lang="zh-CN" altLang="zh-CN" sz="1600" dirty="0">
                <a:solidFill>
                  <a:srgbClr val="31BDCA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配给这三个实验室</a:t>
            </a:r>
            <a:r>
              <a:rPr lang="zh-CN" altLang="zh-CN" sz="1600" dirty="0" smtClean="0">
                <a:solidFill>
                  <a:srgbClr val="31BDCA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使用</a:t>
            </a:r>
            <a:r>
              <a:rPr lang="zh-CN" altLang="en-US" sz="1600" dirty="0">
                <a:solidFill>
                  <a:srgbClr val="31BDCA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。</a:t>
            </a:r>
            <a:endParaRPr lang="zh-CN" altLang="en-US" sz="1600" dirty="0">
              <a:solidFill>
                <a:srgbClr val="31BDCA">
                  <a:lumMod val="5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107" name="TextBox 106"/>
          <p:cNvSpPr txBox="1"/>
          <p:nvPr/>
        </p:nvSpPr>
        <p:spPr>
          <a:xfrm>
            <a:off x="4007225" y="3019361"/>
            <a:ext cx="902092" cy="380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15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   预留</a:t>
            </a:r>
            <a:endParaRPr lang="zh-CN" altLang="en-US" sz="15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grpSp>
        <p:nvGrpSpPr>
          <p:cNvPr id="128" name="组合 127"/>
          <p:cNvGrpSpPr/>
          <p:nvPr/>
        </p:nvGrpSpPr>
        <p:grpSpPr>
          <a:xfrm>
            <a:off x="4822805" y="3044270"/>
            <a:ext cx="1940878" cy="329382"/>
            <a:chOff x="6516896" y="2200275"/>
            <a:chExt cx="1917100" cy="329459"/>
          </a:xfrm>
        </p:grpSpPr>
        <p:sp>
          <p:nvSpPr>
            <p:cNvPr id="129" name="矩形 128"/>
            <p:cNvSpPr/>
            <p:nvPr/>
          </p:nvSpPr>
          <p:spPr>
            <a:xfrm>
              <a:off x="7460089" y="2205658"/>
              <a:ext cx="906753" cy="324076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130" name="TextBox 129"/>
            <p:cNvSpPr txBox="1"/>
            <p:nvPr/>
          </p:nvSpPr>
          <p:spPr>
            <a:xfrm>
              <a:off x="7445086" y="2200275"/>
              <a:ext cx="988910" cy="323241"/>
            </a:xfrm>
            <a:prstGeom prst="rect">
              <a:avLst/>
            </a:prstGeom>
            <a:noFill/>
          </p:spPr>
          <p:txBody>
            <a:bodyPr wrap="square" lIns="18000" rIns="18000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5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11</a:t>
              </a:r>
              <a:r>
                <a:rPr kumimoji="0" lang="en-US" altLang="zh-CN" sz="15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000000</a:t>
              </a:r>
              <a:endParaRPr kumimoji="0" lang="zh-CN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131" name="矩形 130"/>
            <p:cNvSpPr/>
            <p:nvPr/>
          </p:nvSpPr>
          <p:spPr>
            <a:xfrm>
              <a:off x="6516896" y="2205657"/>
              <a:ext cx="942312" cy="324076"/>
            </a:xfrm>
            <a:prstGeom prst="rect">
              <a:avLst/>
            </a:prstGeom>
            <a:solidFill>
              <a:srgbClr val="2D7FAE"/>
            </a:solid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lIns="18000" rIns="1800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5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192.168.8.</a:t>
              </a:r>
              <a:endParaRPr kumimoji="0" lang="zh-CN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</p:grpSp>
      <p:sp>
        <p:nvSpPr>
          <p:cNvPr id="132" name="TextBox 131"/>
          <p:cNvSpPr txBox="1"/>
          <p:nvPr/>
        </p:nvSpPr>
        <p:spPr>
          <a:xfrm>
            <a:off x="7416966" y="2999625"/>
            <a:ext cx="1774737" cy="380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192.168.8.192/26</a:t>
            </a:r>
            <a:endParaRPr lang="zh-CN" altLang="en-US" sz="15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grpSp>
        <p:nvGrpSpPr>
          <p:cNvPr id="133" name="组合 132"/>
          <p:cNvGrpSpPr/>
          <p:nvPr/>
        </p:nvGrpSpPr>
        <p:grpSpPr>
          <a:xfrm>
            <a:off x="4798798" y="4352743"/>
            <a:ext cx="2055125" cy="324002"/>
            <a:chOff x="6492122" y="2205658"/>
            <a:chExt cx="2054856" cy="324078"/>
          </a:xfrm>
        </p:grpSpPr>
        <p:sp>
          <p:nvSpPr>
            <p:cNvPr id="134" name="矩形 133"/>
            <p:cNvSpPr/>
            <p:nvPr/>
          </p:nvSpPr>
          <p:spPr>
            <a:xfrm>
              <a:off x="7444282" y="2205660"/>
              <a:ext cx="917881" cy="324076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135" name="TextBox 134"/>
            <p:cNvSpPr txBox="1"/>
            <p:nvPr/>
          </p:nvSpPr>
          <p:spPr>
            <a:xfrm>
              <a:off x="7372420" y="2205658"/>
              <a:ext cx="1174558" cy="3220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5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11</a:t>
              </a:r>
              <a:r>
                <a:rPr kumimoji="0" lang="en-US" altLang="zh-CN" sz="15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111111</a:t>
              </a:r>
              <a:endParaRPr kumimoji="0" lang="zh-CN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136" name="矩形 135"/>
            <p:cNvSpPr/>
            <p:nvPr/>
          </p:nvSpPr>
          <p:spPr>
            <a:xfrm>
              <a:off x="6492122" y="2205658"/>
              <a:ext cx="953876" cy="324076"/>
            </a:xfrm>
            <a:prstGeom prst="rect">
              <a:avLst/>
            </a:prstGeom>
            <a:solidFill>
              <a:srgbClr val="2D7FAE"/>
            </a:solid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lIns="18000" rIns="1800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5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192.168.8.</a:t>
              </a:r>
              <a:endParaRPr kumimoji="0" lang="zh-CN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</p:grpSp>
      <p:sp>
        <p:nvSpPr>
          <p:cNvPr id="137" name="TextBox 136"/>
          <p:cNvSpPr txBox="1"/>
          <p:nvPr/>
        </p:nvSpPr>
        <p:spPr>
          <a:xfrm>
            <a:off x="6640442" y="3042157"/>
            <a:ext cx="113875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500" dirty="0" smtClean="0">
                <a:solidFill>
                  <a:srgbClr val="002060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网络地址</a:t>
            </a:r>
            <a:endParaRPr lang="zh-CN" altLang="en-US" sz="1500" dirty="0">
              <a:solidFill>
                <a:srgbClr val="002060"/>
              </a:solidFill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138" name="TextBox 137"/>
          <p:cNvSpPr txBox="1"/>
          <p:nvPr/>
        </p:nvSpPr>
        <p:spPr>
          <a:xfrm>
            <a:off x="6624655" y="4364033"/>
            <a:ext cx="101433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500" dirty="0" smtClean="0">
                <a:solidFill>
                  <a:srgbClr val="002060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广播地址</a:t>
            </a:r>
            <a:endParaRPr lang="zh-CN" altLang="en-US" sz="1500" dirty="0">
              <a:solidFill>
                <a:srgbClr val="002060"/>
              </a:solidFill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139" name="TextBox 138"/>
          <p:cNvSpPr txBox="1"/>
          <p:nvPr/>
        </p:nvSpPr>
        <p:spPr>
          <a:xfrm>
            <a:off x="7416967" y="4312318"/>
            <a:ext cx="1896272" cy="3545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192.168.8.255/26</a:t>
            </a:r>
            <a:endParaRPr lang="zh-CN" altLang="en-US" sz="15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grpSp>
        <p:nvGrpSpPr>
          <p:cNvPr id="140" name="组合 139"/>
          <p:cNvGrpSpPr/>
          <p:nvPr/>
        </p:nvGrpSpPr>
        <p:grpSpPr>
          <a:xfrm>
            <a:off x="4823513" y="3440503"/>
            <a:ext cx="2039657" cy="333022"/>
            <a:chOff x="6507572" y="2205655"/>
            <a:chExt cx="2039390" cy="333100"/>
          </a:xfrm>
        </p:grpSpPr>
        <p:sp>
          <p:nvSpPr>
            <p:cNvPr id="141" name="矩形 140"/>
            <p:cNvSpPr/>
            <p:nvPr/>
          </p:nvSpPr>
          <p:spPr>
            <a:xfrm>
              <a:off x="7460089" y="2205660"/>
              <a:ext cx="917880" cy="324076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142" name="TextBox 141"/>
            <p:cNvSpPr txBox="1"/>
            <p:nvPr/>
          </p:nvSpPr>
          <p:spPr>
            <a:xfrm>
              <a:off x="7376690" y="2216735"/>
              <a:ext cx="1170272" cy="3220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5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11</a:t>
              </a:r>
              <a:r>
                <a:rPr kumimoji="0" lang="en-US" altLang="zh-CN" sz="15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000001</a:t>
              </a:r>
              <a:endParaRPr kumimoji="0" lang="zh-CN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143" name="矩形 142"/>
            <p:cNvSpPr/>
            <p:nvPr/>
          </p:nvSpPr>
          <p:spPr>
            <a:xfrm>
              <a:off x="6507572" y="2205655"/>
              <a:ext cx="953876" cy="324076"/>
            </a:xfrm>
            <a:prstGeom prst="rect">
              <a:avLst/>
            </a:prstGeom>
            <a:solidFill>
              <a:srgbClr val="2D7FAE"/>
            </a:solid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lIns="18000" rIns="1800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5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192.168.8.</a:t>
              </a:r>
              <a:endParaRPr kumimoji="0" lang="zh-CN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</p:grpSp>
      <p:grpSp>
        <p:nvGrpSpPr>
          <p:cNvPr id="144" name="组合 143"/>
          <p:cNvGrpSpPr/>
          <p:nvPr/>
        </p:nvGrpSpPr>
        <p:grpSpPr>
          <a:xfrm>
            <a:off x="4809111" y="3962711"/>
            <a:ext cx="2037794" cy="324085"/>
            <a:chOff x="6495918" y="2205575"/>
            <a:chExt cx="2037524" cy="324161"/>
          </a:xfrm>
        </p:grpSpPr>
        <p:sp>
          <p:nvSpPr>
            <p:cNvPr id="145" name="矩形 144"/>
            <p:cNvSpPr/>
            <p:nvPr/>
          </p:nvSpPr>
          <p:spPr>
            <a:xfrm>
              <a:off x="7448802" y="2205660"/>
              <a:ext cx="917879" cy="324076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146" name="TextBox 145"/>
            <p:cNvSpPr txBox="1"/>
            <p:nvPr/>
          </p:nvSpPr>
          <p:spPr>
            <a:xfrm>
              <a:off x="7369677" y="2205575"/>
              <a:ext cx="1163765" cy="3220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5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11</a:t>
              </a:r>
              <a:r>
                <a:rPr kumimoji="0" lang="en-US" altLang="zh-CN" sz="15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111110</a:t>
              </a:r>
              <a:endParaRPr kumimoji="0" lang="zh-CN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147" name="矩形 146"/>
            <p:cNvSpPr/>
            <p:nvPr/>
          </p:nvSpPr>
          <p:spPr>
            <a:xfrm>
              <a:off x="6495918" y="2205658"/>
              <a:ext cx="953874" cy="324076"/>
            </a:xfrm>
            <a:prstGeom prst="rect">
              <a:avLst/>
            </a:prstGeom>
            <a:solidFill>
              <a:srgbClr val="2D7FAE"/>
            </a:solid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lIns="18000" rIns="1800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5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192.168.8.</a:t>
              </a:r>
              <a:endParaRPr kumimoji="0" lang="zh-CN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</p:grpSp>
      <p:sp>
        <p:nvSpPr>
          <p:cNvPr id="148" name="下箭头 147"/>
          <p:cNvSpPr/>
          <p:nvPr/>
        </p:nvSpPr>
        <p:spPr>
          <a:xfrm>
            <a:off x="5704638" y="3773955"/>
            <a:ext cx="145441" cy="180000"/>
          </a:xfrm>
          <a:prstGeom prst="downArrow">
            <a:avLst/>
          </a:prstGeom>
          <a:solidFill>
            <a:schemeClr val="accent6"/>
          </a:solidFill>
          <a:ln w="12700" cap="flat" cmpd="sng" algn="ctr">
            <a:solidFill>
              <a:srgbClr val="31BDCA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149" name="TextBox 148"/>
          <p:cNvSpPr txBox="1"/>
          <p:nvPr/>
        </p:nvSpPr>
        <p:spPr>
          <a:xfrm>
            <a:off x="6634943" y="3464152"/>
            <a:ext cx="1015336" cy="835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sz="1500" dirty="0" smtClean="0">
                <a:solidFill>
                  <a:srgbClr val="002060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主机及路由器接口地址范围</a:t>
            </a:r>
            <a:endParaRPr lang="zh-CN" altLang="en-US" sz="1500" dirty="0">
              <a:solidFill>
                <a:srgbClr val="002060"/>
              </a:solidFill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150" name="TextBox 149"/>
          <p:cNvSpPr txBox="1"/>
          <p:nvPr/>
        </p:nvSpPr>
        <p:spPr>
          <a:xfrm>
            <a:off x="7416966" y="3417647"/>
            <a:ext cx="1752159" cy="380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192.168.8.193/26</a:t>
            </a:r>
            <a:endParaRPr lang="zh-CN" altLang="en-US" sz="15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151" name="TextBox 150"/>
          <p:cNvSpPr txBox="1"/>
          <p:nvPr/>
        </p:nvSpPr>
        <p:spPr>
          <a:xfrm>
            <a:off x="7416967" y="3927978"/>
            <a:ext cx="1752159" cy="3545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192.168.8.254/26</a:t>
            </a:r>
            <a:endParaRPr lang="zh-CN" altLang="en-US" sz="15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152" name="下箭头 151"/>
          <p:cNvSpPr/>
          <p:nvPr/>
        </p:nvSpPr>
        <p:spPr>
          <a:xfrm>
            <a:off x="8008894" y="3796305"/>
            <a:ext cx="145441" cy="180000"/>
          </a:xfrm>
          <a:prstGeom prst="downArrow">
            <a:avLst/>
          </a:prstGeom>
          <a:solidFill>
            <a:schemeClr val="accent6"/>
          </a:solidFill>
          <a:ln w="12700" cap="flat" cmpd="sng" algn="ctr">
            <a:solidFill>
              <a:srgbClr val="31BDCA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0" cap="none" spc="0" normalizeH="0" baseline="0" noProof="0" smtClean="0">
              <a:ln>
                <a:noFill/>
              </a:ln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4" name="圆角矩形 3"/>
          <p:cNvSpPr/>
          <p:nvPr/>
        </p:nvSpPr>
        <p:spPr>
          <a:xfrm>
            <a:off x="4780335" y="1659600"/>
            <a:ext cx="4345200" cy="918000"/>
          </a:xfrm>
          <a:prstGeom prst="roundRect">
            <a:avLst/>
          </a:prstGeom>
          <a:noFill/>
          <a:ln w="19050"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3" name="圆角矩形 152"/>
          <p:cNvSpPr/>
          <p:nvPr/>
        </p:nvSpPr>
        <p:spPr>
          <a:xfrm>
            <a:off x="4743747" y="3413570"/>
            <a:ext cx="4356000" cy="918000"/>
          </a:xfrm>
          <a:prstGeom prst="roundRect">
            <a:avLst/>
          </a:prstGeom>
          <a:noFill/>
          <a:ln w="19050"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250"/>
                                        <p:tgtEl>
                                          <p:spTgt spid="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250"/>
                                        <p:tgtEl>
                                          <p:spTgt spid="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50"/>
                                        <p:tgtEl>
                                          <p:spTgt spid="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250"/>
                                        <p:tgtEl>
                                          <p:spTgt spid="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50"/>
                                        <p:tgtEl>
                                          <p:spTgt spid="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250"/>
                                        <p:tgtEl>
                                          <p:spTgt spid="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250"/>
                                        <p:tgtEl>
                                          <p:spTgt spid="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250"/>
                                        <p:tgtEl>
                                          <p:spTgt spid="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250"/>
                                        <p:tgtEl>
                                          <p:spTgt spid="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250"/>
                                        <p:tgtEl>
                                          <p:spTgt spid="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250"/>
                                        <p:tgtEl>
                                          <p:spTgt spid="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250"/>
                                        <p:tgtEl>
                                          <p:spTgt spid="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"/>
                            </p:stCondLst>
                            <p:childTnLst>
                              <p:par>
                                <p:cTn id="6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25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500"/>
                            </p:stCondLst>
                            <p:childTnLst>
                              <p:par>
                                <p:cTn id="7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25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25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25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25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25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9" dur="25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25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5" dur="25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8" dur="25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1" dur="25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25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" grpId="0"/>
      <p:bldP spid="287" grpId="0"/>
      <p:bldP spid="295" grpId="0"/>
      <p:bldP spid="296" grpId="0"/>
      <p:bldP spid="297" grpId="0"/>
      <p:bldP spid="306" grpId="0" animBg="1"/>
      <p:bldP spid="307" grpId="0"/>
      <p:bldP spid="308" grpId="0"/>
      <p:bldP spid="309" grpId="0"/>
      <p:bldP spid="310" grpId="0" animBg="1"/>
      <p:bldP spid="107" grpId="0"/>
      <p:bldP spid="132" grpId="0"/>
      <p:bldP spid="137" grpId="0"/>
      <p:bldP spid="138" grpId="0"/>
      <p:bldP spid="139" grpId="0"/>
      <p:bldP spid="148" grpId="0" animBg="1"/>
      <p:bldP spid="149" grpId="0"/>
      <p:bldP spid="150" grpId="0"/>
      <p:bldP spid="151" grpId="0"/>
      <p:bldP spid="152" grpId="0" animBg="1"/>
      <p:bldP spid="4" grpId="0" animBg="1"/>
      <p:bldP spid="15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251520" y="568635"/>
            <a:ext cx="3935416" cy="397086"/>
            <a:chOff x="3391797" y="1844597"/>
            <a:chExt cx="3031784" cy="300063"/>
          </a:xfrm>
        </p:grpSpPr>
        <p:sp>
          <p:nvSpPr>
            <p:cNvPr id="3" name="圆角矩形 2"/>
            <p:cNvSpPr/>
            <p:nvPr/>
          </p:nvSpPr>
          <p:spPr>
            <a:xfrm>
              <a:off x="3391797" y="1844597"/>
              <a:ext cx="3031784" cy="299242"/>
            </a:xfrm>
            <a:prstGeom prst="roundRect">
              <a:avLst/>
            </a:prstGeom>
            <a:gradFill>
              <a:gsLst>
                <a:gs pos="100000">
                  <a:srgbClr val="31BDCA"/>
                </a:gs>
                <a:gs pos="0">
                  <a:srgbClr val="31BDCA">
                    <a:lumMod val="75000"/>
                  </a:srgbClr>
                </a:gs>
              </a:gsLst>
              <a:lin ang="5400000" scaled="1"/>
            </a:gradFill>
            <a:ln w="28575" cap="flat">
              <a:gradFill>
                <a:gsLst>
                  <a:gs pos="0">
                    <a:srgbClr val="31BDCA"/>
                  </a:gs>
                  <a:gs pos="100000">
                    <a:srgbClr val="31BDCA">
                      <a:lumMod val="75000"/>
                    </a:srgbClr>
                  </a:gs>
                </a:gsLst>
                <a:lin ang="5400000" scaled="1"/>
              </a:gradFill>
              <a:prstDash val="solid"/>
              <a:miter lim="800000"/>
            </a:ln>
            <a:effectLst>
              <a:outerShdw blurRad="228600" dist="101600" dir="5400000" algn="t" rotWithShape="0">
                <a:sysClr val="windowText" lastClr="000000">
                  <a:lumMod val="85000"/>
                  <a:lumOff val="15000"/>
                  <a:alpha val="28000"/>
                </a:sysClr>
              </a:outerShdw>
            </a:effectLst>
          </p:spPr>
          <p:txBody>
            <a:bodyPr vert="horz" wrap="square" lIns="121920" tIns="60960" rIns="121920" bIns="6096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4" name="任意多边形 3"/>
            <p:cNvSpPr/>
            <p:nvPr/>
          </p:nvSpPr>
          <p:spPr>
            <a:xfrm>
              <a:off x="3516715" y="1931769"/>
              <a:ext cx="61005" cy="132360"/>
            </a:xfrm>
            <a:custGeom>
              <a:avLst/>
              <a:gdLst>
                <a:gd name="connsiteX0" fmla="*/ 403860 w 403860"/>
                <a:gd name="connsiteY0" fmla="*/ 0 h 807720"/>
                <a:gd name="connsiteX1" fmla="*/ 0 w 403860"/>
                <a:gd name="connsiteY1" fmla="*/ 403860 h 807720"/>
                <a:gd name="connsiteX2" fmla="*/ 403860 w 403860"/>
                <a:gd name="connsiteY2" fmla="*/ 807720 h 807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03860" h="807720">
                  <a:moveTo>
                    <a:pt x="403860" y="0"/>
                  </a:moveTo>
                  <a:lnTo>
                    <a:pt x="0" y="403860"/>
                  </a:lnTo>
                  <a:lnTo>
                    <a:pt x="403860" y="807720"/>
                  </a:lnTo>
                </a:path>
              </a:pathLst>
            </a:custGeom>
            <a:noFill/>
            <a:ln w="12700" cap="flat" cmpd="sng" algn="ctr">
              <a:solidFill>
                <a:sysClr val="window" lastClr="FFFFFF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5" name="任意多边形 4"/>
            <p:cNvSpPr/>
            <p:nvPr/>
          </p:nvSpPr>
          <p:spPr>
            <a:xfrm>
              <a:off x="3577720" y="1931769"/>
              <a:ext cx="61005" cy="132360"/>
            </a:xfrm>
            <a:custGeom>
              <a:avLst/>
              <a:gdLst>
                <a:gd name="connsiteX0" fmla="*/ 403860 w 403860"/>
                <a:gd name="connsiteY0" fmla="*/ 0 h 807720"/>
                <a:gd name="connsiteX1" fmla="*/ 0 w 403860"/>
                <a:gd name="connsiteY1" fmla="*/ 403860 h 807720"/>
                <a:gd name="connsiteX2" fmla="*/ 403860 w 403860"/>
                <a:gd name="connsiteY2" fmla="*/ 807720 h 807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03860" h="807720">
                  <a:moveTo>
                    <a:pt x="403860" y="0"/>
                  </a:moveTo>
                  <a:lnTo>
                    <a:pt x="0" y="403860"/>
                  </a:lnTo>
                  <a:lnTo>
                    <a:pt x="403860" y="807720"/>
                  </a:lnTo>
                </a:path>
              </a:pathLst>
            </a:custGeom>
            <a:noFill/>
            <a:ln w="12700" cap="flat" cmpd="sng" algn="ctr">
              <a:solidFill>
                <a:sysClr val="window" lastClr="FFFFFF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6" name="文本框 3"/>
            <p:cNvSpPr txBox="1">
              <a:spLocks noChangeArrowheads="1"/>
            </p:cNvSpPr>
            <p:nvPr/>
          </p:nvSpPr>
          <p:spPr bwMode="auto">
            <a:xfrm>
              <a:off x="3731189" y="1865570"/>
              <a:ext cx="2557785" cy="27909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3200">
                  <a:gradFill flip="none" rotWithShape="1">
                    <a:gsLst>
                      <a:gs pos="0">
                        <a:schemeClr val="accent2"/>
                      </a:gs>
                      <a:gs pos="34000">
                        <a:schemeClr val="accent1"/>
                      </a:gs>
                      <a:gs pos="68000">
                        <a:schemeClr val="accent3"/>
                      </a:gs>
                      <a:gs pos="100000">
                        <a:schemeClr val="accent4"/>
                      </a:gs>
                    </a:gsLst>
                    <a:lin ang="0" scaled="1"/>
                  </a:gradFill>
                </a:defRPr>
              </a:lvl1pPr>
            </a:lstStyle>
            <a:p>
              <a:pPr lvl="0">
                <a:defRPr/>
              </a:pPr>
              <a:r>
                <a:rPr kumimoji="0" lang="zh-CN" altLang="en-US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总结</a:t>
              </a:r>
              <a:r>
                <a:rPr kumimoji="0" lang="en-US" altLang="zh-CN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1</a:t>
              </a:r>
              <a:r>
                <a:rPr lang="zh-CN" altLang="en-US" sz="1800" kern="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：子网的网络地址的确定</a:t>
              </a: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251521" y="1028954"/>
            <a:ext cx="2161851" cy="332179"/>
            <a:chOff x="6091934" y="2203669"/>
            <a:chExt cx="2161567" cy="332257"/>
          </a:xfrm>
        </p:grpSpPr>
        <p:sp>
          <p:nvSpPr>
            <p:cNvPr id="9" name="矩形 8"/>
            <p:cNvSpPr/>
            <p:nvPr/>
          </p:nvSpPr>
          <p:spPr>
            <a:xfrm>
              <a:off x="7099909" y="2211851"/>
              <a:ext cx="1079858" cy="324075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7073791" y="2203669"/>
              <a:ext cx="1179710" cy="32324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5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00</a:t>
              </a:r>
              <a:r>
                <a:rPr kumimoji="0" lang="en-US" altLang="zh-CN" sz="15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000000</a:t>
              </a:r>
              <a:endParaRPr kumimoji="0" lang="zh-CN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11" name="矩形 10"/>
            <p:cNvSpPr/>
            <p:nvPr/>
          </p:nvSpPr>
          <p:spPr>
            <a:xfrm>
              <a:off x="6091934" y="2211851"/>
              <a:ext cx="1025865" cy="324075"/>
            </a:xfrm>
            <a:prstGeom prst="rect">
              <a:avLst/>
            </a:prstGeom>
            <a:solidFill>
              <a:srgbClr val="2D7FAE"/>
            </a:solid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lIns="18000" rIns="1800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5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192.168.8.</a:t>
              </a:r>
              <a:endParaRPr kumimoji="0" lang="zh-CN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251523" y="1383659"/>
            <a:ext cx="2148783" cy="334781"/>
            <a:chOff x="6091935" y="2750926"/>
            <a:chExt cx="2148500" cy="334859"/>
          </a:xfrm>
        </p:grpSpPr>
        <p:sp>
          <p:nvSpPr>
            <p:cNvPr id="13" name="矩形 12"/>
            <p:cNvSpPr/>
            <p:nvPr/>
          </p:nvSpPr>
          <p:spPr>
            <a:xfrm>
              <a:off x="7099911" y="2761709"/>
              <a:ext cx="1079857" cy="324076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7068080" y="2750926"/>
              <a:ext cx="1172355" cy="32324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5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01</a:t>
              </a:r>
              <a:r>
                <a:rPr kumimoji="0" lang="en-US" altLang="zh-CN" sz="15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000000</a:t>
              </a:r>
              <a:endParaRPr kumimoji="0" lang="zh-CN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15" name="矩形 14"/>
            <p:cNvSpPr/>
            <p:nvPr/>
          </p:nvSpPr>
          <p:spPr>
            <a:xfrm>
              <a:off x="6091935" y="2761709"/>
              <a:ext cx="1025865" cy="324076"/>
            </a:xfrm>
            <a:prstGeom prst="rect">
              <a:avLst/>
            </a:prstGeom>
            <a:solidFill>
              <a:srgbClr val="2D7FAE"/>
            </a:solid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lIns="18000" rIns="1800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5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192.168.8.</a:t>
              </a:r>
              <a:endParaRPr kumimoji="0" lang="zh-CN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251522" y="1740473"/>
            <a:ext cx="2148783" cy="339051"/>
            <a:chOff x="6091935" y="3271590"/>
            <a:chExt cx="2148500" cy="339129"/>
          </a:xfrm>
        </p:grpSpPr>
        <p:sp>
          <p:nvSpPr>
            <p:cNvPr id="17" name="矩形 16"/>
            <p:cNvSpPr/>
            <p:nvPr/>
          </p:nvSpPr>
          <p:spPr>
            <a:xfrm>
              <a:off x="7099905" y="3286644"/>
              <a:ext cx="1079857" cy="324075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7068079" y="3271590"/>
              <a:ext cx="1172356" cy="3232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5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10</a:t>
              </a:r>
              <a:r>
                <a:rPr kumimoji="0" lang="en-US" altLang="zh-CN" sz="15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000000</a:t>
              </a:r>
              <a:endParaRPr kumimoji="0" lang="zh-CN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19" name="矩形 18"/>
            <p:cNvSpPr/>
            <p:nvPr/>
          </p:nvSpPr>
          <p:spPr>
            <a:xfrm>
              <a:off x="6091935" y="3286644"/>
              <a:ext cx="1025865" cy="324075"/>
            </a:xfrm>
            <a:prstGeom prst="rect">
              <a:avLst/>
            </a:prstGeom>
            <a:solidFill>
              <a:srgbClr val="2D7FAE"/>
            </a:solid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lIns="18000" rIns="1800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5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192.168.8.</a:t>
              </a:r>
              <a:endParaRPr kumimoji="0" lang="zh-CN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251522" y="2100185"/>
            <a:ext cx="2148783" cy="360000"/>
            <a:chOff x="6091935" y="3789834"/>
            <a:chExt cx="2148500" cy="360084"/>
          </a:xfrm>
        </p:grpSpPr>
        <p:sp>
          <p:nvSpPr>
            <p:cNvPr id="21" name="矩形 20"/>
            <p:cNvSpPr/>
            <p:nvPr/>
          </p:nvSpPr>
          <p:spPr>
            <a:xfrm>
              <a:off x="7099911" y="3789834"/>
              <a:ext cx="1079857" cy="360083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7068079" y="3804708"/>
              <a:ext cx="1172356" cy="32324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5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11</a:t>
              </a:r>
              <a:r>
                <a:rPr kumimoji="0" lang="en-US" altLang="zh-CN" sz="15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000000</a:t>
              </a:r>
              <a:endParaRPr kumimoji="0" lang="zh-CN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23" name="矩形 22"/>
            <p:cNvSpPr/>
            <p:nvPr/>
          </p:nvSpPr>
          <p:spPr>
            <a:xfrm>
              <a:off x="6091935" y="3789834"/>
              <a:ext cx="1025865" cy="360084"/>
            </a:xfrm>
            <a:prstGeom prst="rect">
              <a:avLst/>
            </a:prstGeom>
            <a:solidFill>
              <a:srgbClr val="2D7FAE"/>
            </a:solid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lIns="18000" rIns="1800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5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192.168.8.</a:t>
              </a:r>
              <a:endParaRPr kumimoji="0" lang="zh-CN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</p:grpSp>
      <p:sp>
        <p:nvSpPr>
          <p:cNvPr id="24" name="TextBox 23"/>
          <p:cNvSpPr txBox="1"/>
          <p:nvPr/>
        </p:nvSpPr>
        <p:spPr>
          <a:xfrm>
            <a:off x="2355352" y="980992"/>
            <a:ext cx="2141388" cy="379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192.168.8 .       /26</a:t>
            </a:r>
            <a:endParaRPr lang="zh-CN" altLang="en-US" sz="15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355352" y="1334475"/>
            <a:ext cx="2141388" cy="379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192.168.8 .    </a:t>
            </a:r>
            <a:r>
              <a:rPr lang="en-US" altLang="zh-CN" sz="15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  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 /26</a:t>
            </a:r>
            <a:endParaRPr lang="zh-CN" altLang="en-US" sz="15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2355352" y="1701021"/>
            <a:ext cx="2141388" cy="379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192.168.8 .       /26</a:t>
            </a:r>
            <a:endParaRPr lang="zh-CN" altLang="en-US" sz="15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2366895" y="2067568"/>
            <a:ext cx="2118556" cy="379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192.168.8 .       /26</a:t>
            </a:r>
            <a:endParaRPr lang="zh-CN" altLang="en-US" sz="15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3366018" y="1020553"/>
            <a:ext cx="435110" cy="1404000"/>
          </a:xfrm>
          <a:prstGeom prst="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00" dirty="0"/>
          </a:p>
        </p:txBody>
      </p:sp>
      <p:sp>
        <p:nvSpPr>
          <p:cNvPr id="29" name="矩形 28"/>
          <p:cNvSpPr/>
          <p:nvPr/>
        </p:nvSpPr>
        <p:spPr>
          <a:xfrm>
            <a:off x="4264212" y="777920"/>
            <a:ext cx="1143478" cy="360000"/>
          </a:xfrm>
          <a:prstGeom prst="rect">
            <a:avLst/>
          </a:prstGeom>
          <a:solidFill>
            <a:srgbClr val="C00000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600" b="1" kern="0" dirty="0" smtClea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64</a:t>
            </a:r>
            <a:r>
              <a:rPr lang="zh-CN" altLang="en-US" sz="1600" b="1" kern="0" dirty="0" smtClea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的倍数</a:t>
            </a:r>
            <a:endParaRPr kumimoji="0" lang="en-US" altLang="zh-CN" sz="1600" b="1" i="0" u="none" strike="noStrike" kern="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cxnSp>
        <p:nvCxnSpPr>
          <p:cNvPr id="31" name="直接箭头连接符 30"/>
          <p:cNvCxnSpPr/>
          <p:nvPr/>
        </p:nvCxnSpPr>
        <p:spPr>
          <a:xfrm>
            <a:off x="3829342" y="1020393"/>
            <a:ext cx="432000" cy="0"/>
          </a:xfrm>
          <a:prstGeom prst="straightConnector1">
            <a:avLst/>
          </a:prstGeom>
          <a:ln w="2540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5404236" y="800498"/>
            <a:ext cx="152317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kern="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64:</a:t>
            </a:r>
            <a:r>
              <a:rPr lang="zh-CN" altLang="en-US" sz="1600" b="1" kern="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子网</a:t>
            </a:r>
            <a:r>
              <a:rPr lang="zh-CN" altLang="en-US" sz="1600" b="1" kern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的规模</a:t>
            </a:r>
            <a:endParaRPr lang="zh-CN" altLang="en-US" sz="1600" b="1" kern="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4139953" y="1137960"/>
            <a:ext cx="22862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kern="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未划分子网之前规模为</a:t>
            </a:r>
            <a:r>
              <a:rPr lang="en-US" altLang="zh-CN" sz="1600" kern="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:</a:t>
            </a:r>
            <a:endParaRPr lang="zh-CN" altLang="en-US" sz="1600" kern="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4139952" y="1449842"/>
            <a:ext cx="15424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kern="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划分了</a:t>
            </a:r>
            <a:r>
              <a:rPr lang="en-US" altLang="zh-CN" sz="1600" b="1" kern="0" dirty="0" smtClean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4</a:t>
            </a:r>
            <a:r>
              <a:rPr lang="zh-CN" altLang="en-US" sz="1600" kern="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个子网</a:t>
            </a:r>
            <a:endParaRPr lang="zh-CN" altLang="en-US" sz="1600" kern="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4151058" y="1758998"/>
            <a:ext cx="20292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kern="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每个子网规模为</a:t>
            </a:r>
            <a:r>
              <a:rPr lang="en-US" altLang="zh-CN" sz="1600" kern="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:</a:t>
            </a:r>
            <a:endParaRPr lang="zh-CN" altLang="en-US" sz="1600" b="1" kern="0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6288903" y="1137960"/>
            <a:ext cx="7895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kern="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256</a:t>
            </a:r>
            <a:endParaRPr lang="zh-CN" altLang="en-US" b="1" kern="0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grpSp>
        <p:nvGrpSpPr>
          <p:cNvPr id="44" name="组合 43"/>
          <p:cNvGrpSpPr/>
          <p:nvPr/>
        </p:nvGrpSpPr>
        <p:grpSpPr>
          <a:xfrm>
            <a:off x="251520" y="2535788"/>
            <a:ext cx="3935416" cy="398862"/>
            <a:chOff x="3391797" y="1844596"/>
            <a:chExt cx="3031784" cy="301405"/>
          </a:xfrm>
        </p:grpSpPr>
        <p:sp>
          <p:nvSpPr>
            <p:cNvPr id="45" name="圆角矩形 44"/>
            <p:cNvSpPr/>
            <p:nvPr/>
          </p:nvSpPr>
          <p:spPr>
            <a:xfrm>
              <a:off x="3391797" y="1844596"/>
              <a:ext cx="3031784" cy="299242"/>
            </a:xfrm>
            <a:prstGeom prst="roundRect">
              <a:avLst/>
            </a:prstGeom>
            <a:gradFill>
              <a:gsLst>
                <a:gs pos="100000">
                  <a:srgbClr val="31BDCA"/>
                </a:gs>
                <a:gs pos="0">
                  <a:srgbClr val="31BDCA">
                    <a:lumMod val="75000"/>
                  </a:srgbClr>
                </a:gs>
              </a:gsLst>
              <a:lin ang="5400000" scaled="1"/>
            </a:gradFill>
            <a:ln w="28575" cap="flat">
              <a:gradFill>
                <a:gsLst>
                  <a:gs pos="0">
                    <a:srgbClr val="31BDCA"/>
                  </a:gs>
                  <a:gs pos="100000">
                    <a:srgbClr val="31BDCA">
                      <a:lumMod val="75000"/>
                    </a:srgbClr>
                  </a:gs>
                </a:gsLst>
                <a:lin ang="5400000" scaled="1"/>
              </a:gradFill>
              <a:prstDash val="solid"/>
              <a:miter lim="800000"/>
            </a:ln>
            <a:effectLst>
              <a:outerShdw blurRad="228600" dist="101600" dir="5400000" algn="t" rotWithShape="0">
                <a:sysClr val="windowText" lastClr="000000">
                  <a:lumMod val="85000"/>
                  <a:lumOff val="15000"/>
                  <a:alpha val="28000"/>
                </a:sysClr>
              </a:outerShdw>
            </a:effectLst>
          </p:spPr>
          <p:txBody>
            <a:bodyPr vert="horz" wrap="square" lIns="121920" tIns="60960" rIns="121920" bIns="6096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46" name="任意多边形 45"/>
            <p:cNvSpPr/>
            <p:nvPr/>
          </p:nvSpPr>
          <p:spPr>
            <a:xfrm>
              <a:off x="3516715" y="1931769"/>
              <a:ext cx="61005" cy="132360"/>
            </a:xfrm>
            <a:custGeom>
              <a:avLst/>
              <a:gdLst>
                <a:gd name="connsiteX0" fmla="*/ 403860 w 403860"/>
                <a:gd name="connsiteY0" fmla="*/ 0 h 807720"/>
                <a:gd name="connsiteX1" fmla="*/ 0 w 403860"/>
                <a:gd name="connsiteY1" fmla="*/ 403860 h 807720"/>
                <a:gd name="connsiteX2" fmla="*/ 403860 w 403860"/>
                <a:gd name="connsiteY2" fmla="*/ 807720 h 807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03860" h="807720">
                  <a:moveTo>
                    <a:pt x="403860" y="0"/>
                  </a:moveTo>
                  <a:lnTo>
                    <a:pt x="0" y="403860"/>
                  </a:lnTo>
                  <a:lnTo>
                    <a:pt x="403860" y="807720"/>
                  </a:lnTo>
                </a:path>
              </a:pathLst>
            </a:custGeom>
            <a:noFill/>
            <a:ln w="12700" cap="flat" cmpd="sng" algn="ctr">
              <a:solidFill>
                <a:sysClr val="window" lastClr="FFFFFF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47" name="任意多边形 46"/>
            <p:cNvSpPr/>
            <p:nvPr/>
          </p:nvSpPr>
          <p:spPr>
            <a:xfrm>
              <a:off x="3577720" y="1931769"/>
              <a:ext cx="61005" cy="132360"/>
            </a:xfrm>
            <a:custGeom>
              <a:avLst/>
              <a:gdLst>
                <a:gd name="connsiteX0" fmla="*/ 403860 w 403860"/>
                <a:gd name="connsiteY0" fmla="*/ 0 h 807720"/>
                <a:gd name="connsiteX1" fmla="*/ 0 w 403860"/>
                <a:gd name="connsiteY1" fmla="*/ 403860 h 807720"/>
                <a:gd name="connsiteX2" fmla="*/ 403860 w 403860"/>
                <a:gd name="connsiteY2" fmla="*/ 807720 h 807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03860" h="807720">
                  <a:moveTo>
                    <a:pt x="403860" y="0"/>
                  </a:moveTo>
                  <a:lnTo>
                    <a:pt x="0" y="403860"/>
                  </a:lnTo>
                  <a:lnTo>
                    <a:pt x="403860" y="807720"/>
                  </a:lnTo>
                </a:path>
              </a:pathLst>
            </a:custGeom>
            <a:noFill/>
            <a:ln w="12700" cap="flat" cmpd="sng" algn="ctr">
              <a:solidFill>
                <a:sysClr val="window" lastClr="FFFFFF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48" name="文本框 3"/>
            <p:cNvSpPr txBox="1">
              <a:spLocks noChangeArrowheads="1"/>
            </p:cNvSpPr>
            <p:nvPr/>
          </p:nvSpPr>
          <p:spPr bwMode="auto">
            <a:xfrm>
              <a:off x="3731189" y="1866911"/>
              <a:ext cx="2024295" cy="27909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3200">
                  <a:gradFill flip="none" rotWithShape="1">
                    <a:gsLst>
                      <a:gs pos="0">
                        <a:schemeClr val="accent2"/>
                      </a:gs>
                      <a:gs pos="34000">
                        <a:schemeClr val="accent1"/>
                      </a:gs>
                      <a:gs pos="68000">
                        <a:schemeClr val="accent3"/>
                      </a:gs>
                      <a:gs pos="100000">
                        <a:schemeClr val="accent4"/>
                      </a:gs>
                    </a:gsLst>
                    <a:lin ang="0" scaled="1"/>
                  </a:gradFill>
                </a:defRPr>
              </a:lvl1pPr>
            </a:lstStyle>
            <a:p>
              <a:pPr lvl="0">
                <a:defRPr/>
              </a:pPr>
              <a:r>
                <a:rPr kumimoji="0" lang="zh-CN" altLang="en-US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总结</a:t>
              </a:r>
              <a:r>
                <a:rPr kumimoji="0" lang="en-US" altLang="zh-CN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2</a:t>
              </a:r>
              <a:r>
                <a:rPr lang="zh-CN" altLang="en-US" sz="1800" kern="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：子网规模的确定</a:t>
              </a: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</p:grpSp>
      <p:sp>
        <p:nvSpPr>
          <p:cNvPr id="49" name="TextBox 48"/>
          <p:cNvSpPr txBox="1"/>
          <p:nvPr/>
        </p:nvSpPr>
        <p:spPr>
          <a:xfrm>
            <a:off x="273185" y="2964609"/>
            <a:ext cx="2236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b="1" kern="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通过子网掩码快速判断</a:t>
            </a:r>
            <a:endParaRPr lang="zh-CN" altLang="en-US" sz="1600" b="1" kern="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297889" y="3278767"/>
            <a:ext cx="3726903" cy="3631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hangingPunct="0">
              <a:lnSpc>
                <a:spcPct val="110000"/>
              </a:lnSpc>
              <a:buFontTx/>
              <a:buChar char="•"/>
            </a:pPr>
            <a:r>
              <a:rPr lang="zh-CN" altLang="en-US" sz="1600" b="1" dirty="0" smtClean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子网掩码用网络位长度表示：</a:t>
            </a:r>
            <a:r>
              <a:rPr lang="en-US" altLang="zh-CN" sz="1600" b="1" dirty="0" smtClean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/26</a:t>
            </a:r>
            <a:endParaRPr lang="zh-CN" altLang="en-US" sz="1600" b="1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297889" y="3946595"/>
            <a:ext cx="4124300" cy="3631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hangingPunct="0">
              <a:lnSpc>
                <a:spcPct val="110000"/>
              </a:lnSpc>
              <a:buFontTx/>
              <a:buChar char="•"/>
            </a:pPr>
            <a:r>
              <a:rPr lang="zh-CN" altLang="en-US" sz="1600" b="1" dirty="0" smtClean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点分十进制表示：</a:t>
            </a:r>
            <a:r>
              <a:rPr lang="en-US" altLang="zh-CN" sz="1600" b="1" dirty="0" smtClean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255.255.255.192</a:t>
            </a:r>
            <a:endParaRPr lang="zh-CN" altLang="en-US" sz="1600" b="1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417201" y="3625744"/>
            <a:ext cx="2642631" cy="3631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hangingPunct="0">
              <a:lnSpc>
                <a:spcPct val="110000"/>
              </a:lnSpc>
            </a:pP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主机位数为：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32-26=6 </a:t>
            </a:r>
            <a:r>
              <a:rPr lang="en-US" altLang="zh-CN" sz="1600" dirty="0" smtClean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</a:t>
            </a:r>
            <a:endParaRPr lang="zh-CN" altLang="en-US" sz="1600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2972643" y="3625744"/>
            <a:ext cx="1769860" cy="3631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hangingPunct="0">
              <a:lnSpc>
                <a:spcPct val="110000"/>
              </a:lnSpc>
            </a:pP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子网规模为：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378462" y="4269643"/>
            <a:ext cx="1695555" cy="3631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hangingPunct="0">
              <a:lnSpc>
                <a:spcPct val="110000"/>
              </a:lnSpc>
            </a:pP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子网规模为：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5" name="矩形 54"/>
          <p:cNvSpPr/>
          <p:nvPr/>
        </p:nvSpPr>
        <p:spPr>
          <a:xfrm>
            <a:off x="4239729" y="2118190"/>
            <a:ext cx="1330621" cy="324000"/>
          </a:xfrm>
          <a:prstGeom prst="rect">
            <a:avLst/>
          </a:prstGeom>
          <a:solidFill>
            <a:srgbClr val="FFC000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10800" rIns="10800" rtlCol="0" anchor="ctr"/>
          <a:lstStyle/>
          <a:p>
            <a:pPr lvl="0" algn="ctr">
              <a:defRPr/>
            </a:pPr>
            <a:r>
              <a:rPr lang="en-US" altLang="zh-CN" sz="1600" b="1" kern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256/4</a:t>
            </a:r>
            <a:r>
              <a:rPr lang="en-US" altLang="zh-CN" sz="1600" b="1" kern="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= 64</a:t>
            </a:r>
            <a:endParaRPr lang="en-US" altLang="zh-CN" sz="1600" b="1" kern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56" name="矩形 55"/>
          <p:cNvSpPr/>
          <p:nvPr/>
        </p:nvSpPr>
        <p:spPr>
          <a:xfrm>
            <a:off x="4427984" y="3639688"/>
            <a:ext cx="913941" cy="324000"/>
          </a:xfrm>
          <a:prstGeom prst="rect">
            <a:avLst/>
          </a:prstGeom>
          <a:solidFill>
            <a:srgbClr val="FFC000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10800" rIns="10800" rtlCol="0" anchor="ctr"/>
          <a:lstStyle/>
          <a:p>
            <a:pPr lvl="0" algn="ctr">
              <a:defRPr/>
            </a:pPr>
            <a:r>
              <a:rPr lang="en-US" altLang="zh-CN" sz="1600" b="1" kern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2</a:t>
            </a:r>
            <a:r>
              <a:rPr lang="en-US" altLang="zh-CN" sz="1600" b="1" kern="0" baseline="30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6  </a:t>
            </a:r>
            <a:r>
              <a:rPr lang="en-US" altLang="zh-CN" sz="1600" b="1" kern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=64 </a:t>
            </a:r>
            <a:endParaRPr lang="en-US" altLang="zh-CN" sz="1600" b="1" kern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57" name="矩形 56"/>
          <p:cNvSpPr/>
          <p:nvPr/>
        </p:nvSpPr>
        <p:spPr>
          <a:xfrm>
            <a:off x="1866317" y="4280033"/>
            <a:ext cx="1589682" cy="324000"/>
          </a:xfrm>
          <a:prstGeom prst="rect">
            <a:avLst/>
          </a:prstGeom>
          <a:solidFill>
            <a:srgbClr val="FFC000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10800" rIns="10800" rtlCol="0" anchor="ctr"/>
          <a:lstStyle/>
          <a:p>
            <a:pPr lvl="0" algn="ctr">
              <a:defRPr/>
            </a:pPr>
            <a:r>
              <a:rPr lang="en-US" altLang="zh-CN" sz="1600" b="1" kern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256-192</a:t>
            </a:r>
            <a:r>
              <a:rPr lang="en-US" altLang="zh-CN" sz="1600" b="1" kern="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= 64</a:t>
            </a:r>
            <a:endParaRPr lang="en-US" altLang="zh-CN" sz="1600" b="1" kern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239498" y="123478"/>
            <a:ext cx="23895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kern="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总结：以</a:t>
            </a:r>
            <a:r>
              <a:rPr lang="en-US" altLang="zh-CN" sz="2000" b="1" kern="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C</a:t>
            </a:r>
            <a:r>
              <a:rPr lang="zh-CN" altLang="en-US" sz="2000" b="1" kern="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类为例</a:t>
            </a:r>
            <a:endParaRPr lang="zh-CN" altLang="en-US" sz="2000" b="1" kern="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7" name="TextBox 23"/>
          <p:cNvSpPr txBox="1"/>
          <p:nvPr/>
        </p:nvSpPr>
        <p:spPr>
          <a:xfrm>
            <a:off x="3328670" y="987425"/>
            <a:ext cx="315595" cy="379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25000"/>
              </a:lnSpc>
            </a:pPr>
            <a:r>
              <a:rPr lang="en-US" altLang="zh-CN" sz="15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0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 </a:t>
            </a:r>
            <a:endParaRPr lang="zh-CN" altLang="en-US" sz="15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30" name="TextBox 23"/>
          <p:cNvSpPr txBox="1"/>
          <p:nvPr/>
        </p:nvSpPr>
        <p:spPr>
          <a:xfrm>
            <a:off x="3335020" y="1332865"/>
            <a:ext cx="459740" cy="379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25000"/>
              </a:lnSpc>
            </a:pPr>
            <a:r>
              <a:rPr lang="en-US" altLang="zh-CN" sz="15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64</a:t>
            </a:r>
            <a:endParaRPr lang="zh-CN" altLang="en-US" sz="15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37" name="TextBox 23"/>
          <p:cNvSpPr txBox="1"/>
          <p:nvPr/>
        </p:nvSpPr>
        <p:spPr>
          <a:xfrm>
            <a:off x="3331210" y="1704340"/>
            <a:ext cx="648335" cy="379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25000"/>
              </a:lnSpc>
            </a:pPr>
            <a:r>
              <a:rPr lang="en-US" altLang="zh-CN" sz="15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128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 </a:t>
            </a:r>
            <a:endParaRPr lang="zh-CN" altLang="en-US" sz="15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38" name="TextBox 23"/>
          <p:cNvSpPr txBox="1"/>
          <p:nvPr/>
        </p:nvSpPr>
        <p:spPr>
          <a:xfrm>
            <a:off x="3335020" y="2069465"/>
            <a:ext cx="679450" cy="379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25000"/>
              </a:lnSpc>
            </a:pPr>
            <a:r>
              <a:rPr lang="en-US" altLang="zh-CN" sz="15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192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 </a:t>
            </a:r>
            <a:endParaRPr lang="zh-CN" altLang="en-US" sz="15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2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00"/>
                            </p:stCondLst>
                            <p:childTnLst>
                              <p:par>
                                <p:cTn id="6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2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36" presetClass="emph" presetSubtype="0" fill="hold" grpId="1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Scale>
                                      <p:cBhvr>
                                        <p:cTn id="68" dur="125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80000" y="100000"/>
                                    </p:animScale>
                                    <p:anim by="(#ppt_w*0.10)" calcmode="lin" valueType="num">
                                      <p:cBhvr>
                                        <p:cTn id="69" dur="125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by="(-#ppt_w*0.10)" calcmode="lin" valueType="num">
                                      <p:cBhvr>
                                        <p:cTn id="70" dur="125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-480000">
                                      <p:cBhvr>
                                        <p:cTn id="71" dur="125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36" presetClass="emph" presetSubtype="0" fill="hold" grpId="1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Scale>
                                      <p:cBhvr>
                                        <p:cTn id="75" dur="125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</p:cBhvr>
                                      <p:to x="80000" y="100000"/>
                                    </p:animScale>
                                    <p:anim by="(#ppt_w*0.10)" calcmode="lin" valueType="num">
                                      <p:cBhvr>
                                        <p:cTn id="76" dur="125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by="(-#ppt_w*0.10)" calcmode="lin" valueType="num">
                                      <p:cBhvr>
                                        <p:cTn id="77" dur="125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-480000">
                                      <p:cBhvr>
                                        <p:cTn id="78" dur="125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36" presetClass="emph" presetSubtype="0" fill="hold" grpId="1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Scale>
                                      <p:cBhvr>
                                        <p:cTn id="82" dur="125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</p:cBhvr>
                                      <p:to x="80000" y="100000"/>
                                    </p:animScale>
                                    <p:anim by="(#ppt_w*0.10)" calcmode="lin" valueType="num">
                                      <p:cBhvr>
                                        <p:cTn id="83" dur="125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by="(-#ppt_w*0.10)" calcmode="lin" valueType="num">
                                      <p:cBhvr>
                                        <p:cTn id="84" dur="125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-480000">
                                      <p:cBhvr>
                                        <p:cTn id="85" dur="125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36" presetClass="emph" presetSubtype="0" fill="hold" grpId="1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Scale>
                                      <p:cBhvr>
                                        <p:cTn id="89" dur="125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</p:cBhvr>
                                      <p:to x="80000" y="100000"/>
                                    </p:animScale>
                                    <p:anim by="(#ppt_w*0.10)" calcmode="lin" valueType="num">
                                      <p:cBhvr>
                                        <p:cTn id="90" dur="125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by="(-#ppt_w*0.10)" calcmode="lin" valueType="num">
                                      <p:cBhvr>
                                        <p:cTn id="91" dur="125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-480000">
                                      <p:cBhvr>
                                        <p:cTn id="92" dur="125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500"/>
                            </p:stCondLst>
                            <p:childTnLst>
                              <p:par>
                                <p:cTn id="10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indefinite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5" grpId="0"/>
      <p:bldP spid="26" grpId="0"/>
      <p:bldP spid="27" grpId="0"/>
      <p:bldP spid="28" grpId="0" animBg="1"/>
      <p:bldP spid="29" grpId="0" bldLvl="0" animBg="1"/>
      <p:bldP spid="32" grpId="0"/>
      <p:bldP spid="33" grpId="0"/>
      <p:bldP spid="34" grpId="0"/>
      <p:bldP spid="35" grpId="0"/>
      <p:bldP spid="36" grpId="0"/>
      <p:bldP spid="49" grpId="0"/>
      <p:bldP spid="50" grpId="0"/>
      <p:bldP spid="51" grpId="0"/>
      <p:bldP spid="52" grpId="0"/>
      <p:bldP spid="53" grpId="0"/>
      <p:bldP spid="54" grpId="0"/>
      <p:bldP spid="55" grpId="0" animBg="1"/>
      <p:bldP spid="56" grpId="0" animBg="1"/>
      <p:bldP spid="57" grpId="0" animBg="1"/>
      <p:bldP spid="58" grpId="0"/>
      <p:bldP spid="7" grpId="0"/>
      <p:bldP spid="30" grpId="0"/>
      <p:bldP spid="37" grpId="0"/>
      <p:bldP spid="38" grpId="0"/>
      <p:bldP spid="7" grpId="1"/>
      <p:bldP spid="30" grpId="1"/>
      <p:bldP spid="37" grpId="1"/>
      <p:bldP spid="38" grpId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251520" y="195534"/>
            <a:ext cx="3935416" cy="432000"/>
            <a:chOff x="3391797" y="1844597"/>
            <a:chExt cx="3031784" cy="326446"/>
          </a:xfrm>
        </p:grpSpPr>
        <p:sp>
          <p:nvSpPr>
            <p:cNvPr id="3" name="圆角矩形 2"/>
            <p:cNvSpPr/>
            <p:nvPr/>
          </p:nvSpPr>
          <p:spPr>
            <a:xfrm>
              <a:off x="3391797" y="1844597"/>
              <a:ext cx="3031784" cy="326446"/>
            </a:xfrm>
            <a:prstGeom prst="roundRect">
              <a:avLst/>
            </a:prstGeom>
            <a:gradFill>
              <a:gsLst>
                <a:gs pos="100000">
                  <a:srgbClr val="31BDCA"/>
                </a:gs>
                <a:gs pos="0">
                  <a:srgbClr val="31BDCA">
                    <a:lumMod val="75000"/>
                  </a:srgbClr>
                </a:gs>
              </a:gsLst>
              <a:lin ang="5400000" scaled="1"/>
            </a:gradFill>
            <a:ln w="28575" cap="flat">
              <a:gradFill>
                <a:gsLst>
                  <a:gs pos="0">
                    <a:srgbClr val="31BDCA"/>
                  </a:gs>
                  <a:gs pos="100000">
                    <a:srgbClr val="31BDCA">
                      <a:lumMod val="75000"/>
                    </a:srgbClr>
                  </a:gs>
                </a:gsLst>
                <a:lin ang="5400000" scaled="1"/>
              </a:gradFill>
              <a:prstDash val="solid"/>
              <a:miter lim="800000"/>
            </a:ln>
            <a:effectLst>
              <a:outerShdw blurRad="228600" dist="101600" dir="5400000" algn="t" rotWithShape="0">
                <a:sysClr val="windowText" lastClr="000000">
                  <a:lumMod val="85000"/>
                  <a:lumOff val="15000"/>
                  <a:alpha val="28000"/>
                </a:sysClr>
              </a:outerShdw>
            </a:effectLst>
          </p:spPr>
          <p:txBody>
            <a:bodyPr vert="horz" wrap="square" lIns="121920" tIns="60960" rIns="121920" bIns="6096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0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4" name="任意多边形 3"/>
            <p:cNvSpPr/>
            <p:nvPr/>
          </p:nvSpPr>
          <p:spPr>
            <a:xfrm>
              <a:off x="3516715" y="1941640"/>
              <a:ext cx="61005" cy="132360"/>
            </a:xfrm>
            <a:custGeom>
              <a:avLst/>
              <a:gdLst>
                <a:gd name="connsiteX0" fmla="*/ 403860 w 403860"/>
                <a:gd name="connsiteY0" fmla="*/ 0 h 807720"/>
                <a:gd name="connsiteX1" fmla="*/ 0 w 403860"/>
                <a:gd name="connsiteY1" fmla="*/ 403860 h 807720"/>
                <a:gd name="connsiteX2" fmla="*/ 403860 w 403860"/>
                <a:gd name="connsiteY2" fmla="*/ 807720 h 807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03860" h="807720">
                  <a:moveTo>
                    <a:pt x="403860" y="0"/>
                  </a:moveTo>
                  <a:lnTo>
                    <a:pt x="0" y="403860"/>
                  </a:lnTo>
                  <a:lnTo>
                    <a:pt x="403860" y="807720"/>
                  </a:lnTo>
                </a:path>
              </a:pathLst>
            </a:custGeom>
            <a:noFill/>
            <a:ln w="12700" cap="flat" cmpd="sng" algn="ctr">
              <a:solidFill>
                <a:sysClr val="window" lastClr="FFFFFF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0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5" name="任意多边形 4"/>
            <p:cNvSpPr/>
            <p:nvPr/>
          </p:nvSpPr>
          <p:spPr>
            <a:xfrm>
              <a:off x="3577720" y="1941640"/>
              <a:ext cx="61005" cy="132360"/>
            </a:xfrm>
            <a:custGeom>
              <a:avLst/>
              <a:gdLst>
                <a:gd name="connsiteX0" fmla="*/ 403860 w 403860"/>
                <a:gd name="connsiteY0" fmla="*/ 0 h 807720"/>
                <a:gd name="connsiteX1" fmla="*/ 0 w 403860"/>
                <a:gd name="connsiteY1" fmla="*/ 403860 h 807720"/>
                <a:gd name="connsiteX2" fmla="*/ 403860 w 403860"/>
                <a:gd name="connsiteY2" fmla="*/ 807720 h 807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03860" h="807720">
                  <a:moveTo>
                    <a:pt x="403860" y="0"/>
                  </a:moveTo>
                  <a:lnTo>
                    <a:pt x="0" y="403860"/>
                  </a:lnTo>
                  <a:lnTo>
                    <a:pt x="403860" y="807720"/>
                  </a:lnTo>
                </a:path>
              </a:pathLst>
            </a:custGeom>
            <a:noFill/>
            <a:ln w="12700" cap="flat" cmpd="sng" algn="ctr">
              <a:solidFill>
                <a:sysClr val="window" lastClr="FFFFFF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0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6" name="文本框 3"/>
            <p:cNvSpPr txBox="1">
              <a:spLocks noChangeArrowheads="1"/>
            </p:cNvSpPr>
            <p:nvPr/>
          </p:nvSpPr>
          <p:spPr bwMode="auto">
            <a:xfrm>
              <a:off x="3687704" y="1876268"/>
              <a:ext cx="2557785" cy="27909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3200">
                  <a:gradFill flip="none" rotWithShape="1">
                    <a:gsLst>
                      <a:gs pos="0">
                        <a:schemeClr val="accent2"/>
                      </a:gs>
                      <a:gs pos="34000">
                        <a:schemeClr val="accent1"/>
                      </a:gs>
                      <a:gs pos="68000">
                        <a:schemeClr val="accent3"/>
                      </a:gs>
                      <a:gs pos="100000">
                        <a:schemeClr val="accent4"/>
                      </a:gs>
                    </a:gsLst>
                    <a:lin ang="0" scaled="1"/>
                  </a:gradFill>
                </a:defRPr>
              </a:lvl1pPr>
            </a:lstStyle>
            <a:p>
              <a:pPr lvl="0">
                <a:defRPr/>
              </a:pPr>
              <a:r>
                <a:rPr kumimoji="0" lang="zh-CN" altLang="en-US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总结</a:t>
              </a:r>
              <a:r>
                <a:rPr lang="en-US" altLang="zh-CN" sz="1800" kern="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3</a:t>
              </a:r>
              <a:r>
                <a:rPr lang="zh-CN" altLang="en-US" sz="1800" kern="0" dirty="0" smtClean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：子网的广播地址</a:t>
              </a:r>
              <a:r>
                <a:rPr lang="zh-CN" altLang="en-US" sz="1800" kern="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的确定</a:t>
              </a: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</p:grpSp>
      <p:sp>
        <p:nvSpPr>
          <p:cNvPr id="29" name="矩形 28"/>
          <p:cNvSpPr/>
          <p:nvPr/>
        </p:nvSpPr>
        <p:spPr>
          <a:xfrm>
            <a:off x="186258" y="3894515"/>
            <a:ext cx="432000" cy="324000"/>
          </a:xfrm>
          <a:prstGeom prst="rect">
            <a:avLst/>
          </a:prstGeom>
          <a:solidFill>
            <a:srgbClr val="C00000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18000" rIns="1800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500" b="1" kern="0" noProof="0" dirty="0" smtClea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/25</a:t>
            </a:r>
            <a:endParaRPr kumimoji="0" lang="en-US" altLang="zh-CN" sz="1500" b="1" i="0" u="none" strike="noStrike" kern="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grpSp>
        <p:nvGrpSpPr>
          <p:cNvPr id="44" name="组合 43"/>
          <p:cNvGrpSpPr/>
          <p:nvPr/>
        </p:nvGrpSpPr>
        <p:grpSpPr>
          <a:xfrm>
            <a:off x="230791" y="3376949"/>
            <a:ext cx="5565345" cy="432000"/>
            <a:chOff x="3391798" y="1844597"/>
            <a:chExt cx="4287456" cy="326446"/>
          </a:xfrm>
        </p:grpSpPr>
        <p:sp>
          <p:nvSpPr>
            <p:cNvPr id="45" name="圆角矩形 44"/>
            <p:cNvSpPr/>
            <p:nvPr/>
          </p:nvSpPr>
          <p:spPr>
            <a:xfrm>
              <a:off x="3391798" y="1844597"/>
              <a:ext cx="4287456" cy="326446"/>
            </a:xfrm>
            <a:prstGeom prst="roundRect">
              <a:avLst/>
            </a:prstGeom>
            <a:gradFill>
              <a:gsLst>
                <a:gs pos="100000">
                  <a:srgbClr val="31BDCA"/>
                </a:gs>
                <a:gs pos="0">
                  <a:srgbClr val="31BDCA">
                    <a:lumMod val="75000"/>
                  </a:srgbClr>
                </a:gs>
              </a:gsLst>
              <a:lin ang="5400000" scaled="1"/>
            </a:gradFill>
            <a:ln w="28575" cap="flat">
              <a:gradFill>
                <a:gsLst>
                  <a:gs pos="0">
                    <a:srgbClr val="31BDCA"/>
                  </a:gs>
                  <a:gs pos="100000">
                    <a:srgbClr val="31BDCA">
                      <a:lumMod val="75000"/>
                    </a:srgbClr>
                  </a:gs>
                </a:gsLst>
                <a:lin ang="5400000" scaled="1"/>
              </a:gradFill>
              <a:prstDash val="solid"/>
              <a:miter lim="800000"/>
            </a:ln>
            <a:effectLst>
              <a:outerShdw blurRad="228600" dist="101600" dir="5400000" algn="t" rotWithShape="0">
                <a:sysClr val="windowText" lastClr="000000">
                  <a:lumMod val="85000"/>
                  <a:lumOff val="15000"/>
                  <a:alpha val="28000"/>
                </a:sysClr>
              </a:outerShdw>
            </a:effectLst>
          </p:spPr>
          <p:txBody>
            <a:bodyPr vert="horz" wrap="square" lIns="121920" tIns="60960" rIns="121920" bIns="6096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0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46" name="任意多边形 45"/>
            <p:cNvSpPr/>
            <p:nvPr/>
          </p:nvSpPr>
          <p:spPr>
            <a:xfrm>
              <a:off x="3516715" y="1941640"/>
              <a:ext cx="61005" cy="132360"/>
            </a:xfrm>
            <a:custGeom>
              <a:avLst/>
              <a:gdLst>
                <a:gd name="connsiteX0" fmla="*/ 403860 w 403860"/>
                <a:gd name="connsiteY0" fmla="*/ 0 h 807720"/>
                <a:gd name="connsiteX1" fmla="*/ 0 w 403860"/>
                <a:gd name="connsiteY1" fmla="*/ 403860 h 807720"/>
                <a:gd name="connsiteX2" fmla="*/ 403860 w 403860"/>
                <a:gd name="connsiteY2" fmla="*/ 807720 h 807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03860" h="807720">
                  <a:moveTo>
                    <a:pt x="403860" y="0"/>
                  </a:moveTo>
                  <a:lnTo>
                    <a:pt x="0" y="403860"/>
                  </a:lnTo>
                  <a:lnTo>
                    <a:pt x="403860" y="807720"/>
                  </a:lnTo>
                </a:path>
              </a:pathLst>
            </a:custGeom>
            <a:noFill/>
            <a:ln w="12700" cap="flat" cmpd="sng" algn="ctr">
              <a:solidFill>
                <a:sysClr val="window" lastClr="FFFFFF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0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47" name="任意多边形 46"/>
            <p:cNvSpPr/>
            <p:nvPr/>
          </p:nvSpPr>
          <p:spPr>
            <a:xfrm>
              <a:off x="3577720" y="1941640"/>
              <a:ext cx="61005" cy="132360"/>
            </a:xfrm>
            <a:custGeom>
              <a:avLst/>
              <a:gdLst>
                <a:gd name="connsiteX0" fmla="*/ 403860 w 403860"/>
                <a:gd name="connsiteY0" fmla="*/ 0 h 807720"/>
                <a:gd name="connsiteX1" fmla="*/ 0 w 403860"/>
                <a:gd name="connsiteY1" fmla="*/ 403860 h 807720"/>
                <a:gd name="connsiteX2" fmla="*/ 403860 w 403860"/>
                <a:gd name="connsiteY2" fmla="*/ 807720 h 807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03860" h="807720">
                  <a:moveTo>
                    <a:pt x="403860" y="0"/>
                  </a:moveTo>
                  <a:lnTo>
                    <a:pt x="0" y="403860"/>
                  </a:lnTo>
                  <a:lnTo>
                    <a:pt x="403860" y="807720"/>
                  </a:lnTo>
                </a:path>
              </a:pathLst>
            </a:custGeom>
            <a:noFill/>
            <a:ln w="12700" cap="flat" cmpd="sng" algn="ctr">
              <a:solidFill>
                <a:sysClr val="window" lastClr="FFFFFF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0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48" name="文本框 3"/>
            <p:cNvSpPr txBox="1">
              <a:spLocks noChangeArrowheads="1"/>
            </p:cNvSpPr>
            <p:nvPr/>
          </p:nvSpPr>
          <p:spPr bwMode="auto">
            <a:xfrm>
              <a:off x="3679008" y="1868251"/>
              <a:ext cx="4000246" cy="2790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3200">
                  <a:gradFill flip="none" rotWithShape="1">
                    <a:gsLst>
                      <a:gs pos="0">
                        <a:schemeClr val="accent2"/>
                      </a:gs>
                      <a:gs pos="34000">
                        <a:schemeClr val="accent1"/>
                      </a:gs>
                      <a:gs pos="68000">
                        <a:schemeClr val="accent3"/>
                      </a:gs>
                      <a:gs pos="100000">
                        <a:schemeClr val="accent4"/>
                      </a:gs>
                    </a:gsLst>
                    <a:lin ang="0" scaled="1"/>
                  </a:gradFill>
                </a:defRPr>
              </a:lvl1pPr>
            </a:lstStyle>
            <a:p>
              <a:pPr lvl="0">
                <a:defRPr/>
              </a:pPr>
              <a:r>
                <a:rPr kumimoji="0" lang="zh-CN" altLang="en-US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总结</a:t>
              </a:r>
              <a:r>
                <a:rPr lang="en-US" altLang="zh-CN" sz="1800" kern="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4</a:t>
              </a:r>
              <a:r>
                <a:rPr lang="zh-CN" altLang="en-US" sz="1800" kern="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：掩码的长度表示和点分十进制表示的对应</a:t>
              </a: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</p:grpSp>
      <p:grpSp>
        <p:nvGrpSpPr>
          <p:cNvPr id="62" name="组合 61"/>
          <p:cNvGrpSpPr/>
          <p:nvPr/>
        </p:nvGrpSpPr>
        <p:grpSpPr>
          <a:xfrm>
            <a:off x="1756681" y="733409"/>
            <a:ext cx="2165065" cy="334240"/>
            <a:chOff x="6103223" y="2205658"/>
            <a:chExt cx="2164781" cy="334318"/>
          </a:xfrm>
        </p:grpSpPr>
        <p:sp>
          <p:nvSpPr>
            <p:cNvPr id="63" name="矩形 62"/>
            <p:cNvSpPr/>
            <p:nvPr/>
          </p:nvSpPr>
          <p:spPr>
            <a:xfrm>
              <a:off x="7055323" y="2205660"/>
              <a:ext cx="917881" cy="324076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64" name="TextBox 63"/>
            <p:cNvSpPr txBox="1"/>
            <p:nvPr/>
          </p:nvSpPr>
          <p:spPr>
            <a:xfrm>
              <a:off x="6979386" y="2216735"/>
              <a:ext cx="1288618" cy="3232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5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00</a:t>
              </a:r>
              <a:r>
                <a:rPr kumimoji="0" lang="en-US" altLang="zh-CN" sz="15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111111</a:t>
              </a:r>
              <a:endParaRPr kumimoji="0" lang="zh-CN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65" name="矩形 64"/>
            <p:cNvSpPr/>
            <p:nvPr/>
          </p:nvSpPr>
          <p:spPr>
            <a:xfrm>
              <a:off x="6103223" y="2205658"/>
              <a:ext cx="953877" cy="324076"/>
            </a:xfrm>
            <a:prstGeom prst="rect">
              <a:avLst/>
            </a:prstGeom>
            <a:solidFill>
              <a:srgbClr val="2D7FAE"/>
            </a:solid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lIns="18000" rIns="1800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5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192.168.8.</a:t>
              </a:r>
              <a:endParaRPr kumimoji="0" lang="zh-CN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</p:grpSp>
      <p:sp>
        <p:nvSpPr>
          <p:cNvPr id="67" name="TextBox 66"/>
          <p:cNvSpPr txBox="1"/>
          <p:nvPr/>
        </p:nvSpPr>
        <p:spPr>
          <a:xfrm>
            <a:off x="3597818" y="710831"/>
            <a:ext cx="1462425" cy="380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192.168.8.63</a:t>
            </a:r>
            <a:endParaRPr lang="zh-CN" altLang="en-US" sz="15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122963" y="704864"/>
            <a:ext cx="1784741" cy="3545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15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实验室</a:t>
            </a:r>
            <a:r>
              <a:rPr lang="en-US" altLang="zh-CN" sz="15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A</a:t>
            </a:r>
            <a:r>
              <a:rPr lang="zh-CN" altLang="en-US" sz="15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广播地址</a:t>
            </a:r>
            <a:endParaRPr lang="zh-CN" altLang="en-US" sz="15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grpSp>
        <p:nvGrpSpPr>
          <p:cNvPr id="69" name="组合 68"/>
          <p:cNvGrpSpPr/>
          <p:nvPr/>
        </p:nvGrpSpPr>
        <p:grpSpPr>
          <a:xfrm>
            <a:off x="1756672" y="1096454"/>
            <a:ext cx="2164721" cy="334240"/>
            <a:chOff x="6091935" y="2205658"/>
            <a:chExt cx="2164440" cy="334317"/>
          </a:xfrm>
        </p:grpSpPr>
        <p:sp>
          <p:nvSpPr>
            <p:cNvPr id="70" name="矩形 69"/>
            <p:cNvSpPr/>
            <p:nvPr/>
          </p:nvSpPr>
          <p:spPr>
            <a:xfrm>
              <a:off x="7044041" y="2205658"/>
              <a:ext cx="917882" cy="324075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71" name="TextBox 70"/>
            <p:cNvSpPr txBox="1"/>
            <p:nvPr/>
          </p:nvSpPr>
          <p:spPr>
            <a:xfrm>
              <a:off x="6967757" y="2216735"/>
              <a:ext cx="1288618" cy="32324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5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01</a:t>
              </a:r>
              <a:r>
                <a:rPr kumimoji="0" lang="en-US" altLang="zh-CN" sz="15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000000</a:t>
              </a:r>
              <a:endParaRPr kumimoji="0" lang="zh-CN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72" name="矩形 71"/>
            <p:cNvSpPr/>
            <p:nvPr/>
          </p:nvSpPr>
          <p:spPr>
            <a:xfrm>
              <a:off x="6091935" y="2205658"/>
              <a:ext cx="953877" cy="324075"/>
            </a:xfrm>
            <a:prstGeom prst="rect">
              <a:avLst/>
            </a:prstGeom>
            <a:solidFill>
              <a:srgbClr val="2D7FAE"/>
            </a:solid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lIns="18000" rIns="1800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5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192.168.8.</a:t>
              </a:r>
              <a:endParaRPr kumimoji="0" lang="zh-CN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</p:grpSp>
      <p:sp>
        <p:nvSpPr>
          <p:cNvPr id="73" name="TextBox 72"/>
          <p:cNvSpPr txBox="1"/>
          <p:nvPr/>
        </p:nvSpPr>
        <p:spPr>
          <a:xfrm>
            <a:off x="3597818" y="1083827"/>
            <a:ext cx="1370661" cy="380873"/>
          </a:xfrm>
          <a:prstGeom prst="rect">
            <a:avLst/>
          </a:prstGeom>
          <a:noFill/>
        </p:spPr>
        <p:txBody>
          <a:bodyPr wrap="square" rIns="18000" rtlCol="0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192.168.8.64</a:t>
            </a:r>
            <a:endParaRPr lang="zh-CN" altLang="en-US" sz="15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122963" y="1048293"/>
            <a:ext cx="1640725" cy="380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15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实验室</a:t>
            </a:r>
            <a:r>
              <a:rPr lang="en-US" altLang="zh-CN" sz="15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B</a:t>
            </a:r>
            <a:r>
              <a:rPr lang="zh-CN" altLang="en-US" sz="15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网络地址</a:t>
            </a:r>
            <a:endParaRPr lang="zh-CN" altLang="en-US" sz="15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grpSp>
        <p:nvGrpSpPr>
          <p:cNvPr id="76" name="组合 75"/>
          <p:cNvGrpSpPr/>
          <p:nvPr/>
        </p:nvGrpSpPr>
        <p:grpSpPr>
          <a:xfrm>
            <a:off x="1756676" y="1459499"/>
            <a:ext cx="2164719" cy="328815"/>
            <a:chOff x="6091935" y="2205658"/>
            <a:chExt cx="2164437" cy="328892"/>
          </a:xfrm>
        </p:grpSpPr>
        <p:sp>
          <p:nvSpPr>
            <p:cNvPr id="77" name="矩形 76"/>
            <p:cNvSpPr/>
            <p:nvPr/>
          </p:nvSpPr>
          <p:spPr>
            <a:xfrm>
              <a:off x="7048310" y="2205659"/>
              <a:ext cx="917881" cy="324076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78" name="TextBox 77"/>
            <p:cNvSpPr txBox="1"/>
            <p:nvPr/>
          </p:nvSpPr>
          <p:spPr>
            <a:xfrm>
              <a:off x="6967754" y="2211309"/>
              <a:ext cx="1288618" cy="3232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5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01</a:t>
              </a:r>
              <a:r>
                <a:rPr kumimoji="0" lang="en-US" altLang="zh-CN" sz="15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111111</a:t>
              </a:r>
              <a:endParaRPr kumimoji="0" lang="zh-CN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79" name="矩形 78"/>
            <p:cNvSpPr/>
            <p:nvPr/>
          </p:nvSpPr>
          <p:spPr>
            <a:xfrm>
              <a:off x="6091935" y="2205658"/>
              <a:ext cx="953877" cy="324076"/>
            </a:xfrm>
            <a:prstGeom prst="rect">
              <a:avLst/>
            </a:prstGeom>
            <a:solidFill>
              <a:srgbClr val="2D7FAE"/>
            </a:solid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lIns="18000" rIns="1800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5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192.168.8.</a:t>
              </a:r>
              <a:endParaRPr kumimoji="0" lang="zh-CN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</p:grpSp>
      <p:sp>
        <p:nvSpPr>
          <p:cNvPr id="81" name="TextBox 80"/>
          <p:cNvSpPr txBox="1"/>
          <p:nvPr/>
        </p:nvSpPr>
        <p:spPr>
          <a:xfrm>
            <a:off x="3663134" y="1430175"/>
            <a:ext cx="1397110" cy="380873"/>
          </a:xfrm>
          <a:prstGeom prst="rect">
            <a:avLst/>
          </a:prstGeom>
          <a:noFill/>
        </p:spPr>
        <p:txBody>
          <a:bodyPr wrap="square" lIns="18000" rIns="18000" rtlCol="0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192.168.8.127</a:t>
            </a:r>
            <a:endParaRPr lang="zh-CN" altLang="en-US" sz="15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82" name="TextBox 81"/>
          <p:cNvSpPr txBox="1"/>
          <p:nvPr/>
        </p:nvSpPr>
        <p:spPr>
          <a:xfrm>
            <a:off x="122963" y="1408333"/>
            <a:ext cx="1640725" cy="380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15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实验室</a:t>
            </a:r>
            <a:r>
              <a:rPr lang="en-US" altLang="zh-CN" sz="15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B</a:t>
            </a:r>
            <a:r>
              <a:rPr lang="zh-CN" altLang="en-US" sz="15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广播地址</a:t>
            </a:r>
            <a:endParaRPr lang="zh-CN" altLang="en-US" sz="15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grpSp>
        <p:nvGrpSpPr>
          <p:cNvPr id="83" name="组合 82"/>
          <p:cNvGrpSpPr/>
          <p:nvPr/>
        </p:nvGrpSpPr>
        <p:grpSpPr>
          <a:xfrm>
            <a:off x="1756682" y="1817119"/>
            <a:ext cx="2164711" cy="325836"/>
            <a:chOff x="6091935" y="2203823"/>
            <a:chExt cx="2164427" cy="325911"/>
          </a:xfrm>
        </p:grpSpPr>
        <p:sp>
          <p:nvSpPr>
            <p:cNvPr id="84" name="矩形 83"/>
            <p:cNvSpPr/>
            <p:nvPr/>
          </p:nvSpPr>
          <p:spPr>
            <a:xfrm>
              <a:off x="7044039" y="2205658"/>
              <a:ext cx="917882" cy="324076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85" name="TextBox 84"/>
            <p:cNvSpPr txBox="1"/>
            <p:nvPr/>
          </p:nvSpPr>
          <p:spPr>
            <a:xfrm>
              <a:off x="6967744" y="2203823"/>
              <a:ext cx="1288618" cy="3232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5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10</a:t>
              </a:r>
              <a:r>
                <a:rPr kumimoji="0" lang="en-US" altLang="zh-CN" sz="15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000000</a:t>
              </a:r>
              <a:endParaRPr kumimoji="0" lang="zh-CN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86" name="矩形 85"/>
            <p:cNvSpPr/>
            <p:nvPr/>
          </p:nvSpPr>
          <p:spPr>
            <a:xfrm>
              <a:off x="6091935" y="2205658"/>
              <a:ext cx="953877" cy="324076"/>
            </a:xfrm>
            <a:prstGeom prst="rect">
              <a:avLst/>
            </a:prstGeom>
            <a:solidFill>
              <a:srgbClr val="2D7FAE"/>
            </a:solid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lIns="18000" rIns="1800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5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192.168.8.</a:t>
              </a:r>
              <a:endParaRPr kumimoji="0" lang="zh-CN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</p:grpSp>
      <p:sp>
        <p:nvSpPr>
          <p:cNvPr id="87" name="TextBox 86"/>
          <p:cNvSpPr txBox="1"/>
          <p:nvPr/>
        </p:nvSpPr>
        <p:spPr>
          <a:xfrm>
            <a:off x="3597818" y="1788232"/>
            <a:ext cx="1462425" cy="380873"/>
          </a:xfrm>
          <a:prstGeom prst="rect">
            <a:avLst/>
          </a:prstGeom>
          <a:noFill/>
        </p:spPr>
        <p:txBody>
          <a:bodyPr wrap="square" rIns="18000" rtlCol="0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192.168.8.128</a:t>
            </a:r>
            <a:endParaRPr lang="zh-CN" altLang="en-US" sz="15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122963" y="1773187"/>
            <a:ext cx="1784741" cy="380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15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实验室</a:t>
            </a:r>
            <a:r>
              <a:rPr lang="en-US" altLang="zh-CN" sz="15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C</a:t>
            </a:r>
            <a:r>
              <a:rPr lang="zh-CN" altLang="en-US" sz="15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网络地址</a:t>
            </a:r>
            <a:endParaRPr lang="zh-CN" altLang="en-US" sz="15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grpSp>
        <p:nvGrpSpPr>
          <p:cNvPr id="90" name="组合 89"/>
          <p:cNvGrpSpPr/>
          <p:nvPr/>
        </p:nvGrpSpPr>
        <p:grpSpPr>
          <a:xfrm>
            <a:off x="1756673" y="2171760"/>
            <a:ext cx="2164720" cy="334240"/>
            <a:chOff x="6091935" y="2205658"/>
            <a:chExt cx="2164439" cy="334318"/>
          </a:xfrm>
        </p:grpSpPr>
        <p:sp>
          <p:nvSpPr>
            <p:cNvPr id="91" name="矩形 90"/>
            <p:cNvSpPr/>
            <p:nvPr/>
          </p:nvSpPr>
          <p:spPr>
            <a:xfrm>
              <a:off x="7046581" y="2205660"/>
              <a:ext cx="917882" cy="324076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92" name="TextBox 91"/>
            <p:cNvSpPr txBox="1"/>
            <p:nvPr/>
          </p:nvSpPr>
          <p:spPr>
            <a:xfrm>
              <a:off x="6967756" y="2216735"/>
              <a:ext cx="1288618" cy="3232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5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10</a:t>
              </a:r>
              <a:r>
                <a:rPr kumimoji="0" lang="en-US" altLang="zh-CN" sz="15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111111</a:t>
              </a:r>
              <a:endParaRPr kumimoji="0" lang="zh-CN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93" name="矩形 92"/>
            <p:cNvSpPr/>
            <p:nvPr/>
          </p:nvSpPr>
          <p:spPr>
            <a:xfrm>
              <a:off x="6091935" y="2205658"/>
              <a:ext cx="953877" cy="324076"/>
            </a:xfrm>
            <a:prstGeom prst="rect">
              <a:avLst/>
            </a:prstGeom>
            <a:solidFill>
              <a:srgbClr val="2D7FAE"/>
            </a:solid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lIns="18000" rIns="1800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5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192.168.8.</a:t>
              </a:r>
              <a:endParaRPr kumimoji="0" lang="zh-CN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</p:grpSp>
      <p:sp>
        <p:nvSpPr>
          <p:cNvPr id="95" name="TextBox 94"/>
          <p:cNvSpPr txBox="1"/>
          <p:nvPr/>
        </p:nvSpPr>
        <p:spPr>
          <a:xfrm>
            <a:off x="3597818" y="2157578"/>
            <a:ext cx="1462425" cy="380873"/>
          </a:xfrm>
          <a:prstGeom prst="rect">
            <a:avLst/>
          </a:prstGeom>
          <a:noFill/>
        </p:spPr>
        <p:txBody>
          <a:bodyPr wrap="square" rIns="18000" rtlCol="0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192.168.8.191</a:t>
            </a:r>
            <a:endParaRPr lang="zh-CN" altLang="en-US" sz="15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96" name="TextBox 95"/>
          <p:cNvSpPr txBox="1"/>
          <p:nvPr/>
        </p:nvSpPr>
        <p:spPr>
          <a:xfrm>
            <a:off x="122963" y="2155544"/>
            <a:ext cx="1784741" cy="380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15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实验室</a:t>
            </a:r>
            <a:r>
              <a:rPr lang="en-US" altLang="zh-CN" sz="15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C</a:t>
            </a:r>
            <a:r>
              <a:rPr lang="zh-CN" altLang="en-US" sz="15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广播地址</a:t>
            </a:r>
            <a:endParaRPr lang="zh-CN" altLang="en-US" sz="15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grpSp>
        <p:nvGrpSpPr>
          <p:cNvPr id="97" name="组合 96"/>
          <p:cNvGrpSpPr/>
          <p:nvPr/>
        </p:nvGrpSpPr>
        <p:grpSpPr>
          <a:xfrm>
            <a:off x="1756677" y="2534805"/>
            <a:ext cx="2169000" cy="334240"/>
            <a:chOff x="6091935" y="2205658"/>
            <a:chExt cx="2168716" cy="334317"/>
          </a:xfrm>
        </p:grpSpPr>
        <p:sp>
          <p:nvSpPr>
            <p:cNvPr id="98" name="矩形 97"/>
            <p:cNvSpPr/>
            <p:nvPr/>
          </p:nvSpPr>
          <p:spPr>
            <a:xfrm>
              <a:off x="7044041" y="2205658"/>
              <a:ext cx="917881" cy="324075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99" name="TextBox 98"/>
            <p:cNvSpPr txBox="1"/>
            <p:nvPr/>
          </p:nvSpPr>
          <p:spPr>
            <a:xfrm>
              <a:off x="6972033" y="2216735"/>
              <a:ext cx="1288618" cy="32324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5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11</a:t>
              </a:r>
              <a:r>
                <a:rPr kumimoji="0" lang="en-US" altLang="zh-CN" sz="15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000000</a:t>
              </a:r>
              <a:endParaRPr kumimoji="0" lang="zh-CN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100" name="矩形 99"/>
            <p:cNvSpPr/>
            <p:nvPr/>
          </p:nvSpPr>
          <p:spPr>
            <a:xfrm>
              <a:off x="6091935" y="2205658"/>
              <a:ext cx="953877" cy="324075"/>
            </a:xfrm>
            <a:prstGeom prst="rect">
              <a:avLst/>
            </a:prstGeom>
            <a:solidFill>
              <a:srgbClr val="2D7FAE"/>
            </a:solid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lIns="18000" rIns="1800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5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192.168.8.</a:t>
              </a:r>
              <a:endParaRPr kumimoji="0" lang="zh-CN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</p:grpSp>
      <p:sp>
        <p:nvSpPr>
          <p:cNvPr id="101" name="TextBox 100"/>
          <p:cNvSpPr txBox="1"/>
          <p:nvPr/>
        </p:nvSpPr>
        <p:spPr>
          <a:xfrm>
            <a:off x="3597818" y="2520000"/>
            <a:ext cx="1462425" cy="380873"/>
          </a:xfrm>
          <a:prstGeom prst="rect">
            <a:avLst/>
          </a:prstGeom>
          <a:noFill/>
        </p:spPr>
        <p:txBody>
          <a:bodyPr wrap="square" rIns="18000" rtlCol="0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192.168.8.192</a:t>
            </a:r>
            <a:endParaRPr lang="zh-CN" altLang="en-US" sz="15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102" name="TextBox 101"/>
          <p:cNvSpPr txBox="1"/>
          <p:nvPr/>
        </p:nvSpPr>
        <p:spPr>
          <a:xfrm>
            <a:off x="84926" y="2492745"/>
            <a:ext cx="1732744" cy="380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15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预留网络网络地址</a:t>
            </a:r>
            <a:endParaRPr lang="zh-CN" altLang="en-US" sz="15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grpSp>
        <p:nvGrpSpPr>
          <p:cNvPr id="104" name="组合 103"/>
          <p:cNvGrpSpPr/>
          <p:nvPr/>
        </p:nvGrpSpPr>
        <p:grpSpPr>
          <a:xfrm>
            <a:off x="1756674" y="2897852"/>
            <a:ext cx="2164719" cy="329640"/>
            <a:chOff x="6091935" y="2200017"/>
            <a:chExt cx="2164438" cy="329717"/>
          </a:xfrm>
        </p:grpSpPr>
        <p:sp>
          <p:nvSpPr>
            <p:cNvPr id="105" name="矩形 104"/>
            <p:cNvSpPr/>
            <p:nvPr/>
          </p:nvSpPr>
          <p:spPr>
            <a:xfrm>
              <a:off x="7044039" y="2205658"/>
              <a:ext cx="917882" cy="324076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106" name="TextBox 105"/>
            <p:cNvSpPr txBox="1"/>
            <p:nvPr/>
          </p:nvSpPr>
          <p:spPr>
            <a:xfrm>
              <a:off x="6967755" y="2200017"/>
              <a:ext cx="1288618" cy="3232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5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11</a:t>
              </a:r>
              <a:r>
                <a:rPr kumimoji="0" lang="en-US" altLang="zh-CN" sz="15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111111</a:t>
              </a:r>
              <a:endParaRPr kumimoji="0" lang="zh-CN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107" name="矩形 106"/>
            <p:cNvSpPr/>
            <p:nvPr/>
          </p:nvSpPr>
          <p:spPr>
            <a:xfrm>
              <a:off x="6091935" y="2205658"/>
              <a:ext cx="953877" cy="324076"/>
            </a:xfrm>
            <a:prstGeom prst="rect">
              <a:avLst/>
            </a:prstGeom>
            <a:solidFill>
              <a:srgbClr val="2D7FAE"/>
            </a:solid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lIns="18000" rIns="1800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5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192.168.8.</a:t>
              </a:r>
              <a:endParaRPr kumimoji="0" lang="zh-CN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</p:grpSp>
      <p:sp>
        <p:nvSpPr>
          <p:cNvPr id="109" name="TextBox 108"/>
          <p:cNvSpPr txBox="1"/>
          <p:nvPr/>
        </p:nvSpPr>
        <p:spPr>
          <a:xfrm>
            <a:off x="3597818" y="2882360"/>
            <a:ext cx="1462425" cy="380873"/>
          </a:xfrm>
          <a:prstGeom prst="rect">
            <a:avLst/>
          </a:prstGeom>
          <a:noFill/>
        </p:spPr>
        <p:txBody>
          <a:bodyPr wrap="square" rIns="18000" rtlCol="0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192.168.8.255</a:t>
            </a:r>
            <a:endParaRPr lang="zh-CN" altLang="en-US" sz="15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110" name="TextBox 109"/>
          <p:cNvSpPr txBox="1"/>
          <p:nvPr/>
        </p:nvSpPr>
        <p:spPr>
          <a:xfrm>
            <a:off x="103635" y="2852522"/>
            <a:ext cx="1781491" cy="380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15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预留网络广播地址</a:t>
            </a:r>
            <a:endParaRPr lang="zh-CN" altLang="en-US" sz="15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111" name="TextBox 110"/>
          <p:cNvSpPr txBox="1"/>
          <p:nvPr/>
        </p:nvSpPr>
        <p:spPr>
          <a:xfrm>
            <a:off x="562130" y="3870503"/>
            <a:ext cx="1940524" cy="380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255.255.255.128</a:t>
            </a:r>
            <a:endParaRPr lang="zh-CN" altLang="en-US" sz="15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113" name="TextBox 112"/>
          <p:cNvSpPr txBox="1"/>
          <p:nvPr/>
        </p:nvSpPr>
        <p:spPr>
          <a:xfrm>
            <a:off x="2653096" y="3870503"/>
            <a:ext cx="1940524" cy="380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255.255.255.192</a:t>
            </a:r>
            <a:endParaRPr lang="zh-CN" altLang="en-US" sz="15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114" name="矩形 113"/>
          <p:cNvSpPr/>
          <p:nvPr/>
        </p:nvSpPr>
        <p:spPr>
          <a:xfrm>
            <a:off x="2267744" y="3894515"/>
            <a:ext cx="432000" cy="324000"/>
          </a:xfrm>
          <a:prstGeom prst="rect">
            <a:avLst/>
          </a:prstGeom>
          <a:solidFill>
            <a:srgbClr val="C00000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18000" rIns="1800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500" b="1" kern="0" noProof="0" dirty="0" smtClea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/26</a:t>
            </a:r>
            <a:endParaRPr kumimoji="0" lang="en-US" altLang="zh-CN" sz="1500" b="1" i="0" u="none" strike="noStrike" kern="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115" name="TextBox 114"/>
          <p:cNvSpPr txBox="1"/>
          <p:nvPr/>
        </p:nvSpPr>
        <p:spPr>
          <a:xfrm>
            <a:off x="4716016" y="3870503"/>
            <a:ext cx="1940524" cy="380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255.255.255.224</a:t>
            </a:r>
            <a:endParaRPr lang="zh-CN" altLang="en-US" sz="15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116" name="矩形 115"/>
          <p:cNvSpPr/>
          <p:nvPr/>
        </p:nvSpPr>
        <p:spPr>
          <a:xfrm>
            <a:off x="4333398" y="3894515"/>
            <a:ext cx="432000" cy="324000"/>
          </a:xfrm>
          <a:prstGeom prst="rect">
            <a:avLst/>
          </a:prstGeom>
          <a:solidFill>
            <a:srgbClr val="C00000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18000" rIns="1800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500" b="1" kern="0" noProof="0" dirty="0" smtClea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/27</a:t>
            </a:r>
            <a:endParaRPr kumimoji="0" lang="en-US" altLang="zh-CN" sz="1500" b="1" i="0" u="none" strike="noStrike" kern="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117" name="矩形 116"/>
          <p:cNvSpPr/>
          <p:nvPr/>
        </p:nvSpPr>
        <p:spPr>
          <a:xfrm>
            <a:off x="186258" y="4266087"/>
            <a:ext cx="432000" cy="324000"/>
          </a:xfrm>
          <a:prstGeom prst="rect">
            <a:avLst/>
          </a:prstGeom>
          <a:solidFill>
            <a:srgbClr val="C00000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18000" rIns="1800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500" b="1" kern="0" noProof="0" dirty="0" smtClea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/28</a:t>
            </a:r>
            <a:endParaRPr kumimoji="0" lang="en-US" altLang="zh-CN" sz="1500" b="1" i="0" u="none" strike="noStrike" kern="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118" name="TextBox 117"/>
          <p:cNvSpPr txBox="1"/>
          <p:nvPr/>
        </p:nvSpPr>
        <p:spPr>
          <a:xfrm>
            <a:off x="562130" y="4242075"/>
            <a:ext cx="1940524" cy="380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255.255.255.240</a:t>
            </a:r>
            <a:endParaRPr lang="zh-CN" altLang="en-US" sz="15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119" name="TextBox 118"/>
          <p:cNvSpPr txBox="1"/>
          <p:nvPr/>
        </p:nvSpPr>
        <p:spPr>
          <a:xfrm>
            <a:off x="2653096" y="4242075"/>
            <a:ext cx="1940524" cy="380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255.255.255.248</a:t>
            </a:r>
            <a:endParaRPr lang="zh-CN" altLang="en-US" sz="15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120" name="矩形 119"/>
          <p:cNvSpPr/>
          <p:nvPr/>
        </p:nvSpPr>
        <p:spPr>
          <a:xfrm>
            <a:off x="2267744" y="4266087"/>
            <a:ext cx="432000" cy="324000"/>
          </a:xfrm>
          <a:prstGeom prst="rect">
            <a:avLst/>
          </a:prstGeom>
          <a:solidFill>
            <a:srgbClr val="C00000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18000" rIns="1800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500" b="1" kern="0" noProof="0" dirty="0" smtClea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/29</a:t>
            </a:r>
            <a:endParaRPr kumimoji="0" lang="en-US" altLang="zh-CN" sz="1500" b="1" i="0" u="none" strike="noStrike" kern="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121" name="TextBox 120"/>
          <p:cNvSpPr txBox="1"/>
          <p:nvPr/>
        </p:nvSpPr>
        <p:spPr>
          <a:xfrm>
            <a:off x="4716016" y="4242075"/>
            <a:ext cx="1940524" cy="380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255.255.255.252</a:t>
            </a:r>
            <a:endParaRPr lang="zh-CN" altLang="en-US" sz="15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122" name="矩形 121"/>
          <p:cNvSpPr/>
          <p:nvPr/>
        </p:nvSpPr>
        <p:spPr>
          <a:xfrm>
            <a:off x="4333398" y="4266087"/>
            <a:ext cx="432000" cy="324000"/>
          </a:xfrm>
          <a:prstGeom prst="rect">
            <a:avLst/>
          </a:prstGeom>
          <a:solidFill>
            <a:srgbClr val="C00000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18000" rIns="1800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500" b="1" kern="0" noProof="0" dirty="0" smtClea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/30</a:t>
            </a:r>
            <a:endParaRPr kumimoji="0" lang="en-US" altLang="zh-CN" sz="1500" b="1" i="0" u="none" strike="noStrike" kern="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3658537" y="757537"/>
            <a:ext cx="1656000" cy="648000"/>
          </a:xfrm>
          <a:prstGeom prst="rect">
            <a:avLst/>
          </a:prstGeom>
          <a:noFill/>
          <a:ln>
            <a:solidFill>
              <a:srgbClr val="034EA2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3" name="TextBox 122"/>
          <p:cNvSpPr txBox="1"/>
          <p:nvPr/>
        </p:nvSpPr>
        <p:spPr>
          <a:xfrm>
            <a:off x="5333316" y="771550"/>
            <a:ext cx="154294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500" b="1" kern="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前一个子网</a:t>
            </a:r>
            <a:r>
              <a:rPr lang="zh-CN" altLang="en-US" sz="1500" kern="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的</a:t>
            </a:r>
            <a:r>
              <a:rPr lang="zh-CN" altLang="en-US" sz="1500" b="1" kern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广播地址，</a:t>
            </a:r>
            <a:r>
              <a:rPr lang="zh-CN" altLang="en-US" sz="1500" kern="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其</a:t>
            </a:r>
            <a:r>
              <a:rPr lang="zh-CN" altLang="en-US" sz="1500" b="1" kern="0" dirty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下一个地址</a:t>
            </a:r>
            <a:r>
              <a:rPr lang="zh-CN" altLang="en-US" sz="1500" kern="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就是</a:t>
            </a:r>
            <a:r>
              <a:rPr lang="zh-CN" altLang="en-US" sz="1500" b="1" kern="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下一子网</a:t>
            </a:r>
            <a:r>
              <a:rPr lang="zh-CN" altLang="en-US" sz="1500" kern="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的</a:t>
            </a:r>
            <a:r>
              <a:rPr lang="zh-CN" altLang="en-US" sz="1500" b="1" kern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网络</a:t>
            </a:r>
            <a:r>
              <a:rPr lang="zh-CN" altLang="en-US" sz="1500" b="1" kern="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地址</a:t>
            </a:r>
            <a:endParaRPr lang="zh-CN" altLang="en-US" sz="1500" b="1" kern="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124" name="矩形 123"/>
          <p:cNvSpPr/>
          <p:nvPr/>
        </p:nvSpPr>
        <p:spPr>
          <a:xfrm>
            <a:off x="3669826" y="1480341"/>
            <a:ext cx="1656000" cy="648000"/>
          </a:xfrm>
          <a:prstGeom prst="rect">
            <a:avLst/>
          </a:prstGeom>
          <a:noFill/>
          <a:ln>
            <a:solidFill>
              <a:srgbClr val="034EA2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5" name="矩形 124"/>
          <p:cNvSpPr/>
          <p:nvPr/>
        </p:nvSpPr>
        <p:spPr>
          <a:xfrm>
            <a:off x="3669826" y="2208855"/>
            <a:ext cx="1656000" cy="648000"/>
          </a:xfrm>
          <a:prstGeom prst="rect">
            <a:avLst/>
          </a:prstGeom>
          <a:noFill/>
          <a:ln>
            <a:solidFill>
              <a:srgbClr val="034EA2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7" name="TextBox 126"/>
          <p:cNvSpPr txBox="1"/>
          <p:nvPr/>
        </p:nvSpPr>
        <p:spPr>
          <a:xfrm>
            <a:off x="5348998" y="2423460"/>
            <a:ext cx="1527258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500" b="1" kern="0" dirty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最后一个子网</a:t>
            </a:r>
            <a:r>
              <a:rPr lang="zh-CN" altLang="en-US" sz="1500" b="1" kern="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的</a:t>
            </a:r>
            <a:r>
              <a:rPr lang="zh-CN" altLang="en-US" sz="1500" b="1" kern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广播地址</a:t>
            </a:r>
            <a:r>
              <a:rPr lang="zh-CN" altLang="en-US" sz="1500" b="1" kern="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的最后一个字节是</a:t>
            </a:r>
            <a:r>
              <a:rPr lang="en-US" altLang="zh-CN" sz="1500" b="1" kern="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255</a:t>
            </a:r>
            <a:endParaRPr lang="zh-CN" altLang="en-US" sz="1500" b="1" kern="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4853017" y="740739"/>
            <a:ext cx="490840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/26</a:t>
            </a:r>
            <a:endParaRPr lang="zh-CN" altLang="en-US" sz="15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8" name="TextBox 127"/>
          <p:cNvSpPr txBox="1"/>
          <p:nvPr/>
        </p:nvSpPr>
        <p:spPr>
          <a:xfrm>
            <a:off x="4853017" y="1102559"/>
            <a:ext cx="490840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/26</a:t>
            </a:r>
            <a:endParaRPr lang="zh-CN" altLang="en-US" sz="15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9" name="TextBox 128"/>
          <p:cNvSpPr txBox="1"/>
          <p:nvPr/>
        </p:nvSpPr>
        <p:spPr>
          <a:xfrm>
            <a:off x="4853017" y="1464379"/>
            <a:ext cx="490840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/26</a:t>
            </a:r>
            <a:endParaRPr lang="zh-CN" altLang="en-US" sz="15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0" name="TextBox 129"/>
          <p:cNvSpPr txBox="1"/>
          <p:nvPr/>
        </p:nvSpPr>
        <p:spPr>
          <a:xfrm>
            <a:off x="4853017" y="1826199"/>
            <a:ext cx="490840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/26</a:t>
            </a:r>
            <a:endParaRPr lang="zh-CN" altLang="en-US" sz="15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1" name="TextBox 130"/>
          <p:cNvSpPr txBox="1"/>
          <p:nvPr/>
        </p:nvSpPr>
        <p:spPr>
          <a:xfrm>
            <a:off x="4853017" y="2188019"/>
            <a:ext cx="490840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/26</a:t>
            </a:r>
            <a:endParaRPr lang="zh-CN" altLang="en-US" sz="15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2" name="TextBox 131"/>
          <p:cNvSpPr txBox="1"/>
          <p:nvPr/>
        </p:nvSpPr>
        <p:spPr>
          <a:xfrm>
            <a:off x="4853017" y="2549839"/>
            <a:ext cx="490840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/26</a:t>
            </a:r>
            <a:endParaRPr lang="zh-CN" altLang="en-US" sz="15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3" name="TextBox 132"/>
          <p:cNvSpPr txBox="1"/>
          <p:nvPr/>
        </p:nvSpPr>
        <p:spPr>
          <a:xfrm>
            <a:off x="4853017" y="2911658"/>
            <a:ext cx="490840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/26</a:t>
            </a:r>
            <a:endParaRPr lang="zh-CN" altLang="en-US" sz="15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8" name="直接箭头连接符 7"/>
          <p:cNvCxnSpPr/>
          <p:nvPr/>
        </p:nvCxnSpPr>
        <p:spPr>
          <a:xfrm>
            <a:off x="4538133" y="993379"/>
            <a:ext cx="0" cy="216000"/>
          </a:xfrm>
          <a:prstGeom prst="straightConnector1">
            <a:avLst/>
          </a:prstGeom>
          <a:ln w="19050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直接箭头连接符 111"/>
          <p:cNvCxnSpPr/>
          <p:nvPr/>
        </p:nvCxnSpPr>
        <p:spPr>
          <a:xfrm>
            <a:off x="4526820" y="1694622"/>
            <a:ext cx="0" cy="216000"/>
          </a:xfrm>
          <a:prstGeom prst="straightConnector1">
            <a:avLst/>
          </a:prstGeom>
          <a:ln w="19050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直接箭头连接符 125"/>
          <p:cNvCxnSpPr/>
          <p:nvPr/>
        </p:nvCxnSpPr>
        <p:spPr>
          <a:xfrm>
            <a:off x="4512002" y="2422977"/>
            <a:ext cx="0" cy="216000"/>
          </a:xfrm>
          <a:prstGeom prst="straightConnector1">
            <a:avLst/>
          </a:prstGeom>
          <a:ln w="19050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" name="矩形 135"/>
          <p:cNvSpPr/>
          <p:nvPr/>
        </p:nvSpPr>
        <p:spPr>
          <a:xfrm>
            <a:off x="145720" y="757537"/>
            <a:ext cx="1584000" cy="648000"/>
          </a:xfrm>
          <a:prstGeom prst="rect">
            <a:avLst/>
          </a:prstGeom>
          <a:noFill/>
          <a:ln>
            <a:solidFill>
              <a:srgbClr val="034EA2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7" name="矩形 136"/>
          <p:cNvSpPr/>
          <p:nvPr/>
        </p:nvSpPr>
        <p:spPr>
          <a:xfrm>
            <a:off x="145720" y="1480037"/>
            <a:ext cx="1584000" cy="648000"/>
          </a:xfrm>
          <a:prstGeom prst="rect">
            <a:avLst/>
          </a:prstGeom>
          <a:noFill/>
          <a:ln>
            <a:solidFill>
              <a:srgbClr val="034EA2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8" name="矩形 137"/>
          <p:cNvSpPr/>
          <p:nvPr/>
        </p:nvSpPr>
        <p:spPr>
          <a:xfrm>
            <a:off x="139444" y="2202924"/>
            <a:ext cx="1584000" cy="648000"/>
          </a:xfrm>
          <a:prstGeom prst="rect">
            <a:avLst/>
          </a:prstGeom>
          <a:noFill/>
          <a:ln>
            <a:solidFill>
              <a:srgbClr val="034EA2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1" name="直接箭头连接符 10"/>
          <p:cNvCxnSpPr/>
          <p:nvPr/>
        </p:nvCxnSpPr>
        <p:spPr>
          <a:xfrm>
            <a:off x="5246036" y="3009091"/>
            <a:ext cx="180000" cy="0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9" dur="5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5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34" presetClass="emph" presetSubtype="0" fill="hold" grpId="1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35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36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37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38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39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0" fill="hold">
                            <p:stCondLst>
                              <p:cond delay="850"/>
                            </p:stCondLst>
                            <p:childTnLst>
                              <p:par>
                                <p:cTn id="141" presetID="34" presetClass="emph" presetSubtype="0" fill="hold" grpId="1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42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43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44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45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46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34" presetClass="emph" presetSubtype="0" fill="hold" grpId="1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50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51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52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53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54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5" fill="hold">
                            <p:stCondLst>
                              <p:cond delay="850"/>
                            </p:stCondLst>
                            <p:childTnLst>
                              <p:par>
                                <p:cTn id="156" presetID="34" presetClass="emph" presetSubtype="0" fill="hold" grpId="1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57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58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59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60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61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indefinite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34" presetClass="emph" presetSubtype="0" fill="hold" grpId="1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65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66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67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68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69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0" fill="hold">
                            <p:stCondLst>
                              <p:cond delay="850"/>
                            </p:stCondLst>
                            <p:childTnLst>
                              <p:par>
                                <p:cTn id="171" presetID="34" presetClass="emph" presetSubtype="0" fill="hold" grpId="1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72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73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74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75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76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indefinite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34" presetClass="emph" presetSubtype="0" fill="hold" grpId="1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80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81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82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83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84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5" fill="hold">
                            <p:stCondLst>
                              <p:cond delay="850"/>
                            </p:stCondLst>
                            <p:childTnLst>
                              <p:par>
                                <p:cTn id="186" presetID="34" presetClass="emph" presetSubtype="0" fill="hold" grpId="1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87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88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89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90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91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2" fill="hold">
                      <p:stCondLst>
                        <p:cond delay="indefinite"/>
                      </p:stCondLst>
                      <p:childTnLst>
                        <p:par>
                          <p:cTn id="193" fill="hold">
                            <p:stCondLst>
                              <p:cond delay="0"/>
                            </p:stCondLst>
                            <p:childTnLst>
                              <p:par>
                                <p:cTn id="19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6" dur="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9" dur="50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0" dur="50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1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2" fill="hold">
                      <p:stCondLst>
                        <p:cond delay="indefinite"/>
                      </p:stCondLst>
                      <p:childTnLst>
                        <p:par>
                          <p:cTn id="203" fill="hold">
                            <p:stCondLst>
                              <p:cond delay="0"/>
                            </p:stCondLst>
                            <p:childTnLst>
                              <p:par>
                                <p:cTn id="204" presetID="34" presetClass="emph" presetSubtype="0" fill="hold" grpId="1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205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206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207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208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209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0" fill="hold">
                            <p:stCondLst>
                              <p:cond delay="850"/>
                            </p:stCondLst>
                            <p:childTnLst>
                              <p:par>
                                <p:cTn id="211" presetID="34" presetClass="emph" presetSubtype="0" fill="hold" grpId="1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212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213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214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215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216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7" fill="hold">
                      <p:stCondLst>
                        <p:cond delay="indefinite"/>
                      </p:stCondLst>
                      <p:childTnLst>
                        <p:par>
                          <p:cTn id="218" fill="hold">
                            <p:stCondLst>
                              <p:cond delay="0"/>
                            </p:stCondLst>
                            <p:childTnLst>
                              <p:par>
                                <p:cTn id="2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2" fill="hold">
                      <p:stCondLst>
                        <p:cond delay="indefinite"/>
                      </p:stCondLst>
                      <p:childTnLst>
                        <p:par>
                          <p:cTn id="223" fill="hold">
                            <p:stCondLst>
                              <p:cond delay="0"/>
                            </p:stCondLst>
                            <p:childTnLst>
                              <p:par>
                                <p:cTn id="2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9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2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5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8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1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4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7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0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3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6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9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0" fill="hold">
                      <p:stCondLst>
                        <p:cond delay="indefinite"/>
                      </p:stCondLst>
                      <p:childTnLst>
                        <p:par>
                          <p:cTn id="261" fill="hold">
                            <p:stCondLst>
                              <p:cond delay="0"/>
                            </p:stCondLst>
                            <p:childTnLst>
                              <p:par>
                                <p:cTn id="262" presetID="26" presetClass="emph" presetSubtype="0" fill="hold" grpId="1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263" dur="500" tmFilter="0, 0; .2, .5; .8, .5; 1, 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64" dur="250" autoRev="1" fill="hold"/>
                                        <p:tgtEl>
                                          <p:spTgt spid="2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5" fill="hold">
                            <p:stCondLst>
                              <p:cond delay="500"/>
                            </p:stCondLst>
                            <p:childTnLst>
                              <p:par>
                                <p:cTn id="266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7" dur="500" tmFilter="0, 0; .2, .5; .8, .5; 1, 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68" dur="250" autoRev="1" fill="hold"/>
                                        <p:tgtEl>
                                          <p:spTgt spid="11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9" fill="hold">
                      <p:stCondLst>
                        <p:cond delay="indefinite"/>
                      </p:stCondLst>
                      <p:childTnLst>
                        <p:par>
                          <p:cTn id="270" fill="hold">
                            <p:stCondLst>
                              <p:cond delay="0"/>
                            </p:stCondLst>
                            <p:childTnLst>
                              <p:par>
                                <p:cTn id="271" presetID="2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2" dur="500" tmFilter="0, 0; .2, .5; .8, .5; 1, 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73" dur="250" autoRev="1" fill="hold"/>
                                        <p:tgtEl>
                                          <p:spTgt spid="11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4" fill="hold">
                            <p:stCondLst>
                              <p:cond delay="500"/>
                            </p:stCondLst>
                            <p:childTnLst>
                              <p:par>
                                <p:cTn id="275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6" dur="500" tmFilter="0, 0; .2, .5; .8, .5; 1, 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77" dur="250" autoRev="1" fill="hold"/>
                                        <p:tgtEl>
                                          <p:spTgt spid="11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bldLvl="0" animBg="1"/>
      <p:bldP spid="29" grpId="1" animBg="1"/>
      <p:bldP spid="67" grpId="0"/>
      <p:bldP spid="67" grpId="1"/>
      <p:bldP spid="68" grpId="0"/>
      <p:bldP spid="68" grpId="1"/>
      <p:bldP spid="73" grpId="0"/>
      <p:bldP spid="73" grpId="1"/>
      <p:bldP spid="74" grpId="0"/>
      <p:bldP spid="74" grpId="1"/>
      <p:bldP spid="81" grpId="0"/>
      <p:bldP spid="81" grpId="1"/>
      <p:bldP spid="82" grpId="0"/>
      <p:bldP spid="82" grpId="1"/>
      <p:bldP spid="87" grpId="0"/>
      <p:bldP spid="87" grpId="1"/>
      <p:bldP spid="88" grpId="0"/>
      <p:bldP spid="88" grpId="1"/>
      <p:bldP spid="95" grpId="0"/>
      <p:bldP spid="96" grpId="0"/>
      <p:bldP spid="101" grpId="0"/>
      <p:bldP spid="102" grpId="0"/>
      <p:bldP spid="109" grpId="0"/>
      <p:bldP spid="109" grpId="1"/>
      <p:bldP spid="110" grpId="0"/>
      <p:bldP spid="110" grpId="1"/>
      <p:bldP spid="111" grpId="0"/>
      <p:bldP spid="111" grpId="1"/>
      <p:bldP spid="113" grpId="0"/>
      <p:bldP spid="113" grpId="1"/>
      <p:bldP spid="114" grpId="0" bldLvl="0" animBg="1"/>
      <p:bldP spid="114" grpId="1" animBg="1"/>
      <p:bldP spid="115" grpId="0"/>
      <p:bldP spid="116" grpId="0" bldLvl="0" animBg="1"/>
      <p:bldP spid="117" grpId="0" bldLvl="0" animBg="1"/>
      <p:bldP spid="118" grpId="0"/>
      <p:bldP spid="119" grpId="0"/>
      <p:bldP spid="120" grpId="0" bldLvl="0" animBg="1"/>
      <p:bldP spid="121" grpId="0"/>
      <p:bldP spid="122" grpId="0" bldLvl="0" animBg="1"/>
      <p:bldP spid="30" grpId="0" animBg="1"/>
      <p:bldP spid="123" grpId="0"/>
      <p:bldP spid="124" grpId="0" animBg="1"/>
      <p:bldP spid="125" grpId="0" animBg="1"/>
      <p:bldP spid="127" grpId="0"/>
      <p:bldP spid="37" grpId="0"/>
      <p:bldP spid="128" grpId="0"/>
      <p:bldP spid="129" grpId="0"/>
      <p:bldP spid="130" grpId="0"/>
      <p:bldP spid="131" grpId="0"/>
      <p:bldP spid="132" grpId="0"/>
      <p:bldP spid="133" grpId="0"/>
      <p:bldP spid="136" grpId="0" animBg="1"/>
      <p:bldP spid="137" grpId="0" animBg="1"/>
      <p:bldP spid="138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 descr="C:\Users\Administrator\Desktop\微立体创业计划\005.png"/>
          <p:cNvPicPr>
            <a:picLocks noChangeAspect="1" noChangeArrowheads="1"/>
          </p:cNvPicPr>
          <p:nvPr/>
        </p:nvPicPr>
        <p:blipFill>
          <a:blip r:embed="rId1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2473" y="149604"/>
            <a:ext cx="609601" cy="609601"/>
          </a:xfrm>
          <a:prstGeom prst="rect">
            <a:avLst/>
          </a:prstGeom>
          <a:noFill/>
          <a:effectLst>
            <a:outerShdw blurRad="127000" dist="63500" dir="3000000" sx="104000" sy="104000" algn="tl" rotWithShape="0">
              <a:prstClr val="black">
                <a:alpha val="34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 descr="C:\Users\Administrator\Desktop\微立体创业计划\004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872" y="158976"/>
            <a:ext cx="609601" cy="609601"/>
          </a:xfrm>
          <a:prstGeom prst="rect">
            <a:avLst/>
          </a:prstGeom>
          <a:noFill/>
          <a:effectLst>
            <a:outerShdw blurRad="127000" dist="63500" dir="3000000" sx="104000" sy="104000" algn="tl" rotWithShape="0">
              <a:prstClr val="black">
                <a:alpha val="34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文本框 12"/>
          <p:cNvSpPr txBox="1">
            <a:spLocks noChangeArrowheads="1"/>
          </p:cNvSpPr>
          <p:nvPr/>
        </p:nvSpPr>
        <p:spPr bwMode="auto">
          <a:xfrm>
            <a:off x="1187623" y="267494"/>
            <a:ext cx="3351886" cy="4042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5023" tIns="32511" rIns="65023" bIns="32511">
            <a:spAutoFit/>
          </a:bodyPr>
          <a:lstStyle>
            <a:lvl1pPr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9pPr>
          </a:lstStyle>
          <a:p>
            <a:r>
              <a:rPr lang="en-US" altLang="zh-CN" sz="2200" dirty="0" smtClean="0">
                <a:solidFill>
                  <a:srgbClr val="034E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</a:t>
            </a:r>
            <a:r>
              <a:rPr lang="zh-CN" altLang="en-US" sz="2200" dirty="0" smtClean="0">
                <a:solidFill>
                  <a:srgbClr val="034E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定长子网掩码</a:t>
            </a:r>
            <a:r>
              <a:rPr lang="en-US" altLang="zh-CN" sz="2200" dirty="0" smtClean="0">
                <a:solidFill>
                  <a:srgbClr val="034E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FLSM</a:t>
            </a:r>
            <a:endParaRPr lang="zh-CN" altLang="en-US" sz="2200" dirty="0">
              <a:solidFill>
                <a:srgbClr val="034EA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107504" y="732842"/>
            <a:ext cx="8856984" cy="648000"/>
          </a:xfrm>
          <a:prstGeom prst="rect">
            <a:avLst/>
          </a:prstGeom>
          <a:solidFill>
            <a:sysClr val="window" lastClr="FFFFFF"/>
          </a:solidFill>
          <a:ln w="9525" cap="flat" cmpd="sng" algn="ctr">
            <a:solidFill>
              <a:srgbClr val="31BDCA">
                <a:shade val="50000"/>
              </a:srgbClr>
            </a:solidFill>
            <a:prstDash val="dash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zh-CN" altLang="en-US" kern="0" smtClean="0">
              <a:solidFill>
                <a:prstClr val="white"/>
              </a:solidFill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173142" y="712873"/>
            <a:ext cx="8791346" cy="6832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6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案例：</a:t>
            </a:r>
            <a:r>
              <a:rPr lang="zh-CN" altLang="en-US" sz="1600" dirty="0">
                <a:solidFill>
                  <a:srgbClr val="31BDCA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假设某企业共有</a:t>
            </a:r>
            <a:r>
              <a:rPr lang="en-US" altLang="zh-CN" sz="1600" dirty="0">
                <a:solidFill>
                  <a:srgbClr val="31BDCA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5</a:t>
            </a:r>
            <a:r>
              <a:rPr lang="zh-CN" altLang="en-US" sz="1600" dirty="0">
                <a:solidFill>
                  <a:srgbClr val="31BDCA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个部门，人数分别是</a:t>
            </a:r>
            <a:r>
              <a:rPr lang="en-US" altLang="zh-CN" sz="1600" dirty="0">
                <a:solidFill>
                  <a:srgbClr val="31BDCA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30</a:t>
            </a:r>
            <a:r>
              <a:rPr lang="zh-CN" altLang="en-US" sz="1600" dirty="0">
                <a:solidFill>
                  <a:srgbClr val="31BDCA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人、</a:t>
            </a:r>
            <a:r>
              <a:rPr lang="en-US" altLang="zh-CN" sz="1600" dirty="0">
                <a:solidFill>
                  <a:srgbClr val="31BDCA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25</a:t>
            </a:r>
            <a:r>
              <a:rPr lang="zh-CN" altLang="en-US" sz="1600" dirty="0">
                <a:solidFill>
                  <a:srgbClr val="31BDCA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人、</a:t>
            </a:r>
            <a:r>
              <a:rPr lang="en-US" altLang="zh-CN" sz="1600" dirty="0">
                <a:solidFill>
                  <a:srgbClr val="31BDCA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28</a:t>
            </a:r>
            <a:r>
              <a:rPr lang="zh-CN" altLang="en-US" sz="1600" dirty="0">
                <a:solidFill>
                  <a:srgbClr val="31BDCA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人、</a:t>
            </a:r>
            <a:r>
              <a:rPr lang="en-US" altLang="zh-CN" sz="1600" dirty="0">
                <a:solidFill>
                  <a:srgbClr val="31BDCA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22</a:t>
            </a:r>
            <a:r>
              <a:rPr lang="zh-CN" altLang="en-US" sz="1600" dirty="0">
                <a:solidFill>
                  <a:srgbClr val="31BDCA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人、</a:t>
            </a:r>
            <a:r>
              <a:rPr lang="en-US" altLang="zh-CN" sz="1600" dirty="0">
                <a:solidFill>
                  <a:srgbClr val="31BDCA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20</a:t>
            </a:r>
            <a:r>
              <a:rPr lang="zh-CN" altLang="en-US" sz="1600" dirty="0">
                <a:solidFill>
                  <a:srgbClr val="31BDCA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人。现</a:t>
            </a:r>
            <a:r>
              <a:rPr lang="zh-CN" altLang="en-US" sz="1600" dirty="0" smtClean="0">
                <a:solidFill>
                  <a:srgbClr val="31BDCA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给</a:t>
            </a:r>
            <a:r>
              <a:rPr lang="zh-CN" altLang="en-US" sz="1600" dirty="0">
                <a:solidFill>
                  <a:srgbClr val="31BDCA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定</a:t>
            </a:r>
            <a:r>
              <a:rPr lang="zh-CN" altLang="en-US" sz="1600" dirty="0" smtClean="0">
                <a:solidFill>
                  <a:srgbClr val="31BDCA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一</a:t>
            </a:r>
            <a:r>
              <a:rPr lang="en-US" altLang="zh-CN" sz="1600" dirty="0" smtClean="0">
                <a:solidFill>
                  <a:srgbClr val="31BDCA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C</a:t>
            </a:r>
            <a:r>
              <a:rPr lang="zh-CN" altLang="en-US" sz="1600" dirty="0">
                <a:solidFill>
                  <a:srgbClr val="31BDCA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类网络地址</a:t>
            </a:r>
            <a:r>
              <a:rPr lang="en-US" altLang="zh-CN" sz="1600" dirty="0">
                <a:solidFill>
                  <a:srgbClr val="31BDCA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192.168.8.0/24</a:t>
            </a:r>
            <a:r>
              <a:rPr lang="zh-CN" altLang="en-US" sz="1600" dirty="0">
                <a:solidFill>
                  <a:srgbClr val="31BDCA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，</a:t>
            </a:r>
            <a:r>
              <a:rPr lang="zh-CN" altLang="en-US" sz="1600" dirty="0" smtClean="0">
                <a:solidFill>
                  <a:srgbClr val="31BDCA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请对其</a:t>
            </a:r>
            <a:r>
              <a:rPr lang="zh-CN" altLang="en-US" sz="1600" dirty="0">
                <a:solidFill>
                  <a:srgbClr val="31BDCA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进行子网划分，分配给这五个部门使用。</a:t>
            </a:r>
            <a:endParaRPr lang="zh-CN" altLang="en-US" sz="1600" dirty="0">
              <a:solidFill>
                <a:srgbClr val="31BDCA">
                  <a:lumMod val="5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2648905" y="2270655"/>
            <a:ext cx="13022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24+3=</a:t>
            </a:r>
            <a:r>
              <a:rPr lang="en-US" altLang="zh-CN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27</a:t>
            </a:r>
            <a:endParaRPr lang="en-US" altLang="zh-CN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3911438" y="2270655"/>
            <a:ext cx="22447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255.255.255.224</a:t>
            </a:r>
            <a:endParaRPr lang="zh-CN" altLang="en-US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grpSp>
        <p:nvGrpSpPr>
          <p:cNvPr id="82" name="组合 81"/>
          <p:cNvGrpSpPr/>
          <p:nvPr/>
        </p:nvGrpSpPr>
        <p:grpSpPr>
          <a:xfrm>
            <a:off x="173142" y="1465505"/>
            <a:ext cx="2088000" cy="369332"/>
            <a:chOff x="3391797" y="1825946"/>
            <a:chExt cx="1608563" cy="298255"/>
          </a:xfrm>
        </p:grpSpPr>
        <p:sp>
          <p:nvSpPr>
            <p:cNvPr id="83" name="圆角矩形 82"/>
            <p:cNvSpPr/>
            <p:nvPr/>
          </p:nvSpPr>
          <p:spPr>
            <a:xfrm>
              <a:off x="3391797" y="1844595"/>
              <a:ext cx="1608563" cy="261647"/>
            </a:xfrm>
            <a:prstGeom prst="roundRect">
              <a:avLst/>
            </a:prstGeom>
            <a:gradFill>
              <a:gsLst>
                <a:gs pos="100000">
                  <a:srgbClr val="31BDCA"/>
                </a:gs>
                <a:gs pos="0">
                  <a:srgbClr val="31BDCA">
                    <a:lumMod val="75000"/>
                  </a:srgbClr>
                </a:gs>
              </a:gsLst>
              <a:lin ang="5400000" scaled="1"/>
            </a:gradFill>
            <a:ln w="28575" cap="flat">
              <a:gradFill>
                <a:gsLst>
                  <a:gs pos="0">
                    <a:srgbClr val="31BDCA"/>
                  </a:gs>
                  <a:gs pos="100000">
                    <a:srgbClr val="31BDCA">
                      <a:lumMod val="75000"/>
                    </a:srgbClr>
                  </a:gs>
                </a:gsLst>
                <a:lin ang="5400000" scaled="1"/>
              </a:gradFill>
              <a:prstDash val="solid"/>
              <a:miter lim="800000"/>
            </a:ln>
            <a:effectLst>
              <a:outerShdw blurRad="228600" dist="101600" dir="5400000" algn="t" rotWithShape="0">
                <a:sysClr val="windowText" lastClr="000000">
                  <a:lumMod val="85000"/>
                  <a:lumOff val="15000"/>
                  <a:alpha val="28000"/>
                </a:sysClr>
              </a:outerShdw>
            </a:effectLst>
          </p:spPr>
          <p:txBody>
            <a:bodyPr vert="horz" wrap="square" lIns="121920" tIns="60960" rIns="121920" bIns="6096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0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84" name="任意多边形 83"/>
            <p:cNvSpPr/>
            <p:nvPr/>
          </p:nvSpPr>
          <p:spPr>
            <a:xfrm>
              <a:off x="3516715" y="1908881"/>
              <a:ext cx="61005" cy="132360"/>
            </a:xfrm>
            <a:custGeom>
              <a:avLst/>
              <a:gdLst>
                <a:gd name="connsiteX0" fmla="*/ 403860 w 403860"/>
                <a:gd name="connsiteY0" fmla="*/ 0 h 807720"/>
                <a:gd name="connsiteX1" fmla="*/ 0 w 403860"/>
                <a:gd name="connsiteY1" fmla="*/ 403860 h 807720"/>
                <a:gd name="connsiteX2" fmla="*/ 403860 w 403860"/>
                <a:gd name="connsiteY2" fmla="*/ 807720 h 807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03860" h="807720">
                  <a:moveTo>
                    <a:pt x="403860" y="0"/>
                  </a:moveTo>
                  <a:lnTo>
                    <a:pt x="0" y="403860"/>
                  </a:lnTo>
                  <a:lnTo>
                    <a:pt x="403860" y="807720"/>
                  </a:lnTo>
                </a:path>
              </a:pathLst>
            </a:custGeom>
            <a:noFill/>
            <a:ln w="12700" cap="flat" cmpd="sng" algn="ctr">
              <a:solidFill>
                <a:sysClr val="window" lastClr="FFFFFF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0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85" name="任意多边形 84"/>
            <p:cNvSpPr/>
            <p:nvPr/>
          </p:nvSpPr>
          <p:spPr>
            <a:xfrm>
              <a:off x="3577720" y="1908881"/>
              <a:ext cx="61005" cy="132360"/>
            </a:xfrm>
            <a:custGeom>
              <a:avLst/>
              <a:gdLst>
                <a:gd name="connsiteX0" fmla="*/ 403860 w 403860"/>
                <a:gd name="connsiteY0" fmla="*/ 0 h 807720"/>
                <a:gd name="connsiteX1" fmla="*/ 0 w 403860"/>
                <a:gd name="connsiteY1" fmla="*/ 403860 h 807720"/>
                <a:gd name="connsiteX2" fmla="*/ 403860 w 403860"/>
                <a:gd name="connsiteY2" fmla="*/ 807720 h 807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03860" h="807720">
                  <a:moveTo>
                    <a:pt x="403860" y="0"/>
                  </a:moveTo>
                  <a:lnTo>
                    <a:pt x="0" y="403860"/>
                  </a:lnTo>
                  <a:lnTo>
                    <a:pt x="403860" y="807720"/>
                  </a:lnTo>
                </a:path>
              </a:pathLst>
            </a:custGeom>
            <a:noFill/>
            <a:ln w="12700" cap="flat" cmpd="sng" algn="ctr">
              <a:solidFill>
                <a:sysClr val="window" lastClr="FFFFFF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0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86" name="文本框 3"/>
            <p:cNvSpPr txBox="1">
              <a:spLocks noChangeArrowheads="1"/>
            </p:cNvSpPr>
            <p:nvPr/>
          </p:nvSpPr>
          <p:spPr bwMode="auto">
            <a:xfrm>
              <a:off x="3674074" y="1825946"/>
              <a:ext cx="1178370" cy="2982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3200">
                  <a:gradFill flip="none" rotWithShape="1">
                    <a:gsLst>
                      <a:gs pos="0">
                        <a:schemeClr val="accent2"/>
                      </a:gs>
                      <a:gs pos="34000">
                        <a:schemeClr val="accent1"/>
                      </a:gs>
                      <a:gs pos="68000">
                        <a:schemeClr val="accent3"/>
                      </a:gs>
                      <a:gs pos="100000">
                        <a:schemeClr val="accent4"/>
                      </a:gs>
                    </a:gsLst>
                    <a:lin ang="0" scaled="1"/>
                  </a:gradFill>
                </a:defRPr>
              </a:lvl1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1</a:t>
              </a:r>
              <a:r>
                <a:rPr lang="en-US" altLang="zh-CN" sz="1800" kern="0" noProof="0" dirty="0" smtClean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.</a:t>
              </a:r>
              <a:r>
                <a:rPr kumimoji="0" lang="zh-CN" altLang="en-US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确定</a:t>
              </a:r>
              <a:r>
                <a:rPr lang="zh-CN" altLang="en-US" sz="1800" kern="0" dirty="0" smtClean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子网位</a:t>
              </a: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</p:grpSp>
      <p:sp>
        <p:nvSpPr>
          <p:cNvPr id="87" name="TextBox 86"/>
          <p:cNvSpPr txBox="1"/>
          <p:nvPr/>
        </p:nvSpPr>
        <p:spPr>
          <a:xfrm>
            <a:off x="2553403" y="1487053"/>
            <a:ext cx="10668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5</a:t>
            </a:r>
            <a:r>
              <a:rPr lang="zh-CN" altLang="en-US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个子网</a:t>
            </a:r>
            <a:endParaRPr lang="en-US" altLang="zh-CN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3738447" y="1487125"/>
            <a:ext cx="10668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2</a:t>
            </a:r>
            <a:r>
              <a:rPr lang="en-US" altLang="zh-CN" b="1" baseline="30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3</a:t>
            </a:r>
            <a:r>
              <a:rPr lang="en-US" altLang="zh-CN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&gt;=5</a:t>
            </a:r>
            <a:endParaRPr lang="en-US" altLang="zh-CN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89" name="TextBox 88"/>
          <p:cNvSpPr txBox="1"/>
          <p:nvPr/>
        </p:nvSpPr>
        <p:spPr>
          <a:xfrm>
            <a:off x="4746578" y="1487125"/>
            <a:ext cx="12506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kern="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3</a:t>
            </a:r>
            <a:r>
              <a:rPr lang="zh-CN" altLang="en-US" b="1" kern="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位子网位</a:t>
            </a:r>
            <a:endParaRPr lang="zh-CN" altLang="en-US" b="1" kern="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95" name="TextBox 94"/>
          <p:cNvSpPr txBox="1"/>
          <p:nvPr/>
        </p:nvSpPr>
        <p:spPr>
          <a:xfrm>
            <a:off x="2464335" y="1861595"/>
            <a:ext cx="11521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最多</a:t>
            </a:r>
            <a:r>
              <a:rPr lang="en-US" altLang="zh-CN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30</a:t>
            </a:r>
            <a:r>
              <a:rPr lang="zh-CN" altLang="en-US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人</a:t>
            </a:r>
            <a:endParaRPr lang="en-US" altLang="zh-CN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96" name="TextBox 95"/>
          <p:cNvSpPr txBox="1"/>
          <p:nvPr/>
        </p:nvSpPr>
        <p:spPr>
          <a:xfrm>
            <a:off x="3566611" y="1871033"/>
            <a:ext cx="14306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2</a:t>
            </a:r>
            <a:r>
              <a:rPr lang="en-US" altLang="zh-CN" b="1" baseline="3000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5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-2</a:t>
            </a:r>
            <a:r>
              <a:rPr lang="en-US" altLang="zh-CN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&gt;=30</a:t>
            </a:r>
            <a:endParaRPr lang="en-US" altLang="zh-CN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97" name="TextBox 96"/>
          <p:cNvSpPr txBox="1"/>
          <p:nvPr/>
        </p:nvSpPr>
        <p:spPr>
          <a:xfrm>
            <a:off x="4781331" y="1867708"/>
            <a:ext cx="12506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kern="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5</a:t>
            </a:r>
            <a:r>
              <a:rPr lang="zh-CN" altLang="en-US" b="1" kern="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位主机位</a:t>
            </a:r>
            <a:endParaRPr lang="zh-CN" altLang="en-US" b="1" kern="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159229" y="2252404"/>
            <a:ext cx="2232000" cy="369332"/>
            <a:chOff x="146166" y="2496989"/>
            <a:chExt cx="2232000" cy="369332"/>
          </a:xfrm>
        </p:grpSpPr>
        <p:sp>
          <p:nvSpPr>
            <p:cNvPr id="45" name="圆角矩形 44"/>
            <p:cNvSpPr/>
            <p:nvPr/>
          </p:nvSpPr>
          <p:spPr>
            <a:xfrm>
              <a:off x="146166" y="2506438"/>
              <a:ext cx="2232000" cy="324000"/>
            </a:xfrm>
            <a:prstGeom prst="roundRect">
              <a:avLst/>
            </a:prstGeom>
            <a:gradFill>
              <a:gsLst>
                <a:gs pos="100000">
                  <a:srgbClr val="31BDCA"/>
                </a:gs>
                <a:gs pos="0">
                  <a:srgbClr val="31BDCA">
                    <a:lumMod val="75000"/>
                  </a:srgbClr>
                </a:gs>
              </a:gsLst>
              <a:lin ang="5400000" scaled="1"/>
            </a:gradFill>
            <a:ln w="28575" cap="flat">
              <a:gradFill>
                <a:gsLst>
                  <a:gs pos="0">
                    <a:srgbClr val="31BDCA"/>
                  </a:gs>
                  <a:gs pos="100000">
                    <a:srgbClr val="31BDCA">
                      <a:lumMod val="75000"/>
                    </a:srgbClr>
                  </a:gs>
                </a:gsLst>
                <a:lin ang="5400000" scaled="1"/>
              </a:gradFill>
              <a:prstDash val="solid"/>
              <a:miter lim="800000"/>
            </a:ln>
            <a:effectLst>
              <a:outerShdw blurRad="228600" dist="101600" dir="5400000" algn="t" rotWithShape="0">
                <a:sysClr val="windowText" lastClr="000000">
                  <a:lumMod val="85000"/>
                  <a:lumOff val="15000"/>
                  <a:alpha val="28000"/>
                </a:sysClr>
              </a:outerShdw>
            </a:effectLst>
          </p:spPr>
          <p:txBody>
            <a:bodyPr vert="horz" wrap="square" lIns="121920" tIns="60960" rIns="121920" bIns="60960" numCol="1" anchor="t" anchorCtr="0" compatLnSpc="1"/>
            <a:lstStyle/>
            <a:p>
              <a:pPr>
                <a:defRPr/>
              </a:pPr>
              <a:endParaRPr lang="zh-CN" altLang="en-US" sz="2400" kern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48" name="文本框 3"/>
            <p:cNvSpPr txBox="1">
              <a:spLocks noChangeArrowheads="1"/>
            </p:cNvSpPr>
            <p:nvPr/>
          </p:nvSpPr>
          <p:spPr bwMode="auto">
            <a:xfrm>
              <a:off x="534464" y="2496989"/>
              <a:ext cx="176041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3200">
                  <a:gradFill flip="none" rotWithShape="1">
                    <a:gsLst>
                      <a:gs pos="0">
                        <a:schemeClr val="accent2"/>
                      </a:gs>
                      <a:gs pos="34000">
                        <a:schemeClr val="accent1"/>
                      </a:gs>
                      <a:gs pos="68000">
                        <a:schemeClr val="accent3"/>
                      </a:gs>
                      <a:gs pos="100000">
                        <a:schemeClr val="accent4"/>
                      </a:gs>
                    </a:gsLst>
                    <a:lin ang="0" scaled="1"/>
                  </a:gradFill>
                </a:defRPr>
              </a:lvl1pPr>
            </a:lstStyle>
            <a:p>
              <a:pPr>
                <a:defRPr/>
              </a:pPr>
              <a:r>
                <a:rPr lang="en-US" altLang="zh-CN" sz="1800" kern="0" dirty="0" smtClean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3</a:t>
              </a:r>
              <a:r>
                <a:rPr lang="en-US" altLang="zh-CN" sz="1800" kern="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.</a:t>
              </a:r>
              <a:r>
                <a:rPr lang="zh-CN" altLang="en-US" sz="1800" kern="0" dirty="0" smtClean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确定子网掩码</a:t>
              </a:r>
              <a:endParaRPr lang="zh-CN" altLang="en-US" sz="1800" kern="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30" name="任意多边形 29"/>
            <p:cNvSpPr/>
            <p:nvPr/>
          </p:nvSpPr>
          <p:spPr>
            <a:xfrm>
              <a:off x="323528" y="2584813"/>
              <a:ext cx="79188" cy="158400"/>
            </a:xfrm>
            <a:custGeom>
              <a:avLst/>
              <a:gdLst>
                <a:gd name="connsiteX0" fmla="*/ 403860 w 403860"/>
                <a:gd name="connsiteY0" fmla="*/ 0 h 807720"/>
                <a:gd name="connsiteX1" fmla="*/ 0 w 403860"/>
                <a:gd name="connsiteY1" fmla="*/ 403860 h 807720"/>
                <a:gd name="connsiteX2" fmla="*/ 403860 w 403860"/>
                <a:gd name="connsiteY2" fmla="*/ 807720 h 807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03860" h="807720">
                  <a:moveTo>
                    <a:pt x="403860" y="0"/>
                  </a:moveTo>
                  <a:lnTo>
                    <a:pt x="0" y="403860"/>
                  </a:lnTo>
                  <a:lnTo>
                    <a:pt x="403860" y="807720"/>
                  </a:lnTo>
                </a:path>
              </a:pathLst>
            </a:custGeom>
            <a:noFill/>
            <a:ln w="12700" cap="flat" cmpd="sng" algn="ctr">
              <a:solidFill>
                <a:sysClr val="window" lastClr="FFFFFF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0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31" name="任意多边形 30"/>
            <p:cNvSpPr/>
            <p:nvPr/>
          </p:nvSpPr>
          <p:spPr>
            <a:xfrm>
              <a:off x="402716" y="2584813"/>
              <a:ext cx="79188" cy="158400"/>
            </a:xfrm>
            <a:custGeom>
              <a:avLst/>
              <a:gdLst>
                <a:gd name="connsiteX0" fmla="*/ 403860 w 403860"/>
                <a:gd name="connsiteY0" fmla="*/ 0 h 807720"/>
                <a:gd name="connsiteX1" fmla="*/ 0 w 403860"/>
                <a:gd name="connsiteY1" fmla="*/ 403860 h 807720"/>
                <a:gd name="connsiteX2" fmla="*/ 403860 w 403860"/>
                <a:gd name="connsiteY2" fmla="*/ 807720 h 807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03860" h="807720">
                  <a:moveTo>
                    <a:pt x="403860" y="0"/>
                  </a:moveTo>
                  <a:lnTo>
                    <a:pt x="0" y="403860"/>
                  </a:lnTo>
                  <a:lnTo>
                    <a:pt x="403860" y="807720"/>
                  </a:lnTo>
                </a:path>
              </a:pathLst>
            </a:custGeom>
            <a:noFill/>
            <a:ln w="12700" cap="flat" cmpd="sng" algn="ctr">
              <a:solidFill>
                <a:sysClr val="window" lastClr="FFFFFF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0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154907" y="1864599"/>
            <a:ext cx="2088000" cy="369332"/>
            <a:chOff x="154907" y="2079059"/>
            <a:chExt cx="2088000" cy="369332"/>
          </a:xfrm>
        </p:grpSpPr>
        <p:sp>
          <p:nvSpPr>
            <p:cNvPr id="91" name="圆角矩形 90"/>
            <p:cNvSpPr/>
            <p:nvPr/>
          </p:nvSpPr>
          <p:spPr>
            <a:xfrm>
              <a:off x="154907" y="2084960"/>
              <a:ext cx="2088000" cy="324000"/>
            </a:xfrm>
            <a:prstGeom prst="roundRect">
              <a:avLst/>
            </a:prstGeom>
            <a:gradFill>
              <a:gsLst>
                <a:gs pos="100000">
                  <a:srgbClr val="31BDCA"/>
                </a:gs>
                <a:gs pos="0">
                  <a:srgbClr val="31BDCA">
                    <a:lumMod val="75000"/>
                  </a:srgbClr>
                </a:gs>
              </a:gsLst>
              <a:lin ang="5400000" scaled="1"/>
            </a:gradFill>
            <a:ln w="28575" cap="flat">
              <a:gradFill>
                <a:gsLst>
                  <a:gs pos="0">
                    <a:srgbClr val="31BDCA"/>
                  </a:gs>
                  <a:gs pos="100000">
                    <a:srgbClr val="31BDCA">
                      <a:lumMod val="75000"/>
                    </a:srgbClr>
                  </a:gs>
                </a:gsLst>
                <a:lin ang="5400000" scaled="1"/>
              </a:gradFill>
              <a:prstDash val="solid"/>
              <a:miter lim="800000"/>
            </a:ln>
            <a:effectLst>
              <a:outerShdw blurRad="228600" dist="101600" dir="5400000" algn="t" rotWithShape="0">
                <a:sysClr val="windowText" lastClr="000000">
                  <a:lumMod val="85000"/>
                  <a:lumOff val="15000"/>
                  <a:alpha val="28000"/>
                </a:sysClr>
              </a:outerShdw>
            </a:effectLst>
          </p:spPr>
          <p:txBody>
            <a:bodyPr vert="horz" wrap="square" lIns="121920" tIns="60960" rIns="121920" bIns="6096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0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94" name="文本框 3"/>
            <p:cNvSpPr txBox="1">
              <a:spLocks noChangeArrowheads="1"/>
            </p:cNvSpPr>
            <p:nvPr/>
          </p:nvSpPr>
          <p:spPr bwMode="auto">
            <a:xfrm>
              <a:off x="539553" y="2079059"/>
              <a:ext cx="15295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3200">
                  <a:gradFill flip="none" rotWithShape="1">
                    <a:gsLst>
                      <a:gs pos="0">
                        <a:schemeClr val="accent2"/>
                      </a:gs>
                      <a:gs pos="34000">
                        <a:schemeClr val="accent1"/>
                      </a:gs>
                      <a:gs pos="68000">
                        <a:schemeClr val="accent3"/>
                      </a:gs>
                      <a:gs pos="100000">
                        <a:schemeClr val="accent4"/>
                      </a:gs>
                    </a:gsLst>
                    <a:lin ang="0" scaled="1"/>
                  </a:gradFill>
                </a:defRPr>
              </a:lvl1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2</a:t>
              </a:r>
              <a:r>
                <a:rPr lang="en-US" altLang="zh-CN" sz="1800" kern="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.</a:t>
              </a:r>
              <a:r>
                <a:rPr kumimoji="0" lang="zh-CN" altLang="en-US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确定主机位</a:t>
              </a: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36" name="任意多边形 35"/>
            <p:cNvSpPr/>
            <p:nvPr/>
          </p:nvSpPr>
          <p:spPr>
            <a:xfrm>
              <a:off x="323528" y="2180568"/>
              <a:ext cx="79188" cy="158400"/>
            </a:xfrm>
            <a:custGeom>
              <a:avLst/>
              <a:gdLst>
                <a:gd name="connsiteX0" fmla="*/ 403860 w 403860"/>
                <a:gd name="connsiteY0" fmla="*/ 0 h 807720"/>
                <a:gd name="connsiteX1" fmla="*/ 0 w 403860"/>
                <a:gd name="connsiteY1" fmla="*/ 403860 h 807720"/>
                <a:gd name="connsiteX2" fmla="*/ 403860 w 403860"/>
                <a:gd name="connsiteY2" fmla="*/ 807720 h 807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03860" h="807720">
                  <a:moveTo>
                    <a:pt x="403860" y="0"/>
                  </a:moveTo>
                  <a:lnTo>
                    <a:pt x="0" y="403860"/>
                  </a:lnTo>
                  <a:lnTo>
                    <a:pt x="403860" y="807720"/>
                  </a:lnTo>
                </a:path>
              </a:pathLst>
            </a:custGeom>
            <a:noFill/>
            <a:ln w="12700" cap="flat" cmpd="sng" algn="ctr">
              <a:solidFill>
                <a:sysClr val="window" lastClr="FFFFFF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0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37" name="任意多边形 36"/>
            <p:cNvSpPr/>
            <p:nvPr/>
          </p:nvSpPr>
          <p:spPr>
            <a:xfrm>
              <a:off x="402716" y="2180568"/>
              <a:ext cx="79188" cy="158400"/>
            </a:xfrm>
            <a:custGeom>
              <a:avLst/>
              <a:gdLst>
                <a:gd name="connsiteX0" fmla="*/ 403860 w 403860"/>
                <a:gd name="connsiteY0" fmla="*/ 0 h 807720"/>
                <a:gd name="connsiteX1" fmla="*/ 0 w 403860"/>
                <a:gd name="connsiteY1" fmla="*/ 403860 h 807720"/>
                <a:gd name="connsiteX2" fmla="*/ 403860 w 403860"/>
                <a:gd name="connsiteY2" fmla="*/ 807720 h 807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03860" h="807720">
                  <a:moveTo>
                    <a:pt x="403860" y="0"/>
                  </a:moveTo>
                  <a:lnTo>
                    <a:pt x="0" y="403860"/>
                  </a:lnTo>
                  <a:lnTo>
                    <a:pt x="403860" y="807720"/>
                  </a:lnTo>
                </a:path>
              </a:pathLst>
            </a:custGeom>
            <a:noFill/>
            <a:ln w="12700" cap="flat" cmpd="sng" algn="ctr">
              <a:solidFill>
                <a:sysClr val="window" lastClr="FFFFFF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0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</p:grpSp>
      <p:grpSp>
        <p:nvGrpSpPr>
          <p:cNvPr id="38" name="组合 37"/>
          <p:cNvGrpSpPr/>
          <p:nvPr/>
        </p:nvGrpSpPr>
        <p:grpSpPr>
          <a:xfrm>
            <a:off x="166809" y="2617630"/>
            <a:ext cx="2952001" cy="369332"/>
            <a:chOff x="3391797" y="1826159"/>
            <a:chExt cx="2421896" cy="334909"/>
          </a:xfrm>
        </p:grpSpPr>
        <p:sp>
          <p:nvSpPr>
            <p:cNvPr id="39" name="圆角矩形 38"/>
            <p:cNvSpPr/>
            <p:nvPr/>
          </p:nvSpPr>
          <p:spPr>
            <a:xfrm>
              <a:off x="3391797" y="1844597"/>
              <a:ext cx="2421896" cy="293802"/>
            </a:xfrm>
            <a:prstGeom prst="roundRect">
              <a:avLst/>
            </a:prstGeom>
            <a:gradFill>
              <a:gsLst>
                <a:gs pos="100000">
                  <a:srgbClr val="31BDCA"/>
                </a:gs>
                <a:gs pos="0">
                  <a:srgbClr val="31BDCA">
                    <a:lumMod val="75000"/>
                  </a:srgbClr>
                </a:gs>
              </a:gsLst>
              <a:lin ang="5400000" scaled="1"/>
            </a:gradFill>
            <a:ln w="28575" cap="flat">
              <a:gradFill>
                <a:gsLst>
                  <a:gs pos="0">
                    <a:srgbClr val="31BDCA"/>
                  </a:gs>
                  <a:gs pos="100000">
                    <a:srgbClr val="31BDCA">
                      <a:lumMod val="75000"/>
                    </a:srgbClr>
                  </a:gs>
                </a:gsLst>
                <a:lin ang="5400000" scaled="1"/>
              </a:gradFill>
              <a:prstDash val="solid"/>
              <a:miter lim="800000"/>
            </a:ln>
            <a:effectLst>
              <a:outerShdw blurRad="228600" dist="101600" dir="5400000" algn="t" rotWithShape="0">
                <a:sysClr val="windowText" lastClr="000000">
                  <a:lumMod val="85000"/>
                  <a:lumOff val="15000"/>
                  <a:alpha val="28000"/>
                </a:sysClr>
              </a:outerShdw>
            </a:effectLst>
          </p:spPr>
          <p:txBody>
            <a:bodyPr vert="horz" wrap="square" lIns="121920" tIns="60960" rIns="121920" bIns="60960" numCol="1" anchor="t" anchorCtr="0" compatLnSpc="1"/>
            <a:lstStyle/>
            <a:p>
              <a:pPr>
                <a:defRPr/>
              </a:pPr>
              <a:endParaRPr lang="zh-CN" altLang="en-US" sz="2400" kern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40" name="任意多边形 39"/>
            <p:cNvSpPr/>
            <p:nvPr/>
          </p:nvSpPr>
          <p:spPr>
            <a:xfrm>
              <a:off x="3516715" y="1921897"/>
              <a:ext cx="61005" cy="143637"/>
            </a:xfrm>
            <a:custGeom>
              <a:avLst/>
              <a:gdLst>
                <a:gd name="connsiteX0" fmla="*/ 403860 w 403860"/>
                <a:gd name="connsiteY0" fmla="*/ 0 h 807720"/>
                <a:gd name="connsiteX1" fmla="*/ 0 w 403860"/>
                <a:gd name="connsiteY1" fmla="*/ 403860 h 807720"/>
                <a:gd name="connsiteX2" fmla="*/ 403860 w 403860"/>
                <a:gd name="connsiteY2" fmla="*/ 807720 h 807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03860" h="807720">
                  <a:moveTo>
                    <a:pt x="403860" y="0"/>
                  </a:moveTo>
                  <a:lnTo>
                    <a:pt x="0" y="403860"/>
                  </a:lnTo>
                  <a:lnTo>
                    <a:pt x="403860" y="807720"/>
                  </a:lnTo>
                </a:path>
              </a:pathLst>
            </a:custGeom>
            <a:noFill/>
            <a:ln w="12700" cap="flat" cmpd="sng" algn="ctr">
              <a:solidFill>
                <a:sysClr val="window" lastClr="FFFFFF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endParaRPr lang="zh-CN" altLang="en-US" sz="2400" kern="0" smtClea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41" name="任意多边形 40"/>
            <p:cNvSpPr/>
            <p:nvPr/>
          </p:nvSpPr>
          <p:spPr>
            <a:xfrm>
              <a:off x="3577720" y="1921897"/>
              <a:ext cx="61005" cy="143637"/>
            </a:xfrm>
            <a:custGeom>
              <a:avLst/>
              <a:gdLst>
                <a:gd name="connsiteX0" fmla="*/ 403860 w 403860"/>
                <a:gd name="connsiteY0" fmla="*/ 0 h 807720"/>
                <a:gd name="connsiteX1" fmla="*/ 0 w 403860"/>
                <a:gd name="connsiteY1" fmla="*/ 403860 h 807720"/>
                <a:gd name="connsiteX2" fmla="*/ 403860 w 403860"/>
                <a:gd name="connsiteY2" fmla="*/ 807720 h 807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03860" h="807720">
                  <a:moveTo>
                    <a:pt x="403860" y="0"/>
                  </a:moveTo>
                  <a:lnTo>
                    <a:pt x="0" y="403860"/>
                  </a:lnTo>
                  <a:lnTo>
                    <a:pt x="403860" y="807720"/>
                  </a:lnTo>
                </a:path>
              </a:pathLst>
            </a:custGeom>
            <a:noFill/>
            <a:ln w="12700" cap="flat" cmpd="sng" algn="ctr">
              <a:solidFill>
                <a:sysClr val="window" lastClr="FFFFFF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endParaRPr lang="zh-CN" altLang="en-US" sz="2400" kern="0" smtClea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42" name="文本框 3"/>
            <p:cNvSpPr txBox="1">
              <a:spLocks noChangeArrowheads="1"/>
            </p:cNvSpPr>
            <p:nvPr/>
          </p:nvSpPr>
          <p:spPr bwMode="auto">
            <a:xfrm>
              <a:off x="3699036" y="1826159"/>
              <a:ext cx="2012434" cy="3349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3200">
                  <a:gradFill flip="none" rotWithShape="1">
                    <a:gsLst>
                      <a:gs pos="0">
                        <a:schemeClr val="accent2"/>
                      </a:gs>
                      <a:gs pos="34000">
                        <a:schemeClr val="accent1"/>
                      </a:gs>
                      <a:gs pos="68000">
                        <a:schemeClr val="accent3"/>
                      </a:gs>
                      <a:gs pos="100000">
                        <a:schemeClr val="accent4"/>
                      </a:gs>
                    </a:gsLst>
                    <a:lin ang="0" scaled="1"/>
                  </a:gradFill>
                </a:defRPr>
              </a:lvl1pPr>
            </a:lstStyle>
            <a:p>
              <a:pPr>
                <a:defRPr/>
              </a:pPr>
              <a:r>
                <a:rPr lang="en-US" altLang="zh-CN" sz="1800" kern="0" dirty="0" smtClean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4</a:t>
              </a:r>
              <a:r>
                <a:rPr lang="en-US" altLang="zh-CN" sz="1800" kern="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.</a:t>
              </a:r>
              <a:r>
                <a:rPr lang="zh-CN" altLang="en-US" sz="1800" kern="0" dirty="0" smtClean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确定子网的网络标识</a:t>
              </a:r>
              <a:endParaRPr lang="zh-CN" altLang="en-US" sz="1800" kern="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</p:grpSp>
      <p:sp>
        <p:nvSpPr>
          <p:cNvPr id="49" name="TextBox 48"/>
          <p:cNvSpPr txBox="1"/>
          <p:nvPr/>
        </p:nvSpPr>
        <p:spPr>
          <a:xfrm>
            <a:off x="74300" y="2990735"/>
            <a:ext cx="13351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kern="0" dirty="0" smtClean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网络规模：</a:t>
            </a:r>
            <a:endParaRPr lang="zh-CN" altLang="en-US" b="1" kern="0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1447775" y="2990735"/>
            <a:ext cx="10406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kern="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方法</a:t>
            </a:r>
            <a:r>
              <a:rPr lang="en-US" altLang="zh-CN" kern="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1</a:t>
            </a:r>
            <a:r>
              <a:rPr lang="zh-CN" altLang="en-US" kern="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：</a:t>
            </a:r>
            <a:endParaRPr lang="zh-CN" altLang="en-US" kern="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2339752" y="2990735"/>
            <a:ext cx="10406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kern="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2</a:t>
            </a:r>
            <a:r>
              <a:rPr lang="en-US" altLang="zh-CN" kern="0" baseline="300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5</a:t>
            </a:r>
            <a:r>
              <a:rPr lang="en-US" altLang="zh-CN" kern="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=</a:t>
            </a:r>
            <a:r>
              <a:rPr lang="en-US" altLang="zh-CN" b="1" kern="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32</a:t>
            </a:r>
            <a:endParaRPr lang="zh-CN" altLang="en-US" b="1" kern="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3275856" y="2990735"/>
            <a:ext cx="10406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kern="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方法</a:t>
            </a:r>
            <a:r>
              <a:rPr lang="en-US" altLang="zh-CN" kern="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2</a:t>
            </a:r>
            <a:r>
              <a:rPr lang="zh-CN" altLang="en-US" kern="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：</a:t>
            </a:r>
            <a:endParaRPr lang="zh-CN" altLang="en-US" kern="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4136470" y="2990735"/>
            <a:ext cx="16135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kern="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256-224=</a:t>
            </a:r>
            <a:r>
              <a:rPr lang="en-US" altLang="zh-CN" b="1" kern="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32</a:t>
            </a:r>
            <a:endParaRPr lang="zh-CN" altLang="en-US" b="1" kern="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74036" y="3307815"/>
            <a:ext cx="18940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kern="0" dirty="0" smtClean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子网的网络地址：</a:t>
            </a:r>
            <a:endParaRPr lang="zh-CN" altLang="en-US" b="1" kern="0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105" name="TextBox 104"/>
          <p:cNvSpPr txBox="1"/>
          <p:nvPr/>
        </p:nvSpPr>
        <p:spPr>
          <a:xfrm>
            <a:off x="121417" y="3693952"/>
            <a:ext cx="1871478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700" kern="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192.168.8.</a:t>
            </a:r>
            <a:r>
              <a:rPr lang="en-US" altLang="zh-CN" sz="1700" b="1" kern="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0</a:t>
            </a:r>
            <a:endParaRPr lang="zh-CN" altLang="en-US" sz="1700" b="1" kern="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106" name="TextBox 105"/>
          <p:cNvSpPr txBox="1"/>
          <p:nvPr/>
        </p:nvSpPr>
        <p:spPr>
          <a:xfrm>
            <a:off x="2158803" y="3693952"/>
            <a:ext cx="1987737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700" kern="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192.168.8.</a:t>
            </a:r>
            <a:r>
              <a:rPr lang="en-US" altLang="zh-CN" sz="1700" b="1" kern="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32</a:t>
            </a:r>
            <a:endParaRPr lang="zh-CN" altLang="en-US" sz="1700" b="1" kern="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107" name="TextBox 106"/>
          <p:cNvSpPr txBox="1"/>
          <p:nvPr/>
        </p:nvSpPr>
        <p:spPr>
          <a:xfrm>
            <a:off x="4264791" y="3693952"/>
            <a:ext cx="1987737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700" kern="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192.168.8.</a:t>
            </a:r>
            <a:r>
              <a:rPr lang="en-US" altLang="zh-CN" sz="1700" b="1" kern="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64</a:t>
            </a:r>
            <a:endParaRPr lang="zh-CN" altLang="en-US" sz="1700" b="1" kern="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108" name="TextBox 107"/>
          <p:cNvSpPr txBox="1"/>
          <p:nvPr/>
        </p:nvSpPr>
        <p:spPr>
          <a:xfrm>
            <a:off x="991883" y="4002619"/>
            <a:ext cx="1987737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700" kern="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192.168.8</a:t>
            </a:r>
            <a:r>
              <a:rPr lang="en-US" altLang="zh-CN" sz="17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.</a:t>
            </a:r>
            <a:r>
              <a:rPr lang="en-US" altLang="zh-CN" sz="17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96</a:t>
            </a:r>
            <a:endParaRPr lang="zh-CN" altLang="en-US" sz="17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109" name="TextBox 108"/>
          <p:cNvSpPr txBox="1"/>
          <p:nvPr/>
        </p:nvSpPr>
        <p:spPr>
          <a:xfrm>
            <a:off x="3008107" y="4002619"/>
            <a:ext cx="1987737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700" kern="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192.168.8</a:t>
            </a:r>
            <a:r>
              <a:rPr lang="en-US" altLang="zh-CN" sz="17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.</a:t>
            </a:r>
            <a:r>
              <a:rPr lang="en-US" altLang="zh-CN" sz="17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128</a:t>
            </a:r>
            <a:endParaRPr lang="zh-CN" altLang="en-US" sz="17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110" name="TextBox 109"/>
          <p:cNvSpPr txBox="1"/>
          <p:nvPr/>
        </p:nvSpPr>
        <p:spPr>
          <a:xfrm>
            <a:off x="107504" y="4342902"/>
            <a:ext cx="1987737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700" kern="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192.168.8</a:t>
            </a:r>
            <a:r>
              <a:rPr lang="en-US" altLang="zh-CN" sz="17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.</a:t>
            </a:r>
            <a:r>
              <a:rPr lang="en-US" altLang="zh-CN" sz="17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160</a:t>
            </a:r>
            <a:endParaRPr lang="zh-CN" altLang="en-US" sz="17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111" name="TextBox 110"/>
          <p:cNvSpPr txBox="1"/>
          <p:nvPr/>
        </p:nvSpPr>
        <p:spPr>
          <a:xfrm>
            <a:off x="2113026" y="4323407"/>
            <a:ext cx="1987737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700" kern="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192.168.8</a:t>
            </a:r>
            <a:r>
              <a:rPr lang="en-US" altLang="zh-CN" sz="17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.</a:t>
            </a:r>
            <a:r>
              <a:rPr lang="en-US" altLang="zh-CN" sz="17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192</a:t>
            </a:r>
            <a:endParaRPr lang="zh-CN" altLang="en-US" sz="17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112" name="TextBox 111"/>
          <p:cNvSpPr txBox="1"/>
          <p:nvPr/>
        </p:nvSpPr>
        <p:spPr>
          <a:xfrm>
            <a:off x="4168439" y="4325274"/>
            <a:ext cx="1987737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700" kern="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192.168.8</a:t>
            </a:r>
            <a:r>
              <a:rPr lang="en-US" altLang="zh-CN" sz="17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.</a:t>
            </a:r>
            <a:r>
              <a:rPr lang="en-US" altLang="zh-CN" sz="17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224</a:t>
            </a:r>
            <a:endParaRPr lang="zh-CN" altLang="en-US" sz="17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2030588" y="3315509"/>
            <a:ext cx="1198241" cy="353943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en-US" altLang="zh-CN" sz="17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32</a:t>
            </a:r>
            <a:r>
              <a:rPr lang="zh-CN" altLang="en-US" sz="17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的倍数</a:t>
            </a:r>
            <a:endParaRPr lang="zh-CN" altLang="en-US" sz="17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07505" y="3693952"/>
            <a:ext cx="5760640" cy="662610"/>
          </a:xfrm>
          <a:prstGeom prst="rect">
            <a:avLst/>
          </a:prstGeom>
          <a:noFill/>
          <a:ln>
            <a:solidFill>
              <a:schemeClr val="tx2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21000"/>
                                  </p:iterate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21000"/>
                                  </p:iterate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21000"/>
                                  </p:iterate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21000"/>
                                  </p:iterate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21000"/>
                                  </p:iterate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21000"/>
                                  </p:iterate>
                                  <p:childTnLst>
                                    <p:set>
                                      <p:cBhvr>
                                        <p:cTn id="99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25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617"/>
                            </p:stCondLst>
                            <p:childTnLst>
                              <p:par>
                                <p:cTn id="10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25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  <p:bldP spid="43" grpId="0"/>
      <p:bldP spid="56" grpId="0"/>
      <p:bldP spid="80" grpId="0"/>
      <p:bldP spid="87" grpId="0"/>
      <p:bldP spid="88" grpId="0"/>
      <p:bldP spid="89" grpId="0"/>
      <p:bldP spid="95" grpId="0"/>
      <p:bldP spid="96" grpId="0"/>
      <p:bldP spid="97" grpId="0"/>
      <p:bldP spid="49" grpId="0"/>
      <p:bldP spid="50" grpId="0"/>
      <p:bldP spid="51" grpId="0"/>
      <p:bldP spid="52" grpId="0"/>
      <p:bldP spid="53" grpId="0"/>
      <p:bldP spid="54" grpId="0"/>
      <p:bldP spid="105" grpId="0"/>
      <p:bldP spid="106" grpId="0"/>
      <p:bldP spid="107" grpId="0"/>
      <p:bldP spid="108" grpId="0"/>
      <p:bldP spid="109" grpId="0"/>
      <p:bldP spid="110" grpId="0"/>
      <p:bldP spid="111" grpId="0"/>
      <p:bldP spid="112" grpId="0"/>
      <p:bldP spid="7" grpId="0" animBg="1"/>
      <p:bldP spid="55" grpId="0" animBg="1"/>
      <p:bldP spid="55" grpId="1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 descr="C:\Users\Administrator\Desktop\微立体创业计划\005.png"/>
          <p:cNvPicPr>
            <a:picLocks noChangeAspect="1" noChangeArrowheads="1"/>
          </p:cNvPicPr>
          <p:nvPr/>
        </p:nvPicPr>
        <p:blipFill>
          <a:blip r:embed="rId1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2473" y="149604"/>
            <a:ext cx="609601" cy="609601"/>
          </a:xfrm>
          <a:prstGeom prst="rect">
            <a:avLst/>
          </a:prstGeom>
          <a:noFill/>
          <a:effectLst>
            <a:outerShdw blurRad="127000" dist="63500" dir="3000000" sx="104000" sy="104000" algn="tl" rotWithShape="0">
              <a:prstClr val="black">
                <a:alpha val="34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 descr="C:\Users\Administrator\Desktop\微立体创业计划\004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872" y="158976"/>
            <a:ext cx="609601" cy="609601"/>
          </a:xfrm>
          <a:prstGeom prst="rect">
            <a:avLst/>
          </a:prstGeom>
          <a:noFill/>
          <a:effectLst>
            <a:outerShdw blurRad="127000" dist="63500" dir="3000000" sx="104000" sy="104000" algn="tl" rotWithShape="0">
              <a:prstClr val="black">
                <a:alpha val="34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文本框 12"/>
          <p:cNvSpPr txBox="1">
            <a:spLocks noChangeArrowheads="1"/>
          </p:cNvSpPr>
          <p:nvPr/>
        </p:nvSpPr>
        <p:spPr bwMode="auto">
          <a:xfrm>
            <a:off x="1187623" y="267494"/>
            <a:ext cx="3351886" cy="4042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5023" tIns="32511" rIns="65023" bIns="32511">
            <a:spAutoFit/>
          </a:bodyPr>
          <a:lstStyle>
            <a:lvl1pPr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9pPr>
          </a:lstStyle>
          <a:p>
            <a:r>
              <a:rPr lang="en-US" altLang="zh-CN" sz="2200" dirty="0" smtClean="0">
                <a:solidFill>
                  <a:srgbClr val="034E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</a:t>
            </a:r>
            <a:r>
              <a:rPr lang="zh-CN" altLang="en-US" sz="2200" dirty="0" smtClean="0">
                <a:solidFill>
                  <a:srgbClr val="034E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定长子网掩码</a:t>
            </a:r>
            <a:r>
              <a:rPr lang="en-US" altLang="zh-CN" sz="2200" dirty="0" smtClean="0">
                <a:solidFill>
                  <a:srgbClr val="034E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FLSM</a:t>
            </a:r>
            <a:endParaRPr lang="zh-CN" altLang="en-US" sz="2200" dirty="0">
              <a:solidFill>
                <a:srgbClr val="034EA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51" name="组合 50"/>
          <p:cNvGrpSpPr/>
          <p:nvPr/>
        </p:nvGrpSpPr>
        <p:grpSpPr>
          <a:xfrm>
            <a:off x="92534" y="1477330"/>
            <a:ext cx="6783722" cy="376281"/>
            <a:chOff x="3391797" y="1844597"/>
            <a:chExt cx="5789936" cy="284341"/>
          </a:xfrm>
        </p:grpSpPr>
        <p:sp>
          <p:nvSpPr>
            <p:cNvPr id="52" name="圆角矩形 51"/>
            <p:cNvSpPr/>
            <p:nvPr/>
          </p:nvSpPr>
          <p:spPr>
            <a:xfrm>
              <a:off x="3391797" y="1844597"/>
              <a:ext cx="5728477" cy="272038"/>
            </a:xfrm>
            <a:prstGeom prst="roundRect">
              <a:avLst/>
            </a:prstGeom>
            <a:gradFill>
              <a:gsLst>
                <a:gs pos="100000">
                  <a:srgbClr val="31BDCA"/>
                </a:gs>
                <a:gs pos="0">
                  <a:srgbClr val="31BDCA">
                    <a:lumMod val="75000"/>
                  </a:srgbClr>
                </a:gs>
              </a:gsLst>
              <a:lin ang="5400000" scaled="1"/>
            </a:gradFill>
            <a:ln w="28575" cap="flat">
              <a:gradFill>
                <a:gsLst>
                  <a:gs pos="0">
                    <a:srgbClr val="31BDCA"/>
                  </a:gs>
                  <a:gs pos="100000">
                    <a:srgbClr val="31BDCA">
                      <a:lumMod val="75000"/>
                    </a:srgbClr>
                  </a:gs>
                </a:gsLst>
                <a:lin ang="5400000" scaled="1"/>
              </a:gradFill>
              <a:prstDash val="solid"/>
              <a:miter lim="800000"/>
            </a:ln>
            <a:effectLst>
              <a:outerShdw blurRad="228600" dist="101600" dir="5400000" algn="t" rotWithShape="0">
                <a:sysClr val="windowText" lastClr="000000">
                  <a:lumMod val="85000"/>
                  <a:lumOff val="15000"/>
                  <a:alpha val="28000"/>
                </a:sysClr>
              </a:outerShdw>
            </a:effectLst>
          </p:spPr>
          <p:txBody>
            <a:bodyPr vert="horz" wrap="square" lIns="121920" tIns="60960" rIns="121920" bIns="60960" numCol="1" anchor="t" anchorCtr="0" compatLnSpc="1"/>
            <a:lstStyle/>
            <a:p>
              <a:pPr>
                <a:defRPr/>
              </a:pPr>
              <a:endParaRPr lang="zh-CN" altLang="en-US" kern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53" name="任意多边形 52"/>
            <p:cNvSpPr/>
            <p:nvPr/>
          </p:nvSpPr>
          <p:spPr>
            <a:xfrm>
              <a:off x="3468539" y="1921897"/>
              <a:ext cx="61005" cy="132360"/>
            </a:xfrm>
            <a:custGeom>
              <a:avLst/>
              <a:gdLst>
                <a:gd name="connsiteX0" fmla="*/ 403860 w 403860"/>
                <a:gd name="connsiteY0" fmla="*/ 0 h 807720"/>
                <a:gd name="connsiteX1" fmla="*/ 0 w 403860"/>
                <a:gd name="connsiteY1" fmla="*/ 403860 h 807720"/>
                <a:gd name="connsiteX2" fmla="*/ 403860 w 403860"/>
                <a:gd name="connsiteY2" fmla="*/ 807720 h 807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03860" h="807720">
                  <a:moveTo>
                    <a:pt x="403860" y="0"/>
                  </a:moveTo>
                  <a:lnTo>
                    <a:pt x="0" y="403860"/>
                  </a:lnTo>
                  <a:lnTo>
                    <a:pt x="403860" y="807720"/>
                  </a:lnTo>
                </a:path>
              </a:pathLst>
            </a:custGeom>
            <a:noFill/>
            <a:ln w="12700" cap="flat" cmpd="sng" algn="ctr">
              <a:solidFill>
                <a:sysClr val="window" lastClr="FFFFFF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endParaRPr lang="zh-CN" altLang="en-US" kern="0" smtClea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54" name="任意多边形 53"/>
            <p:cNvSpPr/>
            <p:nvPr/>
          </p:nvSpPr>
          <p:spPr>
            <a:xfrm>
              <a:off x="3529543" y="1921897"/>
              <a:ext cx="61005" cy="132360"/>
            </a:xfrm>
            <a:custGeom>
              <a:avLst/>
              <a:gdLst>
                <a:gd name="connsiteX0" fmla="*/ 403860 w 403860"/>
                <a:gd name="connsiteY0" fmla="*/ 0 h 807720"/>
                <a:gd name="connsiteX1" fmla="*/ 0 w 403860"/>
                <a:gd name="connsiteY1" fmla="*/ 403860 h 807720"/>
                <a:gd name="connsiteX2" fmla="*/ 403860 w 403860"/>
                <a:gd name="connsiteY2" fmla="*/ 807720 h 807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03860" h="807720">
                  <a:moveTo>
                    <a:pt x="403860" y="0"/>
                  </a:moveTo>
                  <a:lnTo>
                    <a:pt x="0" y="403860"/>
                  </a:lnTo>
                  <a:lnTo>
                    <a:pt x="403860" y="807720"/>
                  </a:lnTo>
                </a:path>
              </a:pathLst>
            </a:custGeom>
            <a:noFill/>
            <a:ln w="12700" cap="flat" cmpd="sng" algn="ctr">
              <a:solidFill>
                <a:sysClr val="window" lastClr="FFFFFF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endParaRPr lang="zh-CN" altLang="en-US" kern="0" smtClea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55" name="文本框 3"/>
            <p:cNvSpPr txBox="1">
              <a:spLocks noChangeArrowheads="1"/>
            </p:cNvSpPr>
            <p:nvPr/>
          </p:nvSpPr>
          <p:spPr bwMode="auto">
            <a:xfrm>
              <a:off x="3588951" y="1849848"/>
              <a:ext cx="5592782" cy="2790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3200">
                  <a:gradFill flip="none" rotWithShape="1">
                    <a:gsLst>
                      <a:gs pos="0">
                        <a:schemeClr val="accent2"/>
                      </a:gs>
                      <a:gs pos="34000">
                        <a:schemeClr val="accent1"/>
                      </a:gs>
                      <a:gs pos="68000">
                        <a:schemeClr val="accent3"/>
                      </a:gs>
                      <a:gs pos="100000">
                        <a:schemeClr val="accent4"/>
                      </a:gs>
                    </a:gsLst>
                    <a:lin ang="0" scaled="1"/>
                  </a:gradFill>
                </a:defRPr>
              </a:lvl1pPr>
            </a:lstStyle>
            <a:p>
              <a:pPr>
                <a:defRPr/>
              </a:pPr>
              <a:r>
                <a:rPr lang="en-US" altLang="zh-CN" sz="1800" kern="0" dirty="0" smtClean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5.</a:t>
              </a:r>
              <a:r>
                <a:rPr lang="zh-CN" altLang="en-US" sz="1800" kern="0" dirty="0" smtClean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确定子网的网络地址、</a:t>
              </a:r>
              <a:r>
                <a:rPr lang="zh-CN" altLang="en-US" sz="1800" kern="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广播地址、主机或路由器接口地址</a:t>
              </a:r>
              <a:r>
                <a:rPr lang="zh-CN" altLang="en-US" sz="1800" kern="0" dirty="0" smtClean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范围</a:t>
              </a:r>
              <a:endParaRPr lang="zh-CN" altLang="en-US" sz="1800" kern="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</p:grpSp>
      <p:sp>
        <p:nvSpPr>
          <p:cNvPr id="103" name="TextBox 102"/>
          <p:cNvSpPr txBox="1"/>
          <p:nvPr/>
        </p:nvSpPr>
        <p:spPr>
          <a:xfrm>
            <a:off x="937846" y="1831252"/>
            <a:ext cx="1185882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700" b="1" kern="0" dirty="0" smtClean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网络地址</a:t>
            </a:r>
            <a:endParaRPr lang="zh-CN" altLang="en-US" sz="1700" b="1" kern="0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104" name="TextBox 103"/>
          <p:cNvSpPr txBox="1"/>
          <p:nvPr/>
        </p:nvSpPr>
        <p:spPr>
          <a:xfrm>
            <a:off x="799848" y="2113576"/>
            <a:ext cx="15393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smtClean="0"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192.168.8.0</a:t>
            </a:r>
            <a:endParaRPr lang="zh-CN" altLang="en-US" sz="1600" dirty="0"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4768268" y="2139702"/>
            <a:ext cx="15393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smtClean="0"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192.168.8.31</a:t>
            </a:r>
            <a:endParaRPr lang="zh-CN" altLang="en-US" sz="1600" dirty="0"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65" name="矩形 64"/>
          <p:cNvSpPr/>
          <p:nvPr/>
        </p:nvSpPr>
        <p:spPr>
          <a:xfrm>
            <a:off x="173344" y="2141486"/>
            <a:ext cx="653728" cy="306000"/>
          </a:xfrm>
          <a:prstGeom prst="rect">
            <a:avLst/>
          </a:prstGeom>
          <a:solidFill>
            <a:srgbClr val="C00000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18000" rIns="1800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600" b="1" kern="0" dirty="0" smtClea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部门</a:t>
            </a:r>
            <a:r>
              <a:rPr lang="en-US" altLang="zh-CN" sz="1600" b="1" kern="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1</a:t>
            </a:r>
            <a:endParaRPr kumimoji="0" lang="en-US" altLang="zh-CN" sz="1600" b="1" i="0" u="none" strike="noStrike" kern="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4892771" y="1842378"/>
            <a:ext cx="1185882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700" b="1" kern="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广播</a:t>
            </a:r>
            <a:r>
              <a:rPr lang="zh-CN" altLang="en-US" sz="1700" b="1" kern="0" dirty="0" smtClean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地址</a:t>
            </a:r>
            <a:endParaRPr lang="zh-CN" altLang="en-US" sz="1700" b="1" kern="0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2329592" y="1836869"/>
            <a:ext cx="2625026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700" b="1" kern="0" dirty="0" smtClean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主机及路由器接口地址</a:t>
            </a:r>
            <a:endParaRPr lang="zh-CN" altLang="en-US" sz="1700" b="1" kern="0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2533231" y="2127457"/>
            <a:ext cx="17835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smtClean="0"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192.168.8.1-30</a:t>
            </a:r>
            <a:endParaRPr lang="zh-CN" altLang="en-US" sz="1600" dirty="0"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99848" y="2453860"/>
            <a:ext cx="15393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smtClean="0"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192.168.8.32</a:t>
            </a:r>
            <a:endParaRPr lang="zh-CN" altLang="en-US" sz="1600" dirty="0"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173344" y="2464995"/>
            <a:ext cx="653728" cy="306000"/>
          </a:xfrm>
          <a:prstGeom prst="rect">
            <a:avLst/>
          </a:prstGeom>
          <a:solidFill>
            <a:srgbClr val="C00000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18000" rIns="1800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部门</a:t>
            </a:r>
            <a:r>
              <a:rPr kumimoji="0" lang="en-US" altLang="zh-CN" sz="1600" b="1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2</a:t>
            </a:r>
            <a:endParaRPr kumimoji="0" lang="en-US" altLang="zh-CN" sz="1600" b="1" i="0" u="none" strike="noStrike" kern="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99848" y="2771566"/>
            <a:ext cx="15393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smtClean="0"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192.168.8.64</a:t>
            </a:r>
            <a:endParaRPr lang="zh-CN" altLang="en-US" sz="1600" dirty="0"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173344" y="2788504"/>
            <a:ext cx="653728" cy="306000"/>
          </a:xfrm>
          <a:prstGeom prst="rect">
            <a:avLst/>
          </a:prstGeom>
          <a:solidFill>
            <a:srgbClr val="C00000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18000" rIns="1800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600" b="1" kern="0" noProof="0" dirty="0" smtClea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部门</a:t>
            </a:r>
            <a:r>
              <a:rPr lang="en-US" altLang="zh-CN" sz="1600" b="1" kern="0" noProof="0" dirty="0" smtClea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3</a:t>
            </a:r>
            <a:endParaRPr kumimoji="0" lang="en-US" altLang="zh-CN" sz="1600" b="1" i="0" u="none" strike="noStrike" kern="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99848" y="3100561"/>
            <a:ext cx="15393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smtClean="0"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192.168.8.96</a:t>
            </a:r>
            <a:endParaRPr lang="zh-CN" altLang="en-US" sz="1600" dirty="0"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173344" y="3112013"/>
            <a:ext cx="653728" cy="306000"/>
          </a:xfrm>
          <a:prstGeom prst="rect">
            <a:avLst/>
          </a:prstGeom>
          <a:solidFill>
            <a:srgbClr val="C00000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18000" rIns="1800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部门</a:t>
            </a:r>
            <a:r>
              <a:rPr kumimoji="0" lang="en-US" altLang="zh-CN" sz="1600" b="1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4</a:t>
            </a:r>
            <a:endParaRPr kumimoji="0" lang="en-US" altLang="zh-CN" sz="1600" b="1" i="0" u="none" strike="noStrike" kern="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86784" y="3411717"/>
            <a:ext cx="173338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smtClean="0"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192.168.8.128</a:t>
            </a:r>
            <a:endParaRPr lang="zh-CN" altLang="en-US" sz="1600" dirty="0"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173344" y="3435523"/>
            <a:ext cx="653728" cy="306000"/>
          </a:xfrm>
          <a:prstGeom prst="rect">
            <a:avLst/>
          </a:prstGeom>
          <a:solidFill>
            <a:srgbClr val="C00000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18000" rIns="1800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部门</a:t>
            </a:r>
            <a:r>
              <a:rPr kumimoji="0" lang="en-US" altLang="zh-CN" sz="1600" b="1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5</a:t>
            </a:r>
            <a:endParaRPr kumimoji="0" lang="en-US" altLang="zh-CN" sz="1600" b="1" i="0" u="none" strike="noStrike" kern="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4749810" y="2440474"/>
            <a:ext cx="15393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smtClean="0"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192.168.8.63</a:t>
            </a:r>
            <a:endParaRPr lang="zh-CN" altLang="en-US" sz="1600" dirty="0"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2533231" y="2443005"/>
            <a:ext cx="19135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smtClean="0"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192.168.8.33-62</a:t>
            </a:r>
            <a:endParaRPr lang="zh-CN" altLang="en-US" sz="1600" dirty="0"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4743116" y="2765096"/>
            <a:ext cx="15393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smtClean="0"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192.168.8.95</a:t>
            </a:r>
            <a:endParaRPr lang="zh-CN" altLang="en-US" sz="1600" dirty="0"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2533231" y="2776162"/>
            <a:ext cx="19135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smtClean="0"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192.168.8.65-94</a:t>
            </a:r>
            <a:endParaRPr lang="zh-CN" altLang="en-US" sz="1600" dirty="0"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4749810" y="3105380"/>
            <a:ext cx="167464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smtClean="0"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192.168.8.127</a:t>
            </a:r>
            <a:endParaRPr lang="zh-CN" altLang="en-US" sz="1600" dirty="0"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2533231" y="3101320"/>
            <a:ext cx="19135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smtClean="0"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192.168.8.65-94</a:t>
            </a:r>
            <a:endParaRPr lang="zh-CN" altLang="en-US" sz="1600" dirty="0"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4769566" y="3413168"/>
            <a:ext cx="167464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smtClean="0"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192.168.8.159</a:t>
            </a:r>
            <a:endParaRPr lang="zh-CN" altLang="en-US" sz="1600" dirty="0"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2533231" y="3404292"/>
            <a:ext cx="211077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smtClean="0"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192.168.8.129-158</a:t>
            </a:r>
            <a:endParaRPr lang="zh-CN" altLang="en-US" sz="1600" dirty="0"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133631" y="3815642"/>
            <a:ext cx="1662357" cy="353943"/>
          </a:xfrm>
          <a:prstGeom prst="rect">
            <a:avLst/>
          </a:prstGeom>
          <a:solidFill>
            <a:srgbClr val="FFC000"/>
          </a:solidFill>
        </p:spPr>
        <p:txBody>
          <a:bodyPr wrap="square" lIns="54000" rIns="54000" rtlCol="0">
            <a:spAutoFit/>
          </a:bodyPr>
          <a:lstStyle/>
          <a:p>
            <a:r>
              <a:rPr lang="zh-CN" altLang="en-US" sz="17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两</a:t>
            </a:r>
            <a:r>
              <a:rPr lang="zh-CN" altLang="en-US" sz="17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个</a:t>
            </a:r>
            <a:r>
              <a:rPr lang="zh-CN" altLang="en-US" sz="17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案例共同点</a:t>
            </a:r>
            <a:r>
              <a:rPr lang="en-US" altLang="zh-CN" sz="17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:</a:t>
            </a:r>
            <a:endParaRPr lang="zh-CN" altLang="en-US" sz="17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1763689" y="3822012"/>
            <a:ext cx="2952327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700" b="1" dirty="0" smtClean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每个子网的掩码长度都一样</a:t>
            </a:r>
            <a:endParaRPr lang="zh-CN" altLang="en-US" sz="1700" b="1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133631" y="4201808"/>
            <a:ext cx="1578903" cy="353943"/>
          </a:xfrm>
          <a:prstGeom prst="rect">
            <a:avLst/>
          </a:prstGeom>
          <a:solidFill>
            <a:schemeClr val="accent6"/>
          </a:solidFill>
        </p:spPr>
        <p:txBody>
          <a:bodyPr wrap="square" lIns="90000" rIns="90000" rtlCol="0">
            <a:spAutoFit/>
          </a:bodyPr>
          <a:lstStyle/>
          <a:p>
            <a:r>
              <a:rPr lang="zh-CN" altLang="en-US" sz="17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定长子网掩码</a:t>
            </a:r>
            <a:r>
              <a:rPr lang="en-US" altLang="zh-CN" sz="17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:</a:t>
            </a:r>
            <a:endParaRPr lang="zh-CN" altLang="en-US" sz="17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2545093" y="4202092"/>
            <a:ext cx="3492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F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ixed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Length Subnet  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Mask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1691680" y="4155926"/>
            <a:ext cx="1020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FLSM</a:t>
            </a:r>
            <a:endParaRPr lang="zh-CN" altLang="en-US" sz="24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7" name="直接连接符 6"/>
          <p:cNvCxnSpPr/>
          <p:nvPr/>
        </p:nvCxnSpPr>
        <p:spPr>
          <a:xfrm>
            <a:off x="2411760" y="2211870"/>
            <a:ext cx="0" cy="1512000"/>
          </a:xfrm>
          <a:prstGeom prst="line">
            <a:avLst/>
          </a:prstGeom>
          <a:ln w="22225">
            <a:solidFill>
              <a:schemeClr val="tx2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连接符 47"/>
          <p:cNvCxnSpPr/>
          <p:nvPr/>
        </p:nvCxnSpPr>
        <p:spPr>
          <a:xfrm>
            <a:off x="4572000" y="2211870"/>
            <a:ext cx="0" cy="1512000"/>
          </a:xfrm>
          <a:prstGeom prst="line">
            <a:avLst/>
          </a:prstGeom>
          <a:ln w="22225">
            <a:solidFill>
              <a:schemeClr val="tx2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477414" y="3811470"/>
            <a:ext cx="1512000" cy="369332"/>
          </a:xfrm>
          <a:prstGeom prst="rect">
            <a:avLst/>
          </a:prstGeom>
          <a:solidFill>
            <a:schemeClr val="accent1"/>
          </a:solidFill>
        </p:spPr>
        <p:txBody>
          <a:bodyPr wrap="none" rtlCol="0">
            <a:spAutoFit/>
          </a:bodyPr>
          <a:lstStyle/>
          <a:p>
            <a:r>
              <a:rPr lang="zh-CN" altLang="en-US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掩码长度固定</a:t>
            </a:r>
            <a:endParaRPr lang="en-US" altLang="zh-CN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107504" y="732842"/>
            <a:ext cx="8856984" cy="648000"/>
          </a:xfrm>
          <a:prstGeom prst="rect">
            <a:avLst/>
          </a:prstGeom>
          <a:solidFill>
            <a:sysClr val="window" lastClr="FFFFFF"/>
          </a:solidFill>
          <a:ln w="9525" cap="flat" cmpd="sng" algn="ctr">
            <a:solidFill>
              <a:srgbClr val="31BDCA">
                <a:shade val="50000"/>
              </a:srgbClr>
            </a:solidFill>
            <a:prstDash val="dash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zh-CN" altLang="en-US" kern="0" smtClean="0">
              <a:solidFill>
                <a:prstClr val="white"/>
              </a:solidFill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173142" y="712873"/>
            <a:ext cx="8791346" cy="6832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6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案例：</a:t>
            </a:r>
            <a:r>
              <a:rPr lang="zh-CN" altLang="en-US" sz="1600" dirty="0">
                <a:solidFill>
                  <a:srgbClr val="31BDCA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假设某企业共有</a:t>
            </a:r>
            <a:r>
              <a:rPr lang="en-US" altLang="zh-CN" sz="1600" dirty="0">
                <a:solidFill>
                  <a:srgbClr val="31BDCA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5</a:t>
            </a:r>
            <a:r>
              <a:rPr lang="zh-CN" altLang="en-US" sz="1600" dirty="0">
                <a:solidFill>
                  <a:srgbClr val="31BDCA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个部门，人数分别是</a:t>
            </a:r>
            <a:r>
              <a:rPr lang="en-US" altLang="zh-CN" sz="1600" dirty="0">
                <a:solidFill>
                  <a:srgbClr val="31BDCA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30</a:t>
            </a:r>
            <a:r>
              <a:rPr lang="zh-CN" altLang="en-US" sz="1600" dirty="0">
                <a:solidFill>
                  <a:srgbClr val="31BDCA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人、</a:t>
            </a:r>
            <a:r>
              <a:rPr lang="en-US" altLang="zh-CN" sz="1600" dirty="0">
                <a:solidFill>
                  <a:srgbClr val="31BDCA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25</a:t>
            </a:r>
            <a:r>
              <a:rPr lang="zh-CN" altLang="en-US" sz="1600" dirty="0">
                <a:solidFill>
                  <a:srgbClr val="31BDCA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人、</a:t>
            </a:r>
            <a:r>
              <a:rPr lang="en-US" altLang="zh-CN" sz="1600" dirty="0">
                <a:solidFill>
                  <a:srgbClr val="31BDCA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28</a:t>
            </a:r>
            <a:r>
              <a:rPr lang="zh-CN" altLang="en-US" sz="1600" dirty="0">
                <a:solidFill>
                  <a:srgbClr val="31BDCA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人、</a:t>
            </a:r>
            <a:r>
              <a:rPr lang="en-US" altLang="zh-CN" sz="1600" dirty="0">
                <a:solidFill>
                  <a:srgbClr val="31BDCA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22</a:t>
            </a:r>
            <a:r>
              <a:rPr lang="zh-CN" altLang="en-US" sz="1600" dirty="0">
                <a:solidFill>
                  <a:srgbClr val="31BDCA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人、</a:t>
            </a:r>
            <a:r>
              <a:rPr lang="en-US" altLang="zh-CN" sz="1600" dirty="0">
                <a:solidFill>
                  <a:srgbClr val="31BDCA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20</a:t>
            </a:r>
            <a:r>
              <a:rPr lang="zh-CN" altLang="en-US" sz="1600" dirty="0">
                <a:solidFill>
                  <a:srgbClr val="31BDCA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人。现</a:t>
            </a:r>
            <a:r>
              <a:rPr lang="zh-CN" altLang="en-US" sz="1600" dirty="0" smtClean="0">
                <a:solidFill>
                  <a:srgbClr val="31BDCA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给</a:t>
            </a:r>
            <a:r>
              <a:rPr lang="zh-CN" altLang="en-US" sz="1600" dirty="0">
                <a:solidFill>
                  <a:srgbClr val="31BDCA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定</a:t>
            </a:r>
            <a:r>
              <a:rPr lang="zh-CN" altLang="en-US" sz="1600" dirty="0" smtClean="0">
                <a:solidFill>
                  <a:srgbClr val="31BDCA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一</a:t>
            </a:r>
            <a:r>
              <a:rPr lang="en-US" altLang="zh-CN" sz="1600" dirty="0" smtClean="0">
                <a:solidFill>
                  <a:srgbClr val="31BDCA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C</a:t>
            </a:r>
            <a:r>
              <a:rPr lang="zh-CN" altLang="en-US" sz="1600" dirty="0">
                <a:solidFill>
                  <a:srgbClr val="31BDCA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类网络地址</a:t>
            </a:r>
            <a:r>
              <a:rPr lang="en-US" altLang="zh-CN" sz="1600" dirty="0">
                <a:solidFill>
                  <a:srgbClr val="31BDCA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192.168.8.0/24</a:t>
            </a:r>
            <a:r>
              <a:rPr lang="zh-CN" altLang="en-US" sz="1600" dirty="0">
                <a:solidFill>
                  <a:srgbClr val="31BDCA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，</a:t>
            </a:r>
            <a:r>
              <a:rPr lang="zh-CN" altLang="en-US" sz="1600" dirty="0" smtClean="0">
                <a:solidFill>
                  <a:srgbClr val="31BDCA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请对其</a:t>
            </a:r>
            <a:r>
              <a:rPr lang="zh-CN" altLang="en-US" sz="1600" dirty="0">
                <a:solidFill>
                  <a:srgbClr val="31BDCA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进行子网划分，分配给这五个部门使用。</a:t>
            </a:r>
            <a:endParaRPr lang="zh-CN" altLang="en-US" sz="1600" dirty="0">
              <a:solidFill>
                <a:srgbClr val="31BDCA">
                  <a:lumMod val="5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cxnSp>
        <p:nvCxnSpPr>
          <p:cNvPr id="50" name="直接连接符 49"/>
          <p:cNvCxnSpPr/>
          <p:nvPr/>
        </p:nvCxnSpPr>
        <p:spPr>
          <a:xfrm>
            <a:off x="6421712" y="2200728"/>
            <a:ext cx="0" cy="1512000"/>
          </a:xfrm>
          <a:prstGeom prst="line">
            <a:avLst/>
          </a:prstGeom>
          <a:ln w="22225">
            <a:solidFill>
              <a:schemeClr val="tx2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25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25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25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25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4" dur="500" tmFilter="0, 0; .2, .5; .8, .5; 1, 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5" dur="250" autoRev="1" fill="hold"/>
                                        <p:tgtEl>
                                          <p:spTgt spid="10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9" dur="500" tmFilter="0, 0; .2, .5; .8, .5; 1, 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0" dur="250" autoRev="1" fill="hold"/>
                                        <p:tgtEl>
                                          <p:spTgt spid="1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4" dur="2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2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6" dur="2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1" dur="25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2" fill="hold">
                            <p:stCondLst>
                              <p:cond delay="500"/>
                            </p:stCondLst>
                            <p:childTnLst>
                              <p:par>
                                <p:cTn id="14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5" dur="2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3" grpId="0"/>
      <p:bldP spid="104" grpId="0"/>
      <p:bldP spid="104" grpId="1"/>
      <p:bldP spid="64" grpId="0"/>
      <p:bldP spid="65" grpId="0" bldLvl="0" animBg="1"/>
      <p:bldP spid="66" grpId="0"/>
      <p:bldP spid="67" grpId="0"/>
      <p:bldP spid="68" grpId="0"/>
      <p:bldP spid="19" grpId="0"/>
      <p:bldP spid="19" grpId="1"/>
      <p:bldP spid="20" grpId="0" bldLvl="0" animBg="1"/>
      <p:bldP spid="21" grpId="0"/>
      <p:bldP spid="22" grpId="0" bldLvl="0" animBg="1"/>
      <p:bldP spid="23" grpId="0"/>
      <p:bldP spid="24" grpId="0" bldLvl="0" animBg="1"/>
      <p:bldP spid="25" grpId="0"/>
      <p:bldP spid="26" grpId="0" bldLvl="0" animBg="1"/>
      <p:bldP spid="28" grpId="0"/>
      <p:bldP spid="29" grpId="0"/>
      <p:bldP spid="30" grpId="0"/>
      <p:bldP spid="31" grpId="0"/>
      <p:bldP spid="32" grpId="0"/>
      <p:bldP spid="33" grpId="0"/>
      <p:bldP spid="34" grpId="0"/>
      <p:bldP spid="36" grpId="0"/>
      <p:bldP spid="37" grpId="0" animBg="1"/>
      <p:bldP spid="42" grpId="0"/>
      <p:bldP spid="44" grpId="0" animBg="1"/>
      <p:bldP spid="45" grpId="0"/>
      <p:bldP spid="46" grpId="0"/>
      <p:bldP spid="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3" descr="C:\Users\Administrator\Desktop\3afe8fe6bfe17e05fe49e17f29526623.png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-3114092" y="483518"/>
            <a:ext cx="6228184" cy="4448404"/>
          </a:xfrm>
          <a:prstGeom prst="rect">
            <a:avLst/>
          </a:prstGeom>
          <a:noFill/>
        </p:spPr>
      </p:pic>
      <p:cxnSp>
        <p:nvCxnSpPr>
          <p:cNvPr id="24" name="直接连接符 23"/>
          <p:cNvCxnSpPr/>
          <p:nvPr/>
        </p:nvCxnSpPr>
        <p:spPr>
          <a:xfrm flipV="1">
            <a:off x="3995936" y="1278846"/>
            <a:ext cx="0" cy="1420419"/>
          </a:xfrm>
          <a:prstGeom prst="line">
            <a:avLst/>
          </a:prstGeom>
          <a:ln w="12700">
            <a:solidFill>
              <a:schemeClr val="accent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13"/>
          <p:cNvSpPr txBox="1"/>
          <p:nvPr/>
        </p:nvSpPr>
        <p:spPr>
          <a:xfrm>
            <a:off x="2896367" y="2453092"/>
            <a:ext cx="902574" cy="2461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PART </a:t>
            </a:r>
            <a:r>
              <a:rPr lang="en-US" altLang="zh-CN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01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28" name="椭圆 27"/>
          <p:cNvSpPr/>
          <p:nvPr/>
        </p:nvSpPr>
        <p:spPr>
          <a:xfrm>
            <a:off x="2771800" y="1275606"/>
            <a:ext cx="1004222" cy="1004277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080808"/>
              </a:solidFill>
              <a:latin typeface="+mj-ea"/>
              <a:ea typeface="+mj-ea"/>
            </a:endParaRPr>
          </a:p>
        </p:txBody>
      </p:sp>
      <p:sp>
        <p:nvSpPr>
          <p:cNvPr id="31" name="TextBox 13"/>
          <p:cNvSpPr txBox="1"/>
          <p:nvPr/>
        </p:nvSpPr>
        <p:spPr>
          <a:xfrm>
            <a:off x="2926428" y="1396703"/>
            <a:ext cx="902574" cy="76924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sz="5000" b="1" dirty="0" smtClean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02</a:t>
            </a:r>
            <a:endParaRPr lang="zh-CN" altLang="en-US" sz="5000" b="1" dirty="0">
              <a:solidFill>
                <a:schemeClr val="bg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9" name="TextBox 11"/>
          <p:cNvSpPr txBox="1"/>
          <p:nvPr/>
        </p:nvSpPr>
        <p:spPr>
          <a:xfrm>
            <a:off x="4139952" y="1376961"/>
            <a:ext cx="2867642" cy="1050542"/>
          </a:xfrm>
          <a:prstGeom prst="rect">
            <a:avLst/>
          </a:prstGeom>
          <a:noFill/>
        </p:spPr>
        <p:txBody>
          <a:bodyPr wrap="none" lIns="65023" tIns="32511" rIns="65023" bIns="32511" rtlCol="0">
            <a:spAutoFit/>
          </a:bodyPr>
          <a:lstStyle/>
          <a:p>
            <a:pPr marL="0" lvl="1"/>
            <a:r>
              <a:rPr lang="zh-CN" altLang="en-US" sz="14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000" b="1" dirty="0" smtClean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第二部分</a:t>
            </a:r>
            <a:endParaRPr lang="en-US" altLang="zh-CN" sz="2000" b="1" dirty="0" smtClean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/>
            <a:endParaRPr lang="en-US" altLang="zh-CN" sz="2000" b="1" dirty="0" smtClean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algn="ctr"/>
            <a:r>
              <a:rPr lang="zh-CN" altLang="en-US" sz="2400" b="1" dirty="0">
                <a:solidFill>
                  <a:srgbClr val="C68F0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变</a:t>
            </a:r>
            <a:r>
              <a:rPr lang="zh-CN" altLang="en-US" sz="2400" b="1" dirty="0" smtClean="0">
                <a:solidFill>
                  <a:srgbClr val="C68F0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长子网掩码</a:t>
            </a:r>
            <a:r>
              <a:rPr lang="en-US" altLang="zh-CN" sz="2400" b="1" dirty="0" smtClean="0">
                <a:solidFill>
                  <a:srgbClr val="C68F0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VLSM</a:t>
            </a:r>
            <a:endParaRPr lang="zh-CN" altLang="en-US" sz="2400" b="1" dirty="0">
              <a:solidFill>
                <a:srgbClr val="C68F0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8" grpId="0" animBg="1"/>
      <p:bldP spid="31" grpId="0"/>
      <p:bldP spid="9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 descr="C:\Users\Administrator\Desktop\微立体创业计划\005.png"/>
          <p:cNvPicPr>
            <a:picLocks noChangeAspect="1" noChangeArrowheads="1"/>
          </p:cNvPicPr>
          <p:nvPr/>
        </p:nvPicPr>
        <p:blipFill>
          <a:blip r:embed="rId1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2473" y="149604"/>
            <a:ext cx="609601" cy="609601"/>
          </a:xfrm>
          <a:prstGeom prst="rect">
            <a:avLst/>
          </a:prstGeom>
          <a:noFill/>
          <a:effectLst>
            <a:outerShdw blurRad="127000" dist="63500" dir="3000000" sx="104000" sy="104000" algn="tl" rotWithShape="0">
              <a:prstClr val="black">
                <a:alpha val="34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 descr="C:\Users\Administrator\Desktop\微立体创业计划\004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872" y="158976"/>
            <a:ext cx="609601" cy="609601"/>
          </a:xfrm>
          <a:prstGeom prst="rect">
            <a:avLst/>
          </a:prstGeom>
          <a:noFill/>
          <a:effectLst>
            <a:outerShdw blurRad="127000" dist="63500" dir="3000000" sx="104000" sy="104000" algn="tl" rotWithShape="0">
              <a:prstClr val="black">
                <a:alpha val="34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文本框 12"/>
          <p:cNvSpPr txBox="1">
            <a:spLocks noChangeArrowheads="1"/>
          </p:cNvSpPr>
          <p:nvPr/>
        </p:nvSpPr>
        <p:spPr bwMode="auto">
          <a:xfrm>
            <a:off x="1187623" y="267494"/>
            <a:ext cx="3351886" cy="4042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5023" tIns="32511" rIns="65023" bIns="32511">
            <a:spAutoFit/>
          </a:bodyPr>
          <a:lstStyle>
            <a:lvl1pPr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9pPr>
          </a:lstStyle>
          <a:p>
            <a:r>
              <a:rPr lang="en-US" altLang="zh-CN" sz="2200" dirty="0" smtClean="0">
                <a:solidFill>
                  <a:srgbClr val="034E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</a:t>
            </a:r>
            <a:r>
              <a:rPr lang="zh-CN" altLang="en-US" sz="2200" dirty="0">
                <a:solidFill>
                  <a:srgbClr val="034E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变</a:t>
            </a:r>
            <a:r>
              <a:rPr lang="zh-CN" altLang="en-US" sz="2200" dirty="0" smtClean="0">
                <a:solidFill>
                  <a:srgbClr val="034E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长子网掩码</a:t>
            </a:r>
            <a:r>
              <a:rPr lang="en-US" altLang="zh-CN" sz="2200" dirty="0">
                <a:solidFill>
                  <a:srgbClr val="034E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V</a:t>
            </a:r>
            <a:r>
              <a:rPr lang="en-US" altLang="zh-CN" sz="2200" dirty="0" smtClean="0">
                <a:solidFill>
                  <a:srgbClr val="034E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LSM</a:t>
            </a:r>
            <a:endParaRPr lang="zh-CN" altLang="en-US" sz="2200" dirty="0">
              <a:solidFill>
                <a:srgbClr val="034EA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29" name="矩形 228"/>
          <p:cNvSpPr/>
          <p:nvPr/>
        </p:nvSpPr>
        <p:spPr>
          <a:xfrm>
            <a:off x="107506" y="661388"/>
            <a:ext cx="4320478" cy="16065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案</a:t>
            </a:r>
            <a:r>
              <a:rPr lang="zh-CN" altLang="en-US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例：</a:t>
            </a:r>
            <a:r>
              <a:rPr lang="zh-CN" altLang="en-US" sz="1600" dirty="0" smtClean="0">
                <a:solidFill>
                  <a:srgbClr val="31BDCA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某宾馆有</a:t>
            </a:r>
            <a:r>
              <a:rPr lang="zh-CN" altLang="en-US" sz="1600" dirty="0">
                <a:solidFill>
                  <a:srgbClr val="31BDCA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两</a:t>
            </a:r>
            <a:r>
              <a:rPr lang="zh-CN" altLang="en-US" sz="1600" dirty="0" smtClean="0">
                <a:solidFill>
                  <a:srgbClr val="31BDCA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层为客房部</a:t>
            </a:r>
            <a:r>
              <a:rPr lang="zh-CN" altLang="zh-CN" sz="1600" dirty="0" smtClean="0">
                <a:solidFill>
                  <a:srgbClr val="31BDCA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，</a:t>
            </a:r>
            <a:r>
              <a:rPr lang="zh-CN" altLang="en-US" sz="1600" dirty="0" smtClean="0">
                <a:solidFill>
                  <a:srgbClr val="31BDCA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七楼需要</a:t>
            </a:r>
            <a:r>
              <a:rPr lang="en-US" altLang="zh-CN" sz="1600" dirty="0" smtClean="0">
                <a:solidFill>
                  <a:srgbClr val="31BDCA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108</a:t>
            </a:r>
            <a:r>
              <a:rPr lang="zh-CN" altLang="en-US" sz="1600" dirty="0" smtClean="0">
                <a:solidFill>
                  <a:srgbClr val="31BDCA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个信息点</a:t>
            </a:r>
            <a:r>
              <a:rPr lang="zh-CN" altLang="zh-CN" sz="1600" dirty="0" smtClean="0">
                <a:solidFill>
                  <a:srgbClr val="31BDCA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，</a:t>
            </a:r>
            <a:r>
              <a:rPr lang="en-US" altLang="zh-CN" sz="1600" dirty="0">
                <a:solidFill>
                  <a:srgbClr val="31BDCA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 </a:t>
            </a:r>
            <a:r>
              <a:rPr lang="zh-CN" altLang="en-US" sz="1600" dirty="0">
                <a:solidFill>
                  <a:srgbClr val="31BDCA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八</a:t>
            </a:r>
            <a:r>
              <a:rPr lang="zh-CN" altLang="en-US" sz="1600" dirty="0" smtClean="0">
                <a:solidFill>
                  <a:srgbClr val="31BDCA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楼需要</a:t>
            </a:r>
            <a:r>
              <a:rPr lang="en-US" altLang="zh-CN" sz="1600" dirty="0" smtClean="0">
                <a:solidFill>
                  <a:srgbClr val="31BDCA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52</a:t>
            </a:r>
            <a:r>
              <a:rPr lang="zh-CN" altLang="en-US" sz="1600" dirty="0" smtClean="0">
                <a:solidFill>
                  <a:srgbClr val="31BDCA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个</a:t>
            </a:r>
            <a:r>
              <a:rPr lang="zh-CN" altLang="en-US" sz="1600" dirty="0">
                <a:solidFill>
                  <a:srgbClr val="31BDCA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信息点</a:t>
            </a:r>
            <a:r>
              <a:rPr lang="zh-CN" altLang="zh-CN" sz="1600" dirty="0" smtClean="0">
                <a:solidFill>
                  <a:srgbClr val="31BDCA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，</a:t>
            </a:r>
            <a:r>
              <a:rPr lang="zh-CN" altLang="en-US" sz="1600" dirty="0" smtClean="0">
                <a:solidFill>
                  <a:srgbClr val="31BDCA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两台路由器需要</a:t>
            </a:r>
            <a:r>
              <a:rPr lang="en-US" altLang="zh-CN" sz="1600" dirty="0" smtClean="0">
                <a:solidFill>
                  <a:srgbClr val="31BDCA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2</a:t>
            </a:r>
            <a:r>
              <a:rPr lang="zh-CN" altLang="en-US" sz="1600" dirty="0" smtClean="0">
                <a:solidFill>
                  <a:srgbClr val="31BDCA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个信息点</a:t>
            </a:r>
            <a:r>
              <a:rPr lang="zh-CN" altLang="zh-CN" sz="1600" dirty="0" smtClean="0">
                <a:solidFill>
                  <a:srgbClr val="31BDCA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。</a:t>
            </a:r>
            <a:r>
              <a:rPr lang="zh-CN" altLang="zh-CN" sz="1600" dirty="0">
                <a:solidFill>
                  <a:srgbClr val="31BDCA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现</a:t>
            </a:r>
            <a:r>
              <a:rPr lang="zh-CN" altLang="zh-CN" sz="1600" dirty="0" smtClean="0">
                <a:solidFill>
                  <a:srgbClr val="31BDCA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给</a:t>
            </a:r>
            <a:r>
              <a:rPr lang="zh-CN" altLang="en-US" sz="1600" dirty="0" smtClean="0">
                <a:solidFill>
                  <a:srgbClr val="31BDCA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定</a:t>
            </a:r>
            <a:r>
              <a:rPr lang="zh-CN" altLang="zh-CN" sz="1600" dirty="0" smtClean="0">
                <a:solidFill>
                  <a:srgbClr val="31BDCA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一</a:t>
            </a:r>
            <a:r>
              <a:rPr lang="en-US" altLang="zh-CN" sz="1600" dirty="0">
                <a:solidFill>
                  <a:srgbClr val="31BDCA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C</a:t>
            </a:r>
            <a:r>
              <a:rPr lang="zh-CN" altLang="zh-CN" sz="1600" dirty="0">
                <a:solidFill>
                  <a:srgbClr val="31BDCA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类网络</a:t>
            </a:r>
            <a:r>
              <a:rPr lang="zh-CN" altLang="zh-CN" sz="1600" dirty="0" smtClean="0">
                <a:solidFill>
                  <a:srgbClr val="31BDCA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地址</a:t>
            </a:r>
            <a:r>
              <a:rPr lang="zh-CN" altLang="en-US" sz="1600" dirty="0" smtClean="0">
                <a:solidFill>
                  <a:srgbClr val="31BDCA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为</a:t>
            </a:r>
            <a:r>
              <a:rPr lang="en-US" altLang="zh-CN" sz="1600" dirty="0" smtClean="0">
                <a:solidFill>
                  <a:srgbClr val="31BDCA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 </a:t>
            </a:r>
            <a:endParaRPr lang="en-US" altLang="zh-CN" sz="1600" dirty="0" smtClean="0">
              <a:solidFill>
                <a:srgbClr val="31BDCA">
                  <a:lumMod val="5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  <a:p>
            <a:pPr>
              <a:lnSpc>
                <a:spcPct val="120000"/>
              </a:lnSpc>
            </a:pPr>
            <a:r>
              <a:rPr lang="en-US" altLang="zh-CN" sz="1600" dirty="0" smtClean="0">
                <a:solidFill>
                  <a:srgbClr val="31BDCA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                           </a:t>
            </a:r>
            <a:r>
              <a:rPr lang="zh-CN" altLang="zh-CN" sz="1600" dirty="0" smtClean="0">
                <a:solidFill>
                  <a:srgbClr val="31BDCA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请</a:t>
            </a:r>
            <a:r>
              <a:rPr lang="zh-CN" altLang="zh-CN" sz="1600" dirty="0">
                <a:solidFill>
                  <a:srgbClr val="31BDCA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将其进行子网</a:t>
            </a:r>
            <a:r>
              <a:rPr lang="zh-CN" altLang="zh-CN" sz="1600" dirty="0" smtClean="0">
                <a:solidFill>
                  <a:srgbClr val="31BDCA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划分</a:t>
            </a:r>
            <a:r>
              <a:rPr lang="zh-CN" altLang="en-US" sz="1600" dirty="0" smtClean="0">
                <a:solidFill>
                  <a:srgbClr val="31BDCA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，</a:t>
            </a:r>
            <a:r>
              <a:rPr lang="zh-CN" altLang="zh-CN" sz="1600" dirty="0" smtClean="0">
                <a:solidFill>
                  <a:srgbClr val="31BDCA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分配给</a:t>
            </a:r>
            <a:r>
              <a:rPr lang="zh-CN" altLang="en-US" sz="1600" dirty="0">
                <a:solidFill>
                  <a:srgbClr val="31BDCA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该</a:t>
            </a:r>
            <a:r>
              <a:rPr lang="zh-CN" altLang="en-US" sz="1600" dirty="0" smtClean="0">
                <a:solidFill>
                  <a:srgbClr val="31BDCA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宾馆</a:t>
            </a:r>
            <a:r>
              <a:rPr lang="zh-CN" altLang="zh-CN" sz="1600" dirty="0" smtClean="0">
                <a:solidFill>
                  <a:srgbClr val="31BDCA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使用</a:t>
            </a:r>
            <a:r>
              <a:rPr lang="zh-CN" altLang="en-US" sz="1600" dirty="0">
                <a:solidFill>
                  <a:srgbClr val="31BDCA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。</a:t>
            </a:r>
            <a:endParaRPr lang="zh-CN" altLang="en-US" sz="1600" dirty="0">
              <a:solidFill>
                <a:srgbClr val="31BDCA">
                  <a:lumMod val="5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cxnSp>
        <p:nvCxnSpPr>
          <p:cNvPr id="258" name="直接连接符 257"/>
          <p:cNvCxnSpPr/>
          <p:nvPr/>
        </p:nvCxnSpPr>
        <p:spPr>
          <a:xfrm>
            <a:off x="4451517" y="483518"/>
            <a:ext cx="0" cy="1445181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9" name="直接连接符 258"/>
          <p:cNvCxnSpPr/>
          <p:nvPr/>
        </p:nvCxnSpPr>
        <p:spPr>
          <a:xfrm>
            <a:off x="4355976" y="565911"/>
            <a:ext cx="1899012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7" name="Rectangle 3"/>
          <p:cNvSpPr txBox="1">
            <a:spLocks noChangeArrowheads="1"/>
          </p:cNvSpPr>
          <p:nvPr/>
        </p:nvSpPr>
        <p:spPr>
          <a:xfrm>
            <a:off x="5076056" y="1294013"/>
            <a:ext cx="1027779" cy="3961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342900">
              <a:spcBef>
                <a:spcPct val="20000"/>
              </a:spcBef>
              <a:defRPr/>
            </a:pPr>
            <a:r>
              <a:rPr lang="en-US" altLang="zh-CN" sz="170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2</a:t>
            </a:r>
            <a:r>
              <a:rPr lang="en-US" altLang="zh-CN" sz="1700" b="1" baseline="3000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m</a:t>
            </a:r>
            <a:r>
              <a:rPr lang="zh-CN" altLang="en-US" sz="170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≥</a:t>
            </a:r>
            <a:r>
              <a:rPr lang="en-US" altLang="zh-CN" sz="170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3</a:t>
            </a:r>
            <a:endParaRPr lang="zh-CN" altLang="en-US" sz="1700" dirty="0" smtClean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230" name="右箭头 229"/>
          <p:cNvSpPr/>
          <p:nvPr/>
        </p:nvSpPr>
        <p:spPr>
          <a:xfrm>
            <a:off x="6103835" y="1412924"/>
            <a:ext cx="288000" cy="126000"/>
          </a:xfrm>
          <a:prstGeom prst="rightArrow">
            <a:avLst/>
          </a:prstGeom>
          <a:solidFill>
            <a:srgbClr val="C00000"/>
          </a:solidFill>
          <a:ln w="12700" cap="flat" cmpd="sng" algn="ctr">
            <a:solidFill>
              <a:srgbClr val="C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231" name="Rectangle 3"/>
          <p:cNvSpPr txBox="1">
            <a:spLocks noChangeArrowheads="1"/>
          </p:cNvSpPr>
          <p:nvPr/>
        </p:nvSpPr>
        <p:spPr>
          <a:xfrm>
            <a:off x="6660438" y="1294013"/>
            <a:ext cx="1027779" cy="3961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342900">
              <a:spcBef>
                <a:spcPct val="20000"/>
              </a:spcBef>
              <a:defRPr/>
            </a:pPr>
            <a:r>
              <a:rPr lang="en-US" altLang="zh-CN" sz="170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m=2</a:t>
            </a:r>
            <a:endParaRPr lang="en-US" altLang="zh-CN" sz="1700" dirty="0" smtClean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232" name="Rectangle 3"/>
          <p:cNvSpPr txBox="1">
            <a:spLocks noChangeArrowheads="1"/>
          </p:cNvSpPr>
          <p:nvPr/>
        </p:nvSpPr>
        <p:spPr>
          <a:xfrm>
            <a:off x="5037324" y="2551994"/>
            <a:ext cx="1495893" cy="3961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342900">
              <a:spcBef>
                <a:spcPct val="20000"/>
              </a:spcBef>
              <a:defRPr/>
            </a:pPr>
            <a:r>
              <a:rPr lang="en-US" altLang="zh-CN" sz="170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2</a:t>
            </a:r>
            <a:r>
              <a:rPr lang="en-US" altLang="zh-CN" sz="1700" b="1" baseline="3000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n</a:t>
            </a:r>
            <a:r>
              <a:rPr lang="en-US" altLang="zh-CN" sz="17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-2</a:t>
            </a:r>
            <a:r>
              <a:rPr lang="zh-CN" altLang="en-US" sz="170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≥</a:t>
            </a:r>
            <a:r>
              <a:rPr lang="en-US" altLang="zh-CN" sz="170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108</a:t>
            </a:r>
            <a:endParaRPr lang="zh-CN" altLang="en-US" sz="1700" dirty="0" smtClean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233" name="右箭头 232"/>
          <p:cNvSpPr/>
          <p:nvPr/>
        </p:nvSpPr>
        <p:spPr>
          <a:xfrm>
            <a:off x="6510613" y="2657842"/>
            <a:ext cx="288000" cy="126000"/>
          </a:xfrm>
          <a:prstGeom prst="rightArrow">
            <a:avLst/>
          </a:prstGeom>
          <a:solidFill>
            <a:srgbClr val="C00000"/>
          </a:solidFill>
          <a:ln w="12700" cap="flat" cmpd="sng" algn="ctr">
            <a:solidFill>
              <a:srgbClr val="C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234" name="Rectangle 3"/>
          <p:cNvSpPr txBox="1">
            <a:spLocks noChangeArrowheads="1"/>
          </p:cNvSpPr>
          <p:nvPr/>
        </p:nvSpPr>
        <p:spPr>
          <a:xfrm>
            <a:off x="7014965" y="2546672"/>
            <a:ext cx="665780" cy="3961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342900">
              <a:spcBef>
                <a:spcPct val="20000"/>
              </a:spcBef>
              <a:defRPr/>
            </a:pPr>
            <a:r>
              <a:rPr lang="en-US" altLang="zh-CN" sz="170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n=7</a:t>
            </a:r>
            <a:endParaRPr lang="en-US" altLang="zh-CN" sz="1700" dirty="0" smtClean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282" name="TextBox 281"/>
          <p:cNvSpPr txBox="1"/>
          <p:nvPr/>
        </p:nvSpPr>
        <p:spPr>
          <a:xfrm>
            <a:off x="4691981" y="1008803"/>
            <a:ext cx="37684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smtClean="0">
                <a:solidFill>
                  <a:prstClr val="black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3</a:t>
            </a:r>
            <a:r>
              <a:rPr lang="zh-CN" altLang="en-US" sz="1600" dirty="0" smtClean="0">
                <a:solidFill>
                  <a:prstClr val="black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个子网，至少需要借几位呢？</a:t>
            </a:r>
            <a:endParaRPr lang="zh-CN" altLang="en-US" sz="1600" dirty="0">
              <a:solidFill>
                <a:prstClr val="black"/>
              </a:solidFill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283" name="TextBox 282"/>
          <p:cNvSpPr txBox="1"/>
          <p:nvPr/>
        </p:nvSpPr>
        <p:spPr>
          <a:xfrm>
            <a:off x="4691982" y="1994337"/>
            <a:ext cx="42191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smtClean="0">
                <a:solidFill>
                  <a:prstClr val="black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3</a:t>
            </a:r>
            <a:r>
              <a:rPr lang="zh-CN" altLang="en-US" sz="1600" dirty="0" smtClean="0">
                <a:solidFill>
                  <a:prstClr val="black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个子网中主机数量最大的为</a:t>
            </a:r>
            <a:r>
              <a:rPr lang="en-US" altLang="zh-CN" sz="1600" dirty="0" smtClean="0">
                <a:solidFill>
                  <a:prstClr val="black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108</a:t>
            </a:r>
            <a:r>
              <a:rPr lang="zh-CN" altLang="en-US" sz="1600" dirty="0" smtClean="0">
                <a:solidFill>
                  <a:prstClr val="black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台，主机位至少需要几位呢？</a:t>
            </a:r>
            <a:endParaRPr lang="zh-CN" altLang="en-US" sz="1600" dirty="0">
              <a:solidFill>
                <a:prstClr val="black"/>
              </a:solidFill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284" name="TextBox 283"/>
          <p:cNvSpPr txBox="1"/>
          <p:nvPr/>
        </p:nvSpPr>
        <p:spPr>
          <a:xfrm>
            <a:off x="4585386" y="2982693"/>
            <a:ext cx="1296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>
                <a:solidFill>
                  <a:schemeClr val="tx2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够借位吗？</a:t>
            </a:r>
            <a:endParaRPr lang="en-US" altLang="zh-CN" b="1" dirty="0" smtClean="0">
              <a:solidFill>
                <a:schemeClr val="tx2"/>
              </a:solidFill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691187" y="626182"/>
            <a:ext cx="2139186" cy="369333"/>
            <a:chOff x="4725054" y="745421"/>
            <a:chExt cx="2139186" cy="369333"/>
          </a:xfrm>
        </p:grpSpPr>
        <p:grpSp>
          <p:nvGrpSpPr>
            <p:cNvPr id="235" name="组合 234"/>
            <p:cNvGrpSpPr/>
            <p:nvPr/>
          </p:nvGrpSpPr>
          <p:grpSpPr>
            <a:xfrm>
              <a:off x="4725054" y="745421"/>
              <a:ext cx="2139186" cy="369333"/>
              <a:chOff x="3391798" y="1831619"/>
              <a:chExt cx="1498528" cy="183482"/>
            </a:xfrm>
          </p:grpSpPr>
          <p:sp>
            <p:nvSpPr>
              <p:cNvPr id="271" name="圆角矩形 270"/>
              <p:cNvSpPr/>
              <p:nvPr/>
            </p:nvSpPr>
            <p:spPr>
              <a:xfrm>
                <a:off x="3391798" y="1844597"/>
                <a:ext cx="1498528" cy="160961"/>
              </a:xfrm>
              <a:prstGeom prst="roundRect">
                <a:avLst/>
              </a:prstGeom>
              <a:gradFill>
                <a:gsLst>
                  <a:gs pos="100000">
                    <a:srgbClr val="31BDCA"/>
                  </a:gs>
                  <a:gs pos="0">
                    <a:srgbClr val="31BDCA">
                      <a:lumMod val="75000"/>
                    </a:srgbClr>
                  </a:gs>
                </a:gsLst>
                <a:lin ang="5400000" scaled="1"/>
              </a:gradFill>
              <a:ln w="28575" cap="flat">
                <a:gradFill>
                  <a:gsLst>
                    <a:gs pos="0">
                      <a:srgbClr val="31BDCA"/>
                    </a:gs>
                    <a:gs pos="100000">
                      <a:srgbClr val="31BDCA">
                        <a:lumMod val="75000"/>
                      </a:srgbClr>
                    </a:gs>
                  </a:gsLst>
                  <a:lin ang="5400000" scaled="1"/>
                </a:gradFill>
                <a:prstDash val="solid"/>
                <a:miter lim="800000"/>
              </a:ln>
              <a:effectLst>
                <a:outerShdw blurRad="228600" dist="101600" dir="5400000" algn="t" rotWithShape="0">
                  <a:sysClr val="windowText" lastClr="000000">
                    <a:lumMod val="85000"/>
                    <a:lumOff val="15000"/>
                    <a:alpha val="28000"/>
                  </a:sysClr>
                </a:outerShdw>
              </a:effectLst>
            </p:spPr>
            <p:txBody>
              <a:bodyPr vert="horz" wrap="square" lIns="121920" tIns="60960" rIns="121920" bIns="6096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endParaRPr>
              </a:p>
            </p:txBody>
          </p:sp>
          <p:sp>
            <p:nvSpPr>
              <p:cNvPr id="274" name="文本框 3"/>
              <p:cNvSpPr txBox="1">
                <a:spLocks noChangeArrowheads="1"/>
              </p:cNvSpPr>
              <p:nvPr/>
            </p:nvSpPr>
            <p:spPr bwMode="auto">
              <a:xfrm>
                <a:off x="3623287" y="1831619"/>
                <a:ext cx="1071495" cy="18348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>
                  <a:defRPr sz="3200">
                    <a:gradFill flip="none" rotWithShape="1">
                      <a:gsLst>
                        <a:gs pos="0">
                          <a:schemeClr val="accent2"/>
                        </a:gs>
                        <a:gs pos="34000">
                          <a:schemeClr val="accent1"/>
                        </a:gs>
                        <a:gs pos="68000">
                          <a:schemeClr val="accent3"/>
                        </a:gs>
                        <a:gs pos="100000">
                          <a:schemeClr val="accent4"/>
                        </a:gs>
                      </a:gsLst>
                      <a:lin ang="0" scaled="1"/>
                    </a:gradFill>
                  </a:defRPr>
                </a:lvl1pPr>
              </a:lstStyle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800" b="0" i="0" u="none" strike="noStrike" kern="0" cap="none" spc="0" normalizeH="0" baseline="0" noProof="0" dirty="0" smtClean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Arial" panose="020B0604020202020204"/>
                  </a:rPr>
                  <a:t>1</a:t>
                </a:r>
                <a:r>
                  <a:rPr lang="en-US" altLang="zh-CN" sz="1800" kern="0" noProof="0" dirty="0" smtClean="0">
                    <a:solidFill>
                      <a:prstClr val="white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Arial" panose="020B0604020202020204"/>
                  </a:rPr>
                  <a:t>.</a:t>
                </a:r>
                <a:r>
                  <a:rPr kumimoji="0" lang="zh-CN" altLang="en-US" sz="1800" b="0" i="0" u="none" strike="noStrike" kern="0" cap="none" spc="0" normalizeH="0" baseline="0" noProof="0" dirty="0" smtClean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Arial" panose="020B0604020202020204"/>
                  </a:rPr>
                  <a:t>确定子网位</a:t>
                </a: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endParaRPr>
              </a:p>
            </p:txBody>
          </p:sp>
        </p:grpSp>
        <p:sp>
          <p:nvSpPr>
            <p:cNvPr id="285" name="任意多边形 284"/>
            <p:cNvSpPr/>
            <p:nvPr/>
          </p:nvSpPr>
          <p:spPr>
            <a:xfrm>
              <a:off x="4845672" y="843558"/>
              <a:ext cx="79188" cy="163903"/>
            </a:xfrm>
            <a:custGeom>
              <a:avLst/>
              <a:gdLst>
                <a:gd name="connsiteX0" fmla="*/ 403860 w 403860"/>
                <a:gd name="connsiteY0" fmla="*/ 0 h 807720"/>
                <a:gd name="connsiteX1" fmla="*/ 0 w 403860"/>
                <a:gd name="connsiteY1" fmla="*/ 403860 h 807720"/>
                <a:gd name="connsiteX2" fmla="*/ 403860 w 403860"/>
                <a:gd name="connsiteY2" fmla="*/ 807720 h 807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03860" h="807720">
                  <a:moveTo>
                    <a:pt x="403860" y="0"/>
                  </a:moveTo>
                  <a:lnTo>
                    <a:pt x="0" y="403860"/>
                  </a:lnTo>
                  <a:lnTo>
                    <a:pt x="403860" y="807720"/>
                  </a:lnTo>
                </a:path>
              </a:pathLst>
            </a:custGeom>
            <a:noFill/>
            <a:ln w="12700" cap="flat" cmpd="sng" algn="ctr">
              <a:solidFill>
                <a:sysClr val="window" lastClr="FFFFFF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0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286" name="任意多边形 285"/>
            <p:cNvSpPr/>
            <p:nvPr/>
          </p:nvSpPr>
          <p:spPr>
            <a:xfrm>
              <a:off x="4924860" y="843558"/>
              <a:ext cx="79188" cy="163903"/>
            </a:xfrm>
            <a:custGeom>
              <a:avLst/>
              <a:gdLst>
                <a:gd name="connsiteX0" fmla="*/ 403860 w 403860"/>
                <a:gd name="connsiteY0" fmla="*/ 0 h 807720"/>
                <a:gd name="connsiteX1" fmla="*/ 0 w 403860"/>
                <a:gd name="connsiteY1" fmla="*/ 403860 h 807720"/>
                <a:gd name="connsiteX2" fmla="*/ 403860 w 403860"/>
                <a:gd name="connsiteY2" fmla="*/ 807720 h 807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03860" h="807720">
                  <a:moveTo>
                    <a:pt x="403860" y="0"/>
                  </a:moveTo>
                  <a:lnTo>
                    <a:pt x="0" y="403860"/>
                  </a:lnTo>
                  <a:lnTo>
                    <a:pt x="403860" y="807720"/>
                  </a:lnTo>
                </a:path>
              </a:pathLst>
            </a:custGeom>
            <a:noFill/>
            <a:ln w="12700" cap="flat" cmpd="sng" algn="ctr">
              <a:solidFill>
                <a:sysClr val="window" lastClr="FFFFFF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0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</p:grpSp>
      <p:grpSp>
        <p:nvGrpSpPr>
          <p:cNvPr id="287" name="组合 286"/>
          <p:cNvGrpSpPr/>
          <p:nvPr/>
        </p:nvGrpSpPr>
        <p:grpSpPr>
          <a:xfrm>
            <a:off x="4693438" y="1633471"/>
            <a:ext cx="2139186" cy="369333"/>
            <a:chOff x="4725054" y="719295"/>
            <a:chExt cx="2139186" cy="369333"/>
          </a:xfrm>
        </p:grpSpPr>
        <p:grpSp>
          <p:nvGrpSpPr>
            <p:cNvPr id="288" name="组合 287"/>
            <p:cNvGrpSpPr/>
            <p:nvPr/>
          </p:nvGrpSpPr>
          <p:grpSpPr>
            <a:xfrm>
              <a:off x="4725054" y="719295"/>
              <a:ext cx="2139186" cy="369333"/>
              <a:chOff x="3391798" y="1818640"/>
              <a:chExt cx="1498528" cy="183482"/>
            </a:xfrm>
          </p:grpSpPr>
          <p:sp>
            <p:nvSpPr>
              <p:cNvPr id="291" name="圆角矩形 290"/>
              <p:cNvSpPr/>
              <p:nvPr/>
            </p:nvSpPr>
            <p:spPr>
              <a:xfrm>
                <a:off x="3391798" y="1825128"/>
                <a:ext cx="1498528" cy="160961"/>
              </a:xfrm>
              <a:prstGeom prst="roundRect">
                <a:avLst/>
              </a:prstGeom>
              <a:gradFill>
                <a:gsLst>
                  <a:gs pos="100000">
                    <a:srgbClr val="31BDCA"/>
                  </a:gs>
                  <a:gs pos="0">
                    <a:srgbClr val="31BDCA">
                      <a:lumMod val="75000"/>
                    </a:srgbClr>
                  </a:gs>
                </a:gsLst>
                <a:lin ang="5400000" scaled="1"/>
              </a:gradFill>
              <a:ln w="28575" cap="flat">
                <a:gradFill>
                  <a:gsLst>
                    <a:gs pos="0">
                      <a:srgbClr val="31BDCA"/>
                    </a:gs>
                    <a:gs pos="100000">
                      <a:srgbClr val="31BDCA">
                        <a:lumMod val="75000"/>
                      </a:srgbClr>
                    </a:gs>
                  </a:gsLst>
                  <a:lin ang="5400000" scaled="1"/>
                </a:gradFill>
                <a:prstDash val="solid"/>
                <a:miter lim="800000"/>
              </a:ln>
              <a:effectLst>
                <a:outerShdw blurRad="228600" dist="101600" dir="5400000" algn="t" rotWithShape="0">
                  <a:sysClr val="windowText" lastClr="000000">
                    <a:lumMod val="85000"/>
                    <a:lumOff val="15000"/>
                    <a:alpha val="28000"/>
                  </a:sysClr>
                </a:outerShdw>
              </a:effectLst>
            </p:spPr>
            <p:txBody>
              <a:bodyPr vert="horz" wrap="square" lIns="121920" tIns="60960" rIns="121920" bIns="6096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endParaRPr>
              </a:p>
            </p:txBody>
          </p:sp>
          <p:sp>
            <p:nvSpPr>
              <p:cNvPr id="292" name="文本框 3"/>
              <p:cNvSpPr txBox="1">
                <a:spLocks noChangeArrowheads="1"/>
              </p:cNvSpPr>
              <p:nvPr/>
            </p:nvSpPr>
            <p:spPr bwMode="auto">
              <a:xfrm>
                <a:off x="3623287" y="1818640"/>
                <a:ext cx="1071495" cy="18348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>
                  <a:defRPr sz="3200">
                    <a:gradFill flip="none" rotWithShape="1">
                      <a:gsLst>
                        <a:gs pos="0">
                          <a:schemeClr val="accent2"/>
                        </a:gs>
                        <a:gs pos="34000">
                          <a:schemeClr val="accent1"/>
                        </a:gs>
                        <a:gs pos="68000">
                          <a:schemeClr val="accent3"/>
                        </a:gs>
                        <a:gs pos="100000">
                          <a:schemeClr val="accent4"/>
                        </a:gs>
                      </a:gsLst>
                      <a:lin ang="0" scaled="1"/>
                    </a:gradFill>
                  </a:defRPr>
                </a:lvl1pPr>
              </a:lstStyle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en-US" altLang="zh-CN" sz="1800" kern="0" dirty="0" smtClean="0">
                    <a:solidFill>
                      <a:prstClr val="white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Arial" panose="020B0604020202020204"/>
                  </a:rPr>
                  <a:t>2</a:t>
                </a:r>
                <a:r>
                  <a:rPr lang="en-US" altLang="zh-CN" sz="1800" kern="0" dirty="0">
                    <a:solidFill>
                      <a:prstClr val="white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Arial" panose="020B0604020202020204"/>
                  </a:rPr>
                  <a:t>.</a:t>
                </a:r>
                <a:r>
                  <a:rPr kumimoji="0" lang="zh-CN" altLang="en-US" sz="1800" b="0" i="0" u="none" strike="noStrike" kern="0" cap="none" spc="0" normalizeH="0" baseline="0" noProof="0" dirty="0" smtClean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Arial" panose="020B0604020202020204"/>
                  </a:rPr>
                  <a:t>确定</a:t>
                </a:r>
                <a:r>
                  <a:rPr lang="zh-CN" altLang="en-US" sz="1800" kern="0" dirty="0" smtClean="0">
                    <a:solidFill>
                      <a:prstClr val="white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Arial" panose="020B0604020202020204"/>
                  </a:rPr>
                  <a:t>主机</a:t>
                </a:r>
                <a:r>
                  <a:rPr kumimoji="0" lang="zh-CN" altLang="en-US" sz="1800" b="0" i="0" u="none" strike="noStrike" kern="0" cap="none" spc="0" normalizeH="0" baseline="0" noProof="0" dirty="0" smtClean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Arial" panose="020B0604020202020204"/>
                  </a:rPr>
                  <a:t>位</a:t>
                </a: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endParaRPr>
              </a:p>
            </p:txBody>
          </p:sp>
        </p:grpSp>
        <p:sp>
          <p:nvSpPr>
            <p:cNvPr id="289" name="任意多边形 288"/>
            <p:cNvSpPr/>
            <p:nvPr/>
          </p:nvSpPr>
          <p:spPr>
            <a:xfrm>
              <a:off x="4845672" y="817432"/>
              <a:ext cx="79188" cy="163903"/>
            </a:xfrm>
            <a:custGeom>
              <a:avLst/>
              <a:gdLst>
                <a:gd name="connsiteX0" fmla="*/ 403860 w 403860"/>
                <a:gd name="connsiteY0" fmla="*/ 0 h 807720"/>
                <a:gd name="connsiteX1" fmla="*/ 0 w 403860"/>
                <a:gd name="connsiteY1" fmla="*/ 403860 h 807720"/>
                <a:gd name="connsiteX2" fmla="*/ 403860 w 403860"/>
                <a:gd name="connsiteY2" fmla="*/ 807720 h 807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03860" h="807720">
                  <a:moveTo>
                    <a:pt x="403860" y="0"/>
                  </a:moveTo>
                  <a:lnTo>
                    <a:pt x="0" y="403860"/>
                  </a:lnTo>
                  <a:lnTo>
                    <a:pt x="403860" y="807720"/>
                  </a:lnTo>
                </a:path>
              </a:pathLst>
            </a:custGeom>
            <a:noFill/>
            <a:ln w="12700" cap="flat" cmpd="sng" algn="ctr">
              <a:solidFill>
                <a:sysClr val="window" lastClr="FFFFFF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0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290" name="任意多边形 289"/>
            <p:cNvSpPr/>
            <p:nvPr/>
          </p:nvSpPr>
          <p:spPr>
            <a:xfrm>
              <a:off x="4924860" y="817432"/>
              <a:ext cx="79188" cy="163903"/>
            </a:xfrm>
            <a:custGeom>
              <a:avLst/>
              <a:gdLst>
                <a:gd name="connsiteX0" fmla="*/ 403860 w 403860"/>
                <a:gd name="connsiteY0" fmla="*/ 0 h 807720"/>
                <a:gd name="connsiteX1" fmla="*/ 0 w 403860"/>
                <a:gd name="connsiteY1" fmla="*/ 403860 h 807720"/>
                <a:gd name="connsiteX2" fmla="*/ 403860 w 403860"/>
                <a:gd name="connsiteY2" fmla="*/ 807720 h 807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03860" h="807720">
                  <a:moveTo>
                    <a:pt x="403860" y="0"/>
                  </a:moveTo>
                  <a:lnTo>
                    <a:pt x="0" y="403860"/>
                  </a:lnTo>
                  <a:lnTo>
                    <a:pt x="403860" y="807720"/>
                  </a:lnTo>
                </a:path>
              </a:pathLst>
            </a:custGeom>
            <a:noFill/>
            <a:ln w="12700" cap="flat" cmpd="sng" algn="ctr">
              <a:solidFill>
                <a:sysClr val="window" lastClr="FFFFFF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0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</p:grpSp>
      <p:sp>
        <p:nvSpPr>
          <p:cNvPr id="296" name="TextBox 295"/>
          <p:cNvSpPr txBox="1"/>
          <p:nvPr/>
        </p:nvSpPr>
        <p:spPr>
          <a:xfrm>
            <a:off x="5914026" y="2981744"/>
            <a:ext cx="3142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8</a:t>
            </a:r>
            <a:endParaRPr lang="en-US" altLang="zh-CN" b="1" dirty="0" smtClean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7504" y="1608794"/>
            <a:ext cx="180999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smtClean="0">
                <a:solidFill>
                  <a:srgbClr val="31BDCA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192.168.8.0/24</a:t>
            </a:r>
            <a:r>
              <a:rPr lang="zh-CN" altLang="en-US" sz="1600" dirty="0" smtClean="0">
                <a:solidFill>
                  <a:srgbClr val="31BDCA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，</a:t>
            </a:r>
            <a:endParaRPr lang="zh-CN" altLang="en-US" sz="1600" dirty="0">
              <a:solidFill>
                <a:srgbClr val="C00000"/>
              </a:solidFill>
            </a:endParaRPr>
          </a:p>
        </p:txBody>
      </p:sp>
      <p:sp>
        <p:nvSpPr>
          <p:cNvPr id="297" name="Rectangle 3"/>
          <p:cNvSpPr txBox="1">
            <a:spLocks noChangeArrowheads="1"/>
          </p:cNvSpPr>
          <p:nvPr/>
        </p:nvSpPr>
        <p:spPr>
          <a:xfrm>
            <a:off x="6719177" y="2977338"/>
            <a:ext cx="680315" cy="3961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342900">
              <a:spcBef>
                <a:spcPct val="20000"/>
              </a:spcBef>
              <a:defRPr/>
            </a:pPr>
            <a:r>
              <a:rPr lang="en-US" altLang="zh-CN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2+7</a:t>
            </a:r>
            <a:endParaRPr lang="en-US" altLang="zh-CN" b="1" dirty="0" smtClean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298" name="TextBox 297"/>
          <p:cNvSpPr txBox="1"/>
          <p:nvPr/>
        </p:nvSpPr>
        <p:spPr>
          <a:xfrm>
            <a:off x="4597318" y="3293080"/>
            <a:ext cx="10536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 smtClean="0">
                <a:solidFill>
                  <a:srgbClr val="C00000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VLSM</a:t>
            </a:r>
            <a:endParaRPr lang="zh-CN" altLang="en-US" sz="2400" b="1" dirty="0">
              <a:solidFill>
                <a:srgbClr val="C00000"/>
              </a:solidFill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299" name="TextBox 298"/>
          <p:cNvSpPr txBox="1"/>
          <p:nvPr/>
        </p:nvSpPr>
        <p:spPr>
          <a:xfrm>
            <a:off x="5551953" y="3351391"/>
            <a:ext cx="32403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>
                <a:solidFill>
                  <a:prstClr val="black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Variable </a:t>
            </a:r>
            <a:r>
              <a:rPr lang="en-US" altLang="zh-CN" dirty="0">
                <a:solidFill>
                  <a:prstClr val="black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Length Subnet Mask</a:t>
            </a:r>
            <a:endParaRPr lang="zh-CN" altLang="en-US" dirty="0">
              <a:solidFill>
                <a:prstClr val="black"/>
              </a:solidFill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300" name="TextBox 299"/>
          <p:cNvSpPr txBox="1"/>
          <p:nvPr/>
        </p:nvSpPr>
        <p:spPr>
          <a:xfrm>
            <a:off x="4539509" y="3692309"/>
            <a:ext cx="4371636" cy="9520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b="1" dirty="0" smtClean="0">
                <a:solidFill>
                  <a:srgbClr val="C00000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可变长</a:t>
            </a:r>
            <a:r>
              <a:rPr lang="zh-CN" altLang="en-US" b="1" dirty="0">
                <a:solidFill>
                  <a:srgbClr val="C00000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子网掩码：</a:t>
            </a:r>
            <a:r>
              <a:rPr lang="zh-CN" altLang="en-US" sz="1600" dirty="0">
                <a:solidFill>
                  <a:prstClr val="black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当各子网中主机规模不一致的情况下，它允许在同一网络范围</a:t>
            </a:r>
            <a:r>
              <a:rPr lang="zh-CN" altLang="en-US" sz="1600" dirty="0" smtClean="0">
                <a:solidFill>
                  <a:prstClr val="black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内的子网使用</a:t>
            </a:r>
            <a:r>
              <a:rPr lang="zh-CN" altLang="en-US" sz="1600" b="1" dirty="0">
                <a:solidFill>
                  <a:srgbClr val="C00000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不同长度</a:t>
            </a:r>
            <a:r>
              <a:rPr lang="zh-CN" altLang="en-US" sz="1600" dirty="0">
                <a:solidFill>
                  <a:prstClr val="black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的子网掩码。</a:t>
            </a:r>
            <a:endParaRPr lang="zh-CN" altLang="en-US" sz="1600" dirty="0">
              <a:solidFill>
                <a:prstClr val="black"/>
              </a:solidFill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</p:txBody>
      </p:sp>
      <p:grpSp>
        <p:nvGrpSpPr>
          <p:cNvPr id="220" name="组合 219"/>
          <p:cNvGrpSpPr/>
          <p:nvPr/>
        </p:nvGrpSpPr>
        <p:grpSpPr>
          <a:xfrm>
            <a:off x="-108520" y="2278166"/>
            <a:ext cx="4456146" cy="2448000"/>
            <a:chOff x="-108520" y="2343481"/>
            <a:chExt cx="4456146" cy="2448000"/>
          </a:xfrm>
        </p:grpSpPr>
        <p:grpSp>
          <p:nvGrpSpPr>
            <p:cNvPr id="222" name="组合 221"/>
            <p:cNvGrpSpPr/>
            <p:nvPr/>
          </p:nvGrpSpPr>
          <p:grpSpPr>
            <a:xfrm>
              <a:off x="-108520" y="2343481"/>
              <a:ext cx="3240360" cy="2448000"/>
              <a:chOff x="-25482" y="2460796"/>
              <a:chExt cx="4648540" cy="4261570"/>
            </a:xfrm>
          </p:grpSpPr>
          <p:grpSp>
            <p:nvGrpSpPr>
              <p:cNvPr id="265" name="组合 264"/>
              <p:cNvGrpSpPr/>
              <p:nvPr/>
            </p:nvGrpSpPr>
            <p:grpSpPr>
              <a:xfrm flipH="1">
                <a:off x="896360" y="5312588"/>
                <a:ext cx="3698663" cy="1329362"/>
                <a:chOff x="1614488" y="1476949"/>
                <a:chExt cx="3768925" cy="1247202"/>
              </a:xfrm>
            </p:grpSpPr>
            <p:sp>
              <p:nvSpPr>
                <p:cNvPr id="377" name="Freeform 130"/>
                <p:cNvSpPr/>
                <p:nvPr/>
              </p:nvSpPr>
              <p:spPr bwMode="auto">
                <a:xfrm>
                  <a:off x="2378075" y="1944688"/>
                  <a:ext cx="0" cy="4763"/>
                </a:xfrm>
                <a:custGeom>
                  <a:avLst/>
                  <a:gdLst>
                    <a:gd name="T0" fmla="*/ 0 h 1"/>
                    <a:gd name="T1" fmla="*/ 1 h 1"/>
                    <a:gd name="T2" fmla="*/ 0 h 1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  <a:cxn ang="0">
                      <a:pos x="0" y="T2"/>
                    </a:cxn>
                  </a:cxnLst>
                  <a:rect l="0" t="0" r="r" b="b"/>
                  <a:pathLst>
                    <a:path h="1">
                      <a:moveTo>
                        <a:pt x="0" y="0"/>
                      </a:moveTo>
                      <a:cubicBezTo>
                        <a:pt x="0" y="0"/>
                        <a:pt x="0" y="1"/>
                        <a:pt x="0" y="1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solidFill>
                  <a:srgbClr val="DEAF4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>
                    <a:solidFill>
                      <a:prstClr val="black"/>
                    </a:solidFill>
                    <a:latin typeface="Arial" panose="020B0604020202020204"/>
                    <a:ea typeface="微软雅黑" panose="020B0503020204020204" pitchFamily="34" charset="-122"/>
                    <a:cs typeface="Arial" panose="020B0604020202020204"/>
                  </a:endParaRPr>
                </a:p>
              </p:txBody>
            </p:sp>
            <p:sp>
              <p:nvSpPr>
                <p:cNvPr id="378" name="Freeform 132"/>
                <p:cNvSpPr/>
                <p:nvPr/>
              </p:nvSpPr>
              <p:spPr bwMode="auto">
                <a:xfrm>
                  <a:off x="5077025" y="1476949"/>
                  <a:ext cx="306388" cy="1157288"/>
                </a:xfrm>
                <a:custGeom>
                  <a:avLst/>
                  <a:gdLst>
                    <a:gd name="T0" fmla="*/ 178 w 193"/>
                    <a:gd name="T1" fmla="*/ 212 h 729"/>
                    <a:gd name="T2" fmla="*/ 178 w 193"/>
                    <a:gd name="T3" fmla="*/ 136 h 729"/>
                    <a:gd name="T4" fmla="*/ 143 w 193"/>
                    <a:gd name="T5" fmla="*/ 136 h 729"/>
                    <a:gd name="T6" fmla="*/ 143 w 193"/>
                    <a:gd name="T7" fmla="*/ 64 h 729"/>
                    <a:gd name="T8" fmla="*/ 110 w 193"/>
                    <a:gd name="T9" fmla="*/ 64 h 729"/>
                    <a:gd name="T10" fmla="*/ 110 w 193"/>
                    <a:gd name="T11" fmla="*/ 17 h 729"/>
                    <a:gd name="T12" fmla="*/ 105 w 193"/>
                    <a:gd name="T13" fmla="*/ 17 h 729"/>
                    <a:gd name="T14" fmla="*/ 105 w 193"/>
                    <a:gd name="T15" fmla="*/ 64 h 729"/>
                    <a:gd name="T16" fmla="*/ 98 w 193"/>
                    <a:gd name="T17" fmla="*/ 64 h 729"/>
                    <a:gd name="T18" fmla="*/ 98 w 193"/>
                    <a:gd name="T19" fmla="*/ 0 h 729"/>
                    <a:gd name="T20" fmla="*/ 86 w 193"/>
                    <a:gd name="T21" fmla="*/ 0 h 729"/>
                    <a:gd name="T22" fmla="*/ 86 w 193"/>
                    <a:gd name="T23" fmla="*/ 64 h 729"/>
                    <a:gd name="T24" fmla="*/ 53 w 193"/>
                    <a:gd name="T25" fmla="*/ 64 h 729"/>
                    <a:gd name="T26" fmla="*/ 53 w 193"/>
                    <a:gd name="T27" fmla="*/ 136 h 729"/>
                    <a:gd name="T28" fmla="*/ 17 w 193"/>
                    <a:gd name="T29" fmla="*/ 136 h 729"/>
                    <a:gd name="T30" fmla="*/ 17 w 193"/>
                    <a:gd name="T31" fmla="*/ 212 h 729"/>
                    <a:gd name="T32" fmla="*/ 0 w 193"/>
                    <a:gd name="T33" fmla="*/ 212 h 729"/>
                    <a:gd name="T34" fmla="*/ 0 w 193"/>
                    <a:gd name="T35" fmla="*/ 729 h 729"/>
                    <a:gd name="T36" fmla="*/ 193 w 193"/>
                    <a:gd name="T37" fmla="*/ 729 h 729"/>
                    <a:gd name="T38" fmla="*/ 193 w 193"/>
                    <a:gd name="T39" fmla="*/ 212 h 729"/>
                    <a:gd name="T40" fmla="*/ 178 w 193"/>
                    <a:gd name="T41" fmla="*/ 212 h 7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</a:cxnLst>
                  <a:rect l="0" t="0" r="r" b="b"/>
                  <a:pathLst>
                    <a:path w="193" h="729">
                      <a:moveTo>
                        <a:pt x="178" y="212"/>
                      </a:moveTo>
                      <a:lnTo>
                        <a:pt x="178" y="136"/>
                      </a:lnTo>
                      <a:lnTo>
                        <a:pt x="143" y="136"/>
                      </a:lnTo>
                      <a:lnTo>
                        <a:pt x="143" y="64"/>
                      </a:lnTo>
                      <a:lnTo>
                        <a:pt x="110" y="64"/>
                      </a:lnTo>
                      <a:lnTo>
                        <a:pt x="110" y="17"/>
                      </a:lnTo>
                      <a:lnTo>
                        <a:pt x="105" y="17"/>
                      </a:lnTo>
                      <a:lnTo>
                        <a:pt x="105" y="64"/>
                      </a:lnTo>
                      <a:lnTo>
                        <a:pt x="98" y="64"/>
                      </a:lnTo>
                      <a:lnTo>
                        <a:pt x="98" y="0"/>
                      </a:lnTo>
                      <a:lnTo>
                        <a:pt x="86" y="0"/>
                      </a:lnTo>
                      <a:lnTo>
                        <a:pt x="86" y="64"/>
                      </a:lnTo>
                      <a:lnTo>
                        <a:pt x="53" y="64"/>
                      </a:lnTo>
                      <a:lnTo>
                        <a:pt x="53" y="136"/>
                      </a:lnTo>
                      <a:lnTo>
                        <a:pt x="17" y="136"/>
                      </a:lnTo>
                      <a:lnTo>
                        <a:pt x="17" y="212"/>
                      </a:lnTo>
                      <a:lnTo>
                        <a:pt x="0" y="212"/>
                      </a:lnTo>
                      <a:lnTo>
                        <a:pt x="0" y="729"/>
                      </a:lnTo>
                      <a:lnTo>
                        <a:pt x="193" y="729"/>
                      </a:lnTo>
                      <a:lnTo>
                        <a:pt x="193" y="212"/>
                      </a:lnTo>
                      <a:lnTo>
                        <a:pt x="178" y="212"/>
                      </a:lnTo>
                      <a:close/>
                    </a:path>
                  </a:pathLst>
                </a:custGeom>
                <a:solidFill>
                  <a:srgbClr val="746A5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>
                    <a:solidFill>
                      <a:prstClr val="black"/>
                    </a:solidFill>
                    <a:latin typeface="Arial" panose="020B0604020202020204"/>
                    <a:ea typeface="微软雅黑" panose="020B0503020204020204" pitchFamily="34" charset="-122"/>
                    <a:cs typeface="Arial" panose="020B0604020202020204"/>
                  </a:endParaRPr>
                </a:p>
              </p:txBody>
            </p:sp>
            <p:sp>
              <p:nvSpPr>
                <p:cNvPr id="379" name="Freeform 135"/>
                <p:cNvSpPr/>
                <p:nvPr/>
              </p:nvSpPr>
              <p:spPr bwMode="auto">
                <a:xfrm>
                  <a:off x="2419350" y="2012950"/>
                  <a:ext cx="0" cy="3175"/>
                </a:xfrm>
                <a:custGeom>
                  <a:avLst/>
                  <a:gdLst>
                    <a:gd name="T0" fmla="*/ 0 h 1"/>
                    <a:gd name="T1" fmla="*/ 0 h 1"/>
                    <a:gd name="T2" fmla="*/ 1 h 1"/>
                    <a:gd name="T3" fmla="*/ 0 h 1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  <a:cxn ang="0">
                      <a:pos x="0" y="T2"/>
                    </a:cxn>
                    <a:cxn ang="0">
                      <a:pos x="0" y="T3"/>
                    </a:cxn>
                  </a:cxnLst>
                  <a:rect l="0" t="0" r="r" b="b"/>
                  <a:pathLst>
                    <a:path h="1"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1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452918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>
                    <a:solidFill>
                      <a:prstClr val="black"/>
                    </a:solidFill>
                    <a:latin typeface="Arial" panose="020B0604020202020204"/>
                    <a:ea typeface="微软雅黑" panose="020B0503020204020204" pitchFamily="34" charset="-122"/>
                    <a:cs typeface="Arial" panose="020B0604020202020204"/>
                  </a:endParaRPr>
                </a:p>
              </p:txBody>
            </p:sp>
            <p:sp>
              <p:nvSpPr>
                <p:cNvPr id="380" name="Freeform 136"/>
                <p:cNvSpPr/>
                <p:nvPr/>
              </p:nvSpPr>
              <p:spPr bwMode="auto">
                <a:xfrm>
                  <a:off x="2171700" y="1971675"/>
                  <a:ext cx="247650" cy="747713"/>
                </a:xfrm>
                <a:custGeom>
                  <a:avLst/>
                  <a:gdLst>
                    <a:gd name="T0" fmla="*/ 65 w 66"/>
                    <a:gd name="T1" fmla="*/ 12 h 198"/>
                    <a:gd name="T2" fmla="*/ 65 w 66"/>
                    <a:gd name="T3" fmla="*/ 11 h 198"/>
                    <a:gd name="T4" fmla="*/ 65 w 66"/>
                    <a:gd name="T5" fmla="*/ 11 h 198"/>
                    <a:gd name="T6" fmla="*/ 42 w 66"/>
                    <a:gd name="T7" fmla="*/ 0 h 198"/>
                    <a:gd name="T8" fmla="*/ 20 w 66"/>
                    <a:gd name="T9" fmla="*/ 11 h 198"/>
                    <a:gd name="T10" fmla="*/ 19 w 66"/>
                    <a:gd name="T11" fmla="*/ 11 h 198"/>
                    <a:gd name="T12" fmla="*/ 19 w 66"/>
                    <a:gd name="T13" fmla="*/ 11 h 198"/>
                    <a:gd name="T14" fmla="*/ 19 w 66"/>
                    <a:gd name="T15" fmla="*/ 11 h 198"/>
                    <a:gd name="T16" fmla="*/ 19 w 66"/>
                    <a:gd name="T17" fmla="*/ 12 h 198"/>
                    <a:gd name="T18" fmla="*/ 19 w 66"/>
                    <a:gd name="T19" fmla="*/ 11 h 198"/>
                    <a:gd name="T20" fmla="*/ 19 w 66"/>
                    <a:gd name="T21" fmla="*/ 44 h 198"/>
                    <a:gd name="T22" fmla="*/ 19 w 66"/>
                    <a:gd name="T23" fmla="*/ 44 h 198"/>
                    <a:gd name="T24" fmla="*/ 18 w 66"/>
                    <a:gd name="T25" fmla="*/ 43 h 198"/>
                    <a:gd name="T26" fmla="*/ 9 w 66"/>
                    <a:gd name="T27" fmla="*/ 39 h 198"/>
                    <a:gd name="T28" fmla="*/ 1 w 66"/>
                    <a:gd name="T29" fmla="*/ 43 h 198"/>
                    <a:gd name="T30" fmla="*/ 0 w 66"/>
                    <a:gd name="T31" fmla="*/ 44 h 198"/>
                    <a:gd name="T32" fmla="*/ 0 w 66"/>
                    <a:gd name="T33" fmla="*/ 198 h 198"/>
                    <a:gd name="T34" fmla="*/ 9 w 66"/>
                    <a:gd name="T35" fmla="*/ 198 h 198"/>
                    <a:gd name="T36" fmla="*/ 19 w 66"/>
                    <a:gd name="T37" fmla="*/ 198 h 198"/>
                    <a:gd name="T38" fmla="*/ 46 w 66"/>
                    <a:gd name="T39" fmla="*/ 198 h 198"/>
                    <a:gd name="T40" fmla="*/ 65 w 66"/>
                    <a:gd name="T41" fmla="*/ 198 h 198"/>
                    <a:gd name="T42" fmla="*/ 65 w 66"/>
                    <a:gd name="T43" fmla="*/ 12 h 198"/>
                    <a:gd name="T44" fmla="*/ 66 w 66"/>
                    <a:gd name="T45" fmla="*/ 12 h 198"/>
                    <a:gd name="T46" fmla="*/ 65 w 66"/>
                    <a:gd name="T47" fmla="*/ 12 h 1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66" h="198">
                      <a:moveTo>
                        <a:pt x="65" y="12"/>
                      </a:moveTo>
                      <a:cubicBezTo>
                        <a:pt x="65" y="11"/>
                        <a:pt x="65" y="11"/>
                        <a:pt x="65" y="11"/>
                      </a:cubicBezTo>
                      <a:cubicBezTo>
                        <a:pt x="65" y="11"/>
                        <a:pt x="65" y="11"/>
                        <a:pt x="65" y="11"/>
                      </a:cubicBezTo>
                      <a:cubicBezTo>
                        <a:pt x="59" y="5"/>
                        <a:pt x="51" y="0"/>
                        <a:pt x="42" y="0"/>
                      </a:cubicBezTo>
                      <a:cubicBezTo>
                        <a:pt x="33" y="0"/>
                        <a:pt x="25" y="5"/>
                        <a:pt x="20" y="11"/>
                      </a:cubicBezTo>
                      <a:cubicBezTo>
                        <a:pt x="19" y="11"/>
                        <a:pt x="19" y="11"/>
                        <a:pt x="19" y="11"/>
                      </a:cubicBezTo>
                      <a:cubicBezTo>
                        <a:pt x="19" y="11"/>
                        <a:pt x="19" y="11"/>
                        <a:pt x="19" y="11"/>
                      </a:cubicBezTo>
                      <a:cubicBezTo>
                        <a:pt x="19" y="11"/>
                        <a:pt x="19" y="11"/>
                        <a:pt x="19" y="11"/>
                      </a:cubicBezTo>
                      <a:cubicBezTo>
                        <a:pt x="19" y="12"/>
                        <a:pt x="19" y="12"/>
                        <a:pt x="19" y="12"/>
                      </a:cubicBezTo>
                      <a:cubicBezTo>
                        <a:pt x="19" y="11"/>
                        <a:pt x="19" y="11"/>
                        <a:pt x="19" y="11"/>
                      </a:cubicBezTo>
                      <a:cubicBezTo>
                        <a:pt x="19" y="44"/>
                        <a:pt x="19" y="44"/>
                        <a:pt x="19" y="44"/>
                      </a:cubicBezTo>
                      <a:cubicBezTo>
                        <a:pt x="19" y="44"/>
                        <a:pt x="19" y="44"/>
                        <a:pt x="19" y="44"/>
                      </a:cubicBezTo>
                      <a:cubicBezTo>
                        <a:pt x="18" y="43"/>
                        <a:pt x="18" y="43"/>
                        <a:pt x="18" y="43"/>
                      </a:cubicBezTo>
                      <a:cubicBezTo>
                        <a:pt x="16" y="40"/>
                        <a:pt x="13" y="39"/>
                        <a:pt x="9" y="39"/>
                      </a:cubicBezTo>
                      <a:cubicBezTo>
                        <a:pt x="6" y="39"/>
                        <a:pt x="3" y="40"/>
                        <a:pt x="1" y="43"/>
                      </a:cubicBezTo>
                      <a:cubicBezTo>
                        <a:pt x="0" y="44"/>
                        <a:pt x="0" y="44"/>
                        <a:pt x="0" y="44"/>
                      </a:cubicBezTo>
                      <a:cubicBezTo>
                        <a:pt x="0" y="198"/>
                        <a:pt x="0" y="198"/>
                        <a:pt x="0" y="198"/>
                      </a:cubicBezTo>
                      <a:cubicBezTo>
                        <a:pt x="9" y="198"/>
                        <a:pt x="9" y="198"/>
                        <a:pt x="9" y="198"/>
                      </a:cubicBezTo>
                      <a:cubicBezTo>
                        <a:pt x="19" y="198"/>
                        <a:pt x="19" y="198"/>
                        <a:pt x="19" y="198"/>
                      </a:cubicBezTo>
                      <a:cubicBezTo>
                        <a:pt x="46" y="198"/>
                        <a:pt x="46" y="198"/>
                        <a:pt x="46" y="198"/>
                      </a:cubicBezTo>
                      <a:cubicBezTo>
                        <a:pt x="65" y="198"/>
                        <a:pt x="65" y="198"/>
                        <a:pt x="65" y="198"/>
                      </a:cubicBezTo>
                      <a:cubicBezTo>
                        <a:pt x="65" y="12"/>
                        <a:pt x="65" y="12"/>
                        <a:pt x="65" y="12"/>
                      </a:cubicBezTo>
                      <a:cubicBezTo>
                        <a:pt x="66" y="12"/>
                        <a:pt x="66" y="12"/>
                        <a:pt x="66" y="12"/>
                      </a:cubicBezTo>
                      <a:cubicBezTo>
                        <a:pt x="66" y="12"/>
                        <a:pt x="65" y="12"/>
                        <a:pt x="65" y="12"/>
                      </a:cubicBezTo>
                      <a:close/>
                    </a:path>
                  </a:pathLst>
                </a:custGeom>
                <a:solidFill>
                  <a:srgbClr val="5C4E4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>
                    <a:solidFill>
                      <a:prstClr val="black"/>
                    </a:solidFill>
                    <a:latin typeface="Arial" panose="020B0604020202020204"/>
                    <a:ea typeface="微软雅黑" panose="020B0503020204020204" pitchFamily="34" charset="-122"/>
                    <a:cs typeface="Arial" panose="020B0604020202020204"/>
                  </a:endParaRPr>
                </a:p>
              </p:txBody>
            </p:sp>
            <p:sp>
              <p:nvSpPr>
                <p:cNvPr id="381" name="Freeform 149"/>
                <p:cNvSpPr/>
                <p:nvPr/>
              </p:nvSpPr>
              <p:spPr bwMode="auto">
                <a:xfrm>
                  <a:off x="1806575" y="1608138"/>
                  <a:ext cx="47625" cy="34925"/>
                </a:xfrm>
                <a:custGeom>
                  <a:avLst/>
                  <a:gdLst>
                    <a:gd name="T0" fmla="*/ 0 w 30"/>
                    <a:gd name="T1" fmla="*/ 22 h 22"/>
                    <a:gd name="T2" fmla="*/ 30 w 30"/>
                    <a:gd name="T3" fmla="*/ 22 h 22"/>
                    <a:gd name="T4" fmla="*/ 16 w 30"/>
                    <a:gd name="T5" fmla="*/ 0 h 22"/>
                    <a:gd name="T6" fmla="*/ 0 w 30"/>
                    <a:gd name="T7" fmla="*/ 22 h 2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0" h="22">
                      <a:moveTo>
                        <a:pt x="0" y="22"/>
                      </a:moveTo>
                      <a:lnTo>
                        <a:pt x="30" y="22"/>
                      </a:lnTo>
                      <a:lnTo>
                        <a:pt x="16" y="0"/>
                      </a:lnTo>
                      <a:lnTo>
                        <a:pt x="0" y="22"/>
                      </a:lnTo>
                      <a:close/>
                    </a:path>
                  </a:pathLst>
                </a:custGeom>
                <a:solidFill>
                  <a:srgbClr val="746A5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>
                    <a:solidFill>
                      <a:prstClr val="black"/>
                    </a:solidFill>
                    <a:latin typeface="Arial" panose="020B0604020202020204"/>
                    <a:ea typeface="微软雅黑" panose="020B0503020204020204" pitchFamily="34" charset="-122"/>
                    <a:cs typeface="Arial" panose="020B0604020202020204"/>
                  </a:endParaRPr>
                </a:p>
              </p:txBody>
            </p:sp>
            <p:sp>
              <p:nvSpPr>
                <p:cNvPr id="382" name="Rectangle 151"/>
                <p:cNvSpPr>
                  <a:spLocks noChangeArrowheads="1"/>
                </p:cNvSpPr>
                <p:nvPr/>
              </p:nvSpPr>
              <p:spPr bwMode="auto">
                <a:xfrm>
                  <a:off x="1831975" y="2089150"/>
                  <a:ext cx="30163" cy="30163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>
                    <a:solidFill>
                      <a:prstClr val="black"/>
                    </a:solidFill>
                    <a:latin typeface="Arial" panose="020B0604020202020204"/>
                    <a:ea typeface="微软雅黑" panose="020B0503020204020204" pitchFamily="34" charset="-122"/>
                    <a:cs typeface="Arial" panose="020B0604020202020204"/>
                  </a:endParaRPr>
                </a:p>
              </p:txBody>
            </p:sp>
            <p:sp>
              <p:nvSpPr>
                <p:cNvPr id="383" name="Rectangle 152"/>
                <p:cNvSpPr>
                  <a:spLocks noChangeArrowheads="1"/>
                </p:cNvSpPr>
                <p:nvPr/>
              </p:nvSpPr>
              <p:spPr bwMode="auto">
                <a:xfrm>
                  <a:off x="1677988" y="2174875"/>
                  <a:ext cx="30163" cy="34925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>
                    <a:solidFill>
                      <a:prstClr val="black"/>
                    </a:solidFill>
                    <a:latin typeface="Arial" panose="020B0604020202020204"/>
                    <a:ea typeface="微软雅黑" panose="020B0503020204020204" pitchFamily="34" charset="-122"/>
                    <a:cs typeface="Arial" panose="020B0604020202020204"/>
                  </a:endParaRPr>
                </a:p>
              </p:txBody>
            </p:sp>
            <p:sp>
              <p:nvSpPr>
                <p:cNvPr id="384" name="Rectangle 153"/>
                <p:cNvSpPr>
                  <a:spLocks noChangeArrowheads="1"/>
                </p:cNvSpPr>
                <p:nvPr/>
              </p:nvSpPr>
              <p:spPr bwMode="auto">
                <a:xfrm>
                  <a:off x="1708150" y="2278063"/>
                  <a:ext cx="30163" cy="33338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>
                    <a:solidFill>
                      <a:prstClr val="black"/>
                    </a:solidFill>
                    <a:latin typeface="Arial" panose="020B0604020202020204"/>
                    <a:ea typeface="微软雅黑" panose="020B0503020204020204" pitchFamily="34" charset="-122"/>
                    <a:cs typeface="Arial" panose="020B0604020202020204"/>
                  </a:endParaRPr>
                </a:p>
              </p:txBody>
            </p:sp>
            <p:sp>
              <p:nvSpPr>
                <p:cNvPr id="385" name="Rectangle 154"/>
                <p:cNvSpPr>
                  <a:spLocks noChangeArrowheads="1"/>
                </p:cNvSpPr>
                <p:nvPr/>
              </p:nvSpPr>
              <p:spPr bwMode="auto">
                <a:xfrm>
                  <a:off x="1651000" y="2455863"/>
                  <a:ext cx="34925" cy="30163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>
                    <a:solidFill>
                      <a:prstClr val="black"/>
                    </a:solidFill>
                    <a:latin typeface="Arial" panose="020B0604020202020204"/>
                    <a:ea typeface="微软雅黑" panose="020B0503020204020204" pitchFamily="34" charset="-122"/>
                    <a:cs typeface="Arial" panose="020B0604020202020204"/>
                  </a:endParaRPr>
                </a:p>
              </p:txBody>
            </p:sp>
            <p:sp>
              <p:nvSpPr>
                <p:cNvPr id="386" name="Rectangle 155"/>
                <p:cNvSpPr>
                  <a:spLocks noChangeArrowheads="1"/>
                </p:cNvSpPr>
                <p:nvPr/>
              </p:nvSpPr>
              <p:spPr bwMode="auto">
                <a:xfrm>
                  <a:off x="1614488" y="2571750"/>
                  <a:ext cx="33338" cy="34925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>
                    <a:solidFill>
                      <a:prstClr val="black"/>
                    </a:solidFill>
                    <a:latin typeface="Arial" panose="020B0604020202020204"/>
                    <a:ea typeface="微软雅黑" panose="020B0503020204020204" pitchFamily="34" charset="-122"/>
                    <a:cs typeface="Arial" panose="020B0604020202020204"/>
                  </a:endParaRPr>
                </a:p>
              </p:txBody>
            </p:sp>
            <p:sp>
              <p:nvSpPr>
                <p:cNvPr id="387" name="Rectangle 156"/>
                <p:cNvSpPr>
                  <a:spLocks noChangeArrowheads="1"/>
                </p:cNvSpPr>
                <p:nvPr/>
              </p:nvSpPr>
              <p:spPr bwMode="auto">
                <a:xfrm>
                  <a:off x="1812925" y="2251075"/>
                  <a:ext cx="34925" cy="33338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>
                    <a:solidFill>
                      <a:prstClr val="black"/>
                    </a:solidFill>
                    <a:latin typeface="Arial" panose="020B0604020202020204"/>
                    <a:ea typeface="微软雅黑" panose="020B0503020204020204" pitchFamily="34" charset="-122"/>
                    <a:cs typeface="Arial" panose="020B0604020202020204"/>
                  </a:endParaRPr>
                </a:p>
              </p:txBody>
            </p:sp>
            <p:sp>
              <p:nvSpPr>
                <p:cNvPr id="388" name="Rectangle 157"/>
                <p:cNvSpPr>
                  <a:spLocks noChangeArrowheads="1"/>
                </p:cNvSpPr>
                <p:nvPr/>
              </p:nvSpPr>
              <p:spPr bwMode="auto">
                <a:xfrm>
                  <a:off x="1722438" y="2527300"/>
                  <a:ext cx="34925" cy="30163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>
                    <a:solidFill>
                      <a:prstClr val="black"/>
                    </a:solidFill>
                    <a:latin typeface="Arial" panose="020B0604020202020204"/>
                    <a:ea typeface="微软雅黑" panose="020B0503020204020204" pitchFamily="34" charset="-122"/>
                    <a:cs typeface="Arial" panose="020B0604020202020204"/>
                  </a:endParaRPr>
                </a:p>
              </p:txBody>
            </p:sp>
            <p:sp>
              <p:nvSpPr>
                <p:cNvPr id="389" name="Rectangle 158"/>
                <p:cNvSpPr>
                  <a:spLocks noChangeArrowheads="1"/>
                </p:cNvSpPr>
                <p:nvPr/>
              </p:nvSpPr>
              <p:spPr bwMode="auto">
                <a:xfrm>
                  <a:off x="1708150" y="2644775"/>
                  <a:ext cx="30163" cy="33338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>
                    <a:solidFill>
                      <a:prstClr val="black"/>
                    </a:solidFill>
                    <a:latin typeface="Arial" panose="020B0604020202020204"/>
                    <a:ea typeface="微软雅黑" panose="020B0503020204020204" pitchFamily="34" charset="-122"/>
                    <a:cs typeface="Arial" panose="020B0604020202020204"/>
                  </a:endParaRPr>
                </a:p>
              </p:txBody>
            </p:sp>
            <p:sp>
              <p:nvSpPr>
                <p:cNvPr id="390" name="Rectangle 159"/>
                <p:cNvSpPr>
                  <a:spLocks noChangeArrowheads="1"/>
                </p:cNvSpPr>
                <p:nvPr/>
              </p:nvSpPr>
              <p:spPr bwMode="auto">
                <a:xfrm>
                  <a:off x="1670050" y="1895475"/>
                  <a:ext cx="33338" cy="34925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>
                    <a:solidFill>
                      <a:prstClr val="black"/>
                    </a:solidFill>
                    <a:latin typeface="Arial" panose="020B0604020202020204"/>
                    <a:ea typeface="微软雅黑" panose="020B0503020204020204" pitchFamily="34" charset="-122"/>
                    <a:cs typeface="Arial" panose="020B0604020202020204"/>
                  </a:endParaRPr>
                </a:p>
              </p:txBody>
            </p:sp>
            <p:sp>
              <p:nvSpPr>
                <p:cNvPr id="391" name="Rectangle 160"/>
                <p:cNvSpPr>
                  <a:spLocks noChangeArrowheads="1"/>
                </p:cNvSpPr>
                <p:nvPr/>
              </p:nvSpPr>
              <p:spPr bwMode="auto">
                <a:xfrm>
                  <a:off x="1812925" y="1955800"/>
                  <a:ext cx="34925" cy="34925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>
                    <a:solidFill>
                      <a:prstClr val="black"/>
                    </a:solidFill>
                    <a:latin typeface="Arial" panose="020B0604020202020204"/>
                    <a:ea typeface="微软雅黑" panose="020B0503020204020204" pitchFamily="34" charset="-122"/>
                    <a:cs typeface="Arial" panose="020B0604020202020204"/>
                  </a:endParaRPr>
                </a:p>
              </p:txBody>
            </p:sp>
            <p:sp>
              <p:nvSpPr>
                <p:cNvPr id="392" name="Rectangle 170"/>
                <p:cNvSpPr>
                  <a:spLocks noChangeArrowheads="1"/>
                </p:cNvSpPr>
                <p:nvPr/>
              </p:nvSpPr>
              <p:spPr bwMode="auto">
                <a:xfrm>
                  <a:off x="1858963" y="2413000"/>
                  <a:ext cx="384175" cy="287338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>
                    <a:solidFill>
                      <a:prstClr val="black"/>
                    </a:solidFill>
                    <a:latin typeface="Arial" panose="020B0604020202020204"/>
                    <a:ea typeface="微软雅黑" panose="020B0503020204020204" pitchFamily="34" charset="-122"/>
                    <a:cs typeface="Arial" panose="020B0604020202020204"/>
                  </a:endParaRPr>
                </a:p>
              </p:txBody>
            </p:sp>
            <p:sp>
              <p:nvSpPr>
                <p:cNvPr id="393" name="Freeform 171"/>
                <p:cNvSpPr>
                  <a:spLocks noEditPoints="1"/>
                </p:cNvSpPr>
                <p:nvPr/>
              </p:nvSpPr>
              <p:spPr bwMode="auto">
                <a:xfrm>
                  <a:off x="1847850" y="2420938"/>
                  <a:ext cx="398463" cy="303213"/>
                </a:xfrm>
                <a:custGeom>
                  <a:avLst/>
                  <a:gdLst>
                    <a:gd name="T0" fmla="*/ 0 w 106"/>
                    <a:gd name="T1" fmla="*/ 80 h 80"/>
                    <a:gd name="T2" fmla="*/ 106 w 106"/>
                    <a:gd name="T3" fmla="*/ 0 h 80"/>
                    <a:gd name="T4" fmla="*/ 15 w 106"/>
                    <a:gd name="T5" fmla="*/ 65 h 80"/>
                    <a:gd name="T6" fmla="*/ 9 w 106"/>
                    <a:gd name="T7" fmla="*/ 58 h 80"/>
                    <a:gd name="T8" fmla="*/ 15 w 106"/>
                    <a:gd name="T9" fmla="*/ 65 h 80"/>
                    <a:gd name="T10" fmla="*/ 9 w 106"/>
                    <a:gd name="T11" fmla="*/ 57 h 80"/>
                    <a:gd name="T12" fmla="*/ 15 w 106"/>
                    <a:gd name="T13" fmla="*/ 47 h 80"/>
                    <a:gd name="T14" fmla="*/ 15 w 106"/>
                    <a:gd name="T15" fmla="*/ 24 h 80"/>
                    <a:gd name="T16" fmla="*/ 9 w 106"/>
                    <a:gd name="T17" fmla="*/ 17 h 80"/>
                    <a:gd name="T18" fmla="*/ 15 w 106"/>
                    <a:gd name="T19" fmla="*/ 24 h 80"/>
                    <a:gd name="T20" fmla="*/ 9 w 106"/>
                    <a:gd name="T21" fmla="*/ 15 h 80"/>
                    <a:gd name="T22" fmla="*/ 15 w 106"/>
                    <a:gd name="T23" fmla="*/ 6 h 80"/>
                    <a:gd name="T24" fmla="*/ 22 w 106"/>
                    <a:gd name="T25" fmla="*/ 65 h 80"/>
                    <a:gd name="T26" fmla="*/ 16 w 106"/>
                    <a:gd name="T27" fmla="*/ 58 h 80"/>
                    <a:gd name="T28" fmla="*/ 22 w 106"/>
                    <a:gd name="T29" fmla="*/ 65 h 80"/>
                    <a:gd name="T30" fmla="*/ 16 w 106"/>
                    <a:gd name="T31" fmla="*/ 57 h 80"/>
                    <a:gd name="T32" fmla="*/ 22 w 106"/>
                    <a:gd name="T33" fmla="*/ 54 h 80"/>
                    <a:gd name="T34" fmla="*/ 22 w 106"/>
                    <a:gd name="T35" fmla="*/ 24 h 80"/>
                    <a:gd name="T36" fmla="*/ 16 w 106"/>
                    <a:gd name="T37" fmla="*/ 17 h 80"/>
                    <a:gd name="T38" fmla="*/ 22 w 106"/>
                    <a:gd name="T39" fmla="*/ 24 h 80"/>
                    <a:gd name="T40" fmla="*/ 16 w 106"/>
                    <a:gd name="T41" fmla="*/ 15 h 80"/>
                    <a:gd name="T42" fmla="*/ 22 w 106"/>
                    <a:gd name="T43" fmla="*/ 13 h 80"/>
                    <a:gd name="T44" fmla="*/ 40 w 106"/>
                    <a:gd name="T45" fmla="*/ 24 h 80"/>
                    <a:gd name="T46" fmla="*/ 34 w 106"/>
                    <a:gd name="T47" fmla="*/ 17 h 80"/>
                    <a:gd name="T48" fmla="*/ 40 w 106"/>
                    <a:gd name="T49" fmla="*/ 24 h 80"/>
                    <a:gd name="T50" fmla="*/ 34 w 106"/>
                    <a:gd name="T51" fmla="*/ 15 h 80"/>
                    <a:gd name="T52" fmla="*/ 40 w 106"/>
                    <a:gd name="T53" fmla="*/ 6 h 80"/>
                    <a:gd name="T54" fmla="*/ 47 w 106"/>
                    <a:gd name="T55" fmla="*/ 24 h 80"/>
                    <a:gd name="T56" fmla="*/ 42 w 106"/>
                    <a:gd name="T57" fmla="*/ 17 h 80"/>
                    <a:gd name="T58" fmla="*/ 47 w 106"/>
                    <a:gd name="T59" fmla="*/ 24 h 80"/>
                    <a:gd name="T60" fmla="*/ 42 w 106"/>
                    <a:gd name="T61" fmla="*/ 15 h 80"/>
                    <a:gd name="T62" fmla="*/ 47 w 106"/>
                    <a:gd name="T63" fmla="*/ 13 h 80"/>
                    <a:gd name="T64" fmla="*/ 66 w 106"/>
                    <a:gd name="T65" fmla="*/ 24 h 80"/>
                    <a:gd name="T66" fmla="*/ 60 w 106"/>
                    <a:gd name="T67" fmla="*/ 17 h 80"/>
                    <a:gd name="T68" fmla="*/ 66 w 106"/>
                    <a:gd name="T69" fmla="*/ 24 h 80"/>
                    <a:gd name="T70" fmla="*/ 60 w 106"/>
                    <a:gd name="T71" fmla="*/ 15 h 80"/>
                    <a:gd name="T72" fmla="*/ 66 w 106"/>
                    <a:gd name="T73" fmla="*/ 6 h 80"/>
                    <a:gd name="T74" fmla="*/ 73 w 106"/>
                    <a:gd name="T75" fmla="*/ 24 h 80"/>
                    <a:gd name="T76" fmla="*/ 67 w 106"/>
                    <a:gd name="T77" fmla="*/ 17 h 80"/>
                    <a:gd name="T78" fmla="*/ 73 w 106"/>
                    <a:gd name="T79" fmla="*/ 24 h 80"/>
                    <a:gd name="T80" fmla="*/ 67 w 106"/>
                    <a:gd name="T81" fmla="*/ 15 h 80"/>
                    <a:gd name="T82" fmla="*/ 73 w 106"/>
                    <a:gd name="T83" fmla="*/ 13 h 80"/>
                    <a:gd name="T84" fmla="*/ 91 w 106"/>
                    <a:gd name="T85" fmla="*/ 65 h 80"/>
                    <a:gd name="T86" fmla="*/ 85 w 106"/>
                    <a:gd name="T87" fmla="*/ 58 h 80"/>
                    <a:gd name="T88" fmla="*/ 91 w 106"/>
                    <a:gd name="T89" fmla="*/ 65 h 80"/>
                    <a:gd name="T90" fmla="*/ 85 w 106"/>
                    <a:gd name="T91" fmla="*/ 57 h 80"/>
                    <a:gd name="T92" fmla="*/ 91 w 106"/>
                    <a:gd name="T93" fmla="*/ 47 h 80"/>
                    <a:gd name="T94" fmla="*/ 91 w 106"/>
                    <a:gd name="T95" fmla="*/ 24 h 80"/>
                    <a:gd name="T96" fmla="*/ 85 w 106"/>
                    <a:gd name="T97" fmla="*/ 17 h 80"/>
                    <a:gd name="T98" fmla="*/ 91 w 106"/>
                    <a:gd name="T99" fmla="*/ 24 h 80"/>
                    <a:gd name="T100" fmla="*/ 85 w 106"/>
                    <a:gd name="T101" fmla="*/ 15 h 80"/>
                    <a:gd name="T102" fmla="*/ 91 w 106"/>
                    <a:gd name="T103" fmla="*/ 6 h 80"/>
                    <a:gd name="T104" fmla="*/ 99 w 106"/>
                    <a:gd name="T105" fmla="*/ 65 h 80"/>
                    <a:gd name="T106" fmla="*/ 93 w 106"/>
                    <a:gd name="T107" fmla="*/ 58 h 80"/>
                    <a:gd name="T108" fmla="*/ 99 w 106"/>
                    <a:gd name="T109" fmla="*/ 65 h 80"/>
                    <a:gd name="T110" fmla="*/ 93 w 106"/>
                    <a:gd name="T111" fmla="*/ 57 h 80"/>
                    <a:gd name="T112" fmla="*/ 99 w 106"/>
                    <a:gd name="T113" fmla="*/ 54 h 80"/>
                    <a:gd name="T114" fmla="*/ 99 w 106"/>
                    <a:gd name="T115" fmla="*/ 24 h 80"/>
                    <a:gd name="T116" fmla="*/ 93 w 106"/>
                    <a:gd name="T117" fmla="*/ 17 h 80"/>
                    <a:gd name="T118" fmla="*/ 99 w 106"/>
                    <a:gd name="T119" fmla="*/ 24 h 80"/>
                    <a:gd name="T120" fmla="*/ 93 w 106"/>
                    <a:gd name="T121" fmla="*/ 15 h 80"/>
                    <a:gd name="T122" fmla="*/ 99 w 106"/>
                    <a:gd name="T123" fmla="*/ 13 h 8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  <a:cxn ang="0">
                      <a:pos x="T118" y="T119"/>
                    </a:cxn>
                    <a:cxn ang="0">
                      <a:pos x="T120" y="T121"/>
                    </a:cxn>
                    <a:cxn ang="0">
                      <a:pos x="T122" y="T123"/>
                    </a:cxn>
                  </a:cxnLst>
                  <a:rect l="0" t="0" r="r" b="b"/>
                  <a:pathLst>
                    <a:path w="106" h="80">
                      <a:moveTo>
                        <a:pt x="0" y="0"/>
                      </a:moveTo>
                      <a:cubicBezTo>
                        <a:pt x="0" y="80"/>
                        <a:pt x="0" y="80"/>
                        <a:pt x="0" y="80"/>
                      </a:cubicBezTo>
                      <a:cubicBezTo>
                        <a:pt x="106" y="80"/>
                        <a:pt x="106" y="80"/>
                        <a:pt x="106" y="80"/>
                      </a:cubicBezTo>
                      <a:cubicBezTo>
                        <a:pt x="106" y="0"/>
                        <a:pt x="106" y="0"/>
                        <a:pt x="106" y="0"/>
                      </a:cubicBezTo>
                      <a:lnTo>
                        <a:pt x="0" y="0"/>
                      </a:lnTo>
                      <a:close/>
                      <a:moveTo>
                        <a:pt x="15" y="65"/>
                      </a:moveTo>
                      <a:cubicBezTo>
                        <a:pt x="9" y="65"/>
                        <a:pt x="9" y="65"/>
                        <a:pt x="9" y="65"/>
                      </a:cubicBezTo>
                      <a:cubicBezTo>
                        <a:pt x="9" y="58"/>
                        <a:pt x="9" y="58"/>
                        <a:pt x="9" y="58"/>
                      </a:cubicBezTo>
                      <a:cubicBezTo>
                        <a:pt x="15" y="58"/>
                        <a:pt x="15" y="58"/>
                        <a:pt x="15" y="58"/>
                      </a:cubicBezTo>
                      <a:lnTo>
                        <a:pt x="15" y="65"/>
                      </a:lnTo>
                      <a:close/>
                      <a:moveTo>
                        <a:pt x="15" y="57"/>
                      </a:moveTo>
                      <a:cubicBezTo>
                        <a:pt x="9" y="57"/>
                        <a:pt x="9" y="57"/>
                        <a:pt x="9" y="57"/>
                      </a:cubicBezTo>
                      <a:cubicBezTo>
                        <a:pt x="9" y="54"/>
                        <a:pt x="9" y="54"/>
                        <a:pt x="9" y="54"/>
                      </a:cubicBezTo>
                      <a:cubicBezTo>
                        <a:pt x="9" y="51"/>
                        <a:pt x="11" y="48"/>
                        <a:pt x="15" y="47"/>
                      </a:cubicBezTo>
                      <a:lnTo>
                        <a:pt x="15" y="57"/>
                      </a:lnTo>
                      <a:close/>
                      <a:moveTo>
                        <a:pt x="15" y="24"/>
                      </a:moveTo>
                      <a:cubicBezTo>
                        <a:pt x="9" y="24"/>
                        <a:pt x="9" y="24"/>
                        <a:pt x="9" y="24"/>
                      </a:cubicBezTo>
                      <a:cubicBezTo>
                        <a:pt x="9" y="17"/>
                        <a:pt x="9" y="17"/>
                        <a:pt x="9" y="17"/>
                      </a:cubicBezTo>
                      <a:cubicBezTo>
                        <a:pt x="15" y="17"/>
                        <a:pt x="15" y="17"/>
                        <a:pt x="15" y="17"/>
                      </a:cubicBezTo>
                      <a:lnTo>
                        <a:pt x="15" y="24"/>
                      </a:lnTo>
                      <a:close/>
                      <a:moveTo>
                        <a:pt x="15" y="15"/>
                      </a:moveTo>
                      <a:cubicBezTo>
                        <a:pt x="9" y="15"/>
                        <a:pt x="9" y="15"/>
                        <a:pt x="9" y="15"/>
                      </a:cubicBezTo>
                      <a:cubicBezTo>
                        <a:pt x="9" y="13"/>
                        <a:pt x="9" y="13"/>
                        <a:pt x="9" y="13"/>
                      </a:cubicBezTo>
                      <a:cubicBezTo>
                        <a:pt x="9" y="9"/>
                        <a:pt x="11" y="6"/>
                        <a:pt x="15" y="6"/>
                      </a:cubicBezTo>
                      <a:lnTo>
                        <a:pt x="15" y="15"/>
                      </a:lnTo>
                      <a:close/>
                      <a:moveTo>
                        <a:pt x="22" y="65"/>
                      </a:moveTo>
                      <a:cubicBezTo>
                        <a:pt x="16" y="65"/>
                        <a:pt x="16" y="65"/>
                        <a:pt x="16" y="65"/>
                      </a:cubicBezTo>
                      <a:cubicBezTo>
                        <a:pt x="16" y="58"/>
                        <a:pt x="16" y="58"/>
                        <a:pt x="16" y="58"/>
                      </a:cubicBezTo>
                      <a:cubicBezTo>
                        <a:pt x="22" y="58"/>
                        <a:pt x="22" y="58"/>
                        <a:pt x="22" y="58"/>
                      </a:cubicBezTo>
                      <a:lnTo>
                        <a:pt x="22" y="65"/>
                      </a:lnTo>
                      <a:close/>
                      <a:moveTo>
                        <a:pt x="22" y="57"/>
                      </a:moveTo>
                      <a:cubicBezTo>
                        <a:pt x="16" y="57"/>
                        <a:pt x="16" y="57"/>
                        <a:pt x="16" y="57"/>
                      </a:cubicBezTo>
                      <a:cubicBezTo>
                        <a:pt x="16" y="47"/>
                        <a:pt x="16" y="47"/>
                        <a:pt x="16" y="47"/>
                      </a:cubicBezTo>
                      <a:cubicBezTo>
                        <a:pt x="19" y="48"/>
                        <a:pt x="22" y="51"/>
                        <a:pt x="22" y="54"/>
                      </a:cubicBezTo>
                      <a:lnTo>
                        <a:pt x="22" y="57"/>
                      </a:lnTo>
                      <a:close/>
                      <a:moveTo>
                        <a:pt x="22" y="24"/>
                      </a:moveTo>
                      <a:cubicBezTo>
                        <a:pt x="16" y="24"/>
                        <a:pt x="16" y="24"/>
                        <a:pt x="16" y="24"/>
                      </a:cubicBezTo>
                      <a:cubicBezTo>
                        <a:pt x="16" y="17"/>
                        <a:pt x="16" y="17"/>
                        <a:pt x="16" y="17"/>
                      </a:cubicBezTo>
                      <a:cubicBezTo>
                        <a:pt x="22" y="17"/>
                        <a:pt x="22" y="17"/>
                        <a:pt x="22" y="17"/>
                      </a:cubicBezTo>
                      <a:lnTo>
                        <a:pt x="22" y="24"/>
                      </a:lnTo>
                      <a:close/>
                      <a:moveTo>
                        <a:pt x="22" y="15"/>
                      </a:moveTo>
                      <a:cubicBezTo>
                        <a:pt x="16" y="15"/>
                        <a:pt x="16" y="15"/>
                        <a:pt x="16" y="15"/>
                      </a:cubicBezTo>
                      <a:cubicBezTo>
                        <a:pt x="16" y="6"/>
                        <a:pt x="16" y="6"/>
                        <a:pt x="16" y="6"/>
                      </a:cubicBezTo>
                      <a:cubicBezTo>
                        <a:pt x="19" y="6"/>
                        <a:pt x="22" y="9"/>
                        <a:pt x="22" y="13"/>
                      </a:cubicBezTo>
                      <a:lnTo>
                        <a:pt x="22" y="15"/>
                      </a:lnTo>
                      <a:close/>
                      <a:moveTo>
                        <a:pt x="40" y="24"/>
                      </a:moveTo>
                      <a:cubicBezTo>
                        <a:pt x="34" y="24"/>
                        <a:pt x="34" y="24"/>
                        <a:pt x="34" y="24"/>
                      </a:cubicBezTo>
                      <a:cubicBezTo>
                        <a:pt x="34" y="17"/>
                        <a:pt x="34" y="17"/>
                        <a:pt x="34" y="17"/>
                      </a:cubicBezTo>
                      <a:cubicBezTo>
                        <a:pt x="40" y="17"/>
                        <a:pt x="40" y="17"/>
                        <a:pt x="40" y="17"/>
                      </a:cubicBezTo>
                      <a:lnTo>
                        <a:pt x="40" y="24"/>
                      </a:lnTo>
                      <a:close/>
                      <a:moveTo>
                        <a:pt x="40" y="15"/>
                      </a:moveTo>
                      <a:cubicBezTo>
                        <a:pt x="34" y="15"/>
                        <a:pt x="34" y="15"/>
                        <a:pt x="34" y="15"/>
                      </a:cubicBezTo>
                      <a:cubicBezTo>
                        <a:pt x="34" y="13"/>
                        <a:pt x="34" y="13"/>
                        <a:pt x="34" y="13"/>
                      </a:cubicBezTo>
                      <a:cubicBezTo>
                        <a:pt x="34" y="9"/>
                        <a:pt x="37" y="6"/>
                        <a:pt x="40" y="6"/>
                      </a:cubicBezTo>
                      <a:lnTo>
                        <a:pt x="40" y="15"/>
                      </a:lnTo>
                      <a:close/>
                      <a:moveTo>
                        <a:pt x="47" y="24"/>
                      </a:moveTo>
                      <a:cubicBezTo>
                        <a:pt x="42" y="24"/>
                        <a:pt x="42" y="24"/>
                        <a:pt x="42" y="24"/>
                      </a:cubicBezTo>
                      <a:cubicBezTo>
                        <a:pt x="42" y="17"/>
                        <a:pt x="42" y="17"/>
                        <a:pt x="42" y="17"/>
                      </a:cubicBezTo>
                      <a:cubicBezTo>
                        <a:pt x="47" y="17"/>
                        <a:pt x="47" y="17"/>
                        <a:pt x="47" y="17"/>
                      </a:cubicBezTo>
                      <a:lnTo>
                        <a:pt x="47" y="24"/>
                      </a:lnTo>
                      <a:close/>
                      <a:moveTo>
                        <a:pt x="47" y="15"/>
                      </a:moveTo>
                      <a:cubicBezTo>
                        <a:pt x="42" y="15"/>
                        <a:pt x="42" y="15"/>
                        <a:pt x="42" y="15"/>
                      </a:cubicBezTo>
                      <a:cubicBezTo>
                        <a:pt x="42" y="6"/>
                        <a:pt x="42" y="6"/>
                        <a:pt x="42" y="6"/>
                      </a:cubicBezTo>
                      <a:cubicBezTo>
                        <a:pt x="45" y="6"/>
                        <a:pt x="47" y="9"/>
                        <a:pt x="47" y="13"/>
                      </a:cubicBezTo>
                      <a:lnTo>
                        <a:pt x="47" y="15"/>
                      </a:lnTo>
                      <a:close/>
                      <a:moveTo>
                        <a:pt x="66" y="24"/>
                      </a:moveTo>
                      <a:cubicBezTo>
                        <a:pt x="60" y="24"/>
                        <a:pt x="60" y="24"/>
                        <a:pt x="60" y="24"/>
                      </a:cubicBezTo>
                      <a:cubicBezTo>
                        <a:pt x="60" y="17"/>
                        <a:pt x="60" y="17"/>
                        <a:pt x="60" y="17"/>
                      </a:cubicBezTo>
                      <a:cubicBezTo>
                        <a:pt x="66" y="17"/>
                        <a:pt x="66" y="17"/>
                        <a:pt x="66" y="17"/>
                      </a:cubicBezTo>
                      <a:lnTo>
                        <a:pt x="66" y="24"/>
                      </a:lnTo>
                      <a:close/>
                      <a:moveTo>
                        <a:pt x="66" y="15"/>
                      </a:moveTo>
                      <a:cubicBezTo>
                        <a:pt x="60" y="15"/>
                        <a:pt x="60" y="15"/>
                        <a:pt x="60" y="15"/>
                      </a:cubicBezTo>
                      <a:cubicBezTo>
                        <a:pt x="60" y="13"/>
                        <a:pt x="60" y="13"/>
                        <a:pt x="60" y="13"/>
                      </a:cubicBezTo>
                      <a:cubicBezTo>
                        <a:pt x="60" y="9"/>
                        <a:pt x="62" y="6"/>
                        <a:pt x="66" y="6"/>
                      </a:cubicBezTo>
                      <a:lnTo>
                        <a:pt x="66" y="15"/>
                      </a:lnTo>
                      <a:close/>
                      <a:moveTo>
                        <a:pt x="73" y="24"/>
                      </a:moveTo>
                      <a:cubicBezTo>
                        <a:pt x="67" y="24"/>
                        <a:pt x="67" y="24"/>
                        <a:pt x="67" y="24"/>
                      </a:cubicBezTo>
                      <a:cubicBezTo>
                        <a:pt x="67" y="17"/>
                        <a:pt x="67" y="17"/>
                        <a:pt x="67" y="17"/>
                      </a:cubicBezTo>
                      <a:cubicBezTo>
                        <a:pt x="73" y="17"/>
                        <a:pt x="73" y="17"/>
                        <a:pt x="73" y="17"/>
                      </a:cubicBezTo>
                      <a:lnTo>
                        <a:pt x="73" y="24"/>
                      </a:lnTo>
                      <a:close/>
                      <a:moveTo>
                        <a:pt x="73" y="15"/>
                      </a:moveTo>
                      <a:cubicBezTo>
                        <a:pt x="67" y="15"/>
                        <a:pt x="67" y="15"/>
                        <a:pt x="67" y="15"/>
                      </a:cubicBezTo>
                      <a:cubicBezTo>
                        <a:pt x="67" y="6"/>
                        <a:pt x="67" y="6"/>
                        <a:pt x="67" y="6"/>
                      </a:cubicBezTo>
                      <a:cubicBezTo>
                        <a:pt x="70" y="6"/>
                        <a:pt x="73" y="9"/>
                        <a:pt x="73" y="13"/>
                      </a:cubicBezTo>
                      <a:lnTo>
                        <a:pt x="73" y="15"/>
                      </a:lnTo>
                      <a:close/>
                      <a:moveTo>
                        <a:pt x="91" y="65"/>
                      </a:moveTo>
                      <a:cubicBezTo>
                        <a:pt x="85" y="65"/>
                        <a:pt x="85" y="65"/>
                        <a:pt x="85" y="65"/>
                      </a:cubicBezTo>
                      <a:cubicBezTo>
                        <a:pt x="85" y="58"/>
                        <a:pt x="85" y="58"/>
                        <a:pt x="85" y="58"/>
                      </a:cubicBezTo>
                      <a:cubicBezTo>
                        <a:pt x="91" y="58"/>
                        <a:pt x="91" y="58"/>
                        <a:pt x="91" y="58"/>
                      </a:cubicBezTo>
                      <a:lnTo>
                        <a:pt x="91" y="65"/>
                      </a:lnTo>
                      <a:close/>
                      <a:moveTo>
                        <a:pt x="91" y="57"/>
                      </a:moveTo>
                      <a:cubicBezTo>
                        <a:pt x="85" y="57"/>
                        <a:pt x="85" y="57"/>
                        <a:pt x="85" y="57"/>
                      </a:cubicBezTo>
                      <a:cubicBezTo>
                        <a:pt x="85" y="54"/>
                        <a:pt x="85" y="54"/>
                        <a:pt x="85" y="54"/>
                      </a:cubicBezTo>
                      <a:cubicBezTo>
                        <a:pt x="85" y="51"/>
                        <a:pt x="88" y="48"/>
                        <a:pt x="91" y="47"/>
                      </a:cubicBezTo>
                      <a:lnTo>
                        <a:pt x="91" y="57"/>
                      </a:lnTo>
                      <a:close/>
                      <a:moveTo>
                        <a:pt x="91" y="24"/>
                      </a:moveTo>
                      <a:cubicBezTo>
                        <a:pt x="85" y="24"/>
                        <a:pt x="85" y="24"/>
                        <a:pt x="85" y="24"/>
                      </a:cubicBezTo>
                      <a:cubicBezTo>
                        <a:pt x="85" y="17"/>
                        <a:pt x="85" y="17"/>
                        <a:pt x="85" y="17"/>
                      </a:cubicBezTo>
                      <a:cubicBezTo>
                        <a:pt x="91" y="17"/>
                        <a:pt x="91" y="17"/>
                        <a:pt x="91" y="17"/>
                      </a:cubicBezTo>
                      <a:lnTo>
                        <a:pt x="91" y="24"/>
                      </a:lnTo>
                      <a:close/>
                      <a:moveTo>
                        <a:pt x="91" y="15"/>
                      </a:moveTo>
                      <a:cubicBezTo>
                        <a:pt x="85" y="15"/>
                        <a:pt x="85" y="15"/>
                        <a:pt x="85" y="15"/>
                      </a:cubicBezTo>
                      <a:cubicBezTo>
                        <a:pt x="85" y="13"/>
                        <a:pt x="85" y="13"/>
                        <a:pt x="85" y="13"/>
                      </a:cubicBezTo>
                      <a:cubicBezTo>
                        <a:pt x="85" y="9"/>
                        <a:pt x="88" y="6"/>
                        <a:pt x="91" y="6"/>
                      </a:cubicBezTo>
                      <a:lnTo>
                        <a:pt x="91" y="15"/>
                      </a:lnTo>
                      <a:close/>
                      <a:moveTo>
                        <a:pt x="99" y="65"/>
                      </a:moveTo>
                      <a:cubicBezTo>
                        <a:pt x="93" y="65"/>
                        <a:pt x="93" y="65"/>
                        <a:pt x="93" y="65"/>
                      </a:cubicBezTo>
                      <a:cubicBezTo>
                        <a:pt x="93" y="58"/>
                        <a:pt x="93" y="58"/>
                        <a:pt x="93" y="58"/>
                      </a:cubicBezTo>
                      <a:cubicBezTo>
                        <a:pt x="99" y="58"/>
                        <a:pt x="99" y="58"/>
                        <a:pt x="99" y="58"/>
                      </a:cubicBezTo>
                      <a:lnTo>
                        <a:pt x="99" y="65"/>
                      </a:lnTo>
                      <a:close/>
                      <a:moveTo>
                        <a:pt x="99" y="57"/>
                      </a:moveTo>
                      <a:cubicBezTo>
                        <a:pt x="93" y="57"/>
                        <a:pt x="93" y="57"/>
                        <a:pt x="93" y="57"/>
                      </a:cubicBezTo>
                      <a:cubicBezTo>
                        <a:pt x="93" y="47"/>
                        <a:pt x="93" y="47"/>
                        <a:pt x="93" y="47"/>
                      </a:cubicBezTo>
                      <a:cubicBezTo>
                        <a:pt x="96" y="48"/>
                        <a:pt x="99" y="51"/>
                        <a:pt x="99" y="54"/>
                      </a:cubicBezTo>
                      <a:lnTo>
                        <a:pt x="99" y="57"/>
                      </a:lnTo>
                      <a:close/>
                      <a:moveTo>
                        <a:pt x="99" y="24"/>
                      </a:moveTo>
                      <a:cubicBezTo>
                        <a:pt x="93" y="24"/>
                        <a:pt x="93" y="24"/>
                        <a:pt x="93" y="24"/>
                      </a:cubicBezTo>
                      <a:cubicBezTo>
                        <a:pt x="93" y="17"/>
                        <a:pt x="93" y="17"/>
                        <a:pt x="93" y="17"/>
                      </a:cubicBezTo>
                      <a:cubicBezTo>
                        <a:pt x="99" y="17"/>
                        <a:pt x="99" y="17"/>
                        <a:pt x="99" y="17"/>
                      </a:cubicBezTo>
                      <a:lnTo>
                        <a:pt x="99" y="24"/>
                      </a:lnTo>
                      <a:close/>
                      <a:moveTo>
                        <a:pt x="99" y="15"/>
                      </a:moveTo>
                      <a:cubicBezTo>
                        <a:pt x="93" y="15"/>
                        <a:pt x="93" y="15"/>
                        <a:pt x="93" y="15"/>
                      </a:cubicBezTo>
                      <a:cubicBezTo>
                        <a:pt x="93" y="6"/>
                        <a:pt x="93" y="6"/>
                        <a:pt x="93" y="6"/>
                      </a:cubicBezTo>
                      <a:cubicBezTo>
                        <a:pt x="96" y="6"/>
                        <a:pt x="99" y="9"/>
                        <a:pt x="99" y="13"/>
                      </a:cubicBezTo>
                      <a:lnTo>
                        <a:pt x="99" y="15"/>
                      </a:lnTo>
                      <a:close/>
                    </a:path>
                  </a:pathLst>
                </a:custGeom>
                <a:solidFill>
                  <a:srgbClr val="C2B8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>
                    <a:solidFill>
                      <a:prstClr val="black"/>
                    </a:solidFill>
                    <a:latin typeface="Arial" panose="020B0604020202020204"/>
                    <a:ea typeface="微软雅黑" panose="020B0503020204020204" pitchFamily="34" charset="-122"/>
                    <a:cs typeface="Arial" panose="020B0604020202020204"/>
                  </a:endParaRPr>
                </a:p>
              </p:txBody>
            </p:sp>
            <p:sp>
              <p:nvSpPr>
                <p:cNvPr id="394" name="Rectangle 172"/>
                <p:cNvSpPr>
                  <a:spLocks noChangeArrowheads="1"/>
                </p:cNvSpPr>
                <p:nvPr/>
              </p:nvSpPr>
              <p:spPr bwMode="auto">
                <a:xfrm>
                  <a:off x="1963738" y="2587625"/>
                  <a:ext cx="166688" cy="136525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>
                    <a:solidFill>
                      <a:prstClr val="black"/>
                    </a:solidFill>
                    <a:latin typeface="Arial" panose="020B0604020202020204"/>
                    <a:ea typeface="微软雅黑" panose="020B0503020204020204" pitchFamily="34" charset="-122"/>
                    <a:cs typeface="Arial" panose="020B0604020202020204"/>
                  </a:endParaRPr>
                </a:p>
              </p:txBody>
            </p:sp>
            <p:sp>
              <p:nvSpPr>
                <p:cNvPr id="395" name="Freeform 173"/>
                <p:cNvSpPr/>
                <p:nvPr/>
              </p:nvSpPr>
              <p:spPr bwMode="auto">
                <a:xfrm>
                  <a:off x="1836738" y="2333625"/>
                  <a:ext cx="425450" cy="95250"/>
                </a:xfrm>
                <a:custGeom>
                  <a:avLst/>
                  <a:gdLst>
                    <a:gd name="T0" fmla="*/ 234 w 268"/>
                    <a:gd name="T1" fmla="*/ 0 h 60"/>
                    <a:gd name="T2" fmla="*/ 33 w 268"/>
                    <a:gd name="T3" fmla="*/ 0 h 60"/>
                    <a:gd name="T4" fmla="*/ 0 w 268"/>
                    <a:gd name="T5" fmla="*/ 60 h 60"/>
                    <a:gd name="T6" fmla="*/ 268 w 268"/>
                    <a:gd name="T7" fmla="*/ 60 h 60"/>
                    <a:gd name="T8" fmla="*/ 234 w 268"/>
                    <a:gd name="T9" fmla="*/ 0 h 6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68" h="60">
                      <a:moveTo>
                        <a:pt x="234" y="0"/>
                      </a:moveTo>
                      <a:lnTo>
                        <a:pt x="33" y="0"/>
                      </a:lnTo>
                      <a:lnTo>
                        <a:pt x="0" y="60"/>
                      </a:lnTo>
                      <a:lnTo>
                        <a:pt x="268" y="60"/>
                      </a:lnTo>
                      <a:lnTo>
                        <a:pt x="234" y="0"/>
                      </a:lnTo>
                      <a:close/>
                    </a:path>
                  </a:pathLst>
                </a:custGeom>
                <a:solidFill>
                  <a:srgbClr val="9A8878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>
                    <a:solidFill>
                      <a:prstClr val="black"/>
                    </a:solidFill>
                    <a:latin typeface="Arial" panose="020B0604020202020204"/>
                    <a:ea typeface="微软雅黑" panose="020B0503020204020204" pitchFamily="34" charset="-122"/>
                    <a:cs typeface="Arial" panose="020B0604020202020204"/>
                  </a:endParaRPr>
                </a:p>
              </p:txBody>
            </p:sp>
            <p:sp>
              <p:nvSpPr>
                <p:cNvPr id="396" name="Rectangle 174"/>
                <p:cNvSpPr>
                  <a:spLocks noChangeArrowheads="1"/>
                </p:cNvSpPr>
                <p:nvPr/>
              </p:nvSpPr>
              <p:spPr bwMode="auto">
                <a:xfrm>
                  <a:off x="1847850" y="2413000"/>
                  <a:ext cx="398463" cy="12700"/>
                </a:xfrm>
                <a:prstGeom prst="rect">
                  <a:avLst/>
                </a:prstGeom>
                <a:solidFill>
                  <a:srgbClr val="9A8878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>
                    <a:solidFill>
                      <a:prstClr val="black"/>
                    </a:solidFill>
                    <a:latin typeface="Arial" panose="020B0604020202020204"/>
                    <a:ea typeface="微软雅黑" panose="020B0503020204020204" pitchFamily="34" charset="-122"/>
                    <a:cs typeface="Arial" panose="020B0604020202020204"/>
                  </a:endParaRPr>
                </a:p>
              </p:txBody>
            </p:sp>
            <p:sp>
              <p:nvSpPr>
                <p:cNvPr id="397" name="Rectangle 175"/>
                <p:cNvSpPr>
                  <a:spLocks noChangeArrowheads="1"/>
                </p:cNvSpPr>
                <p:nvPr/>
              </p:nvSpPr>
              <p:spPr bwMode="auto">
                <a:xfrm>
                  <a:off x="1847850" y="2538413"/>
                  <a:ext cx="398463" cy="11113"/>
                </a:xfrm>
                <a:prstGeom prst="rect">
                  <a:avLst/>
                </a:prstGeom>
                <a:solidFill>
                  <a:srgbClr val="9A8878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>
                    <a:solidFill>
                      <a:prstClr val="black"/>
                    </a:solidFill>
                    <a:latin typeface="Arial" panose="020B0604020202020204"/>
                    <a:ea typeface="微软雅黑" panose="020B0503020204020204" pitchFamily="34" charset="-122"/>
                    <a:cs typeface="Arial" panose="020B0604020202020204"/>
                  </a:endParaRPr>
                </a:p>
              </p:txBody>
            </p:sp>
            <p:sp>
              <p:nvSpPr>
                <p:cNvPr id="398" name="Rectangle 176"/>
                <p:cNvSpPr>
                  <a:spLocks noChangeArrowheads="1"/>
                </p:cNvSpPr>
                <p:nvPr/>
              </p:nvSpPr>
              <p:spPr bwMode="auto">
                <a:xfrm>
                  <a:off x="1960563" y="2595563"/>
                  <a:ext cx="7938" cy="128588"/>
                </a:xfrm>
                <a:prstGeom prst="rect">
                  <a:avLst/>
                </a:prstGeom>
                <a:solidFill>
                  <a:srgbClr val="9A8878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>
                    <a:solidFill>
                      <a:prstClr val="black"/>
                    </a:solidFill>
                    <a:latin typeface="Arial" panose="020B0604020202020204"/>
                    <a:ea typeface="微软雅黑" panose="020B0503020204020204" pitchFamily="34" charset="-122"/>
                    <a:cs typeface="Arial" panose="020B0604020202020204"/>
                  </a:endParaRPr>
                </a:p>
              </p:txBody>
            </p:sp>
            <p:sp>
              <p:nvSpPr>
                <p:cNvPr id="399" name="Rectangle 177"/>
                <p:cNvSpPr>
                  <a:spLocks noChangeArrowheads="1"/>
                </p:cNvSpPr>
                <p:nvPr/>
              </p:nvSpPr>
              <p:spPr bwMode="auto">
                <a:xfrm>
                  <a:off x="2125663" y="2595563"/>
                  <a:ext cx="11113" cy="128588"/>
                </a:xfrm>
                <a:prstGeom prst="rect">
                  <a:avLst/>
                </a:prstGeom>
                <a:solidFill>
                  <a:srgbClr val="9A8878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>
                    <a:solidFill>
                      <a:prstClr val="black"/>
                    </a:solidFill>
                    <a:latin typeface="Arial" panose="020B0604020202020204"/>
                    <a:ea typeface="微软雅黑" panose="020B0503020204020204" pitchFamily="34" charset="-122"/>
                    <a:cs typeface="Arial" panose="020B0604020202020204"/>
                  </a:endParaRPr>
                </a:p>
              </p:txBody>
            </p:sp>
            <p:sp>
              <p:nvSpPr>
                <p:cNvPr id="400" name="Freeform 178"/>
                <p:cNvSpPr/>
                <p:nvPr/>
              </p:nvSpPr>
              <p:spPr bwMode="auto">
                <a:xfrm>
                  <a:off x="1941513" y="2560638"/>
                  <a:ext cx="211138" cy="49213"/>
                </a:xfrm>
                <a:custGeom>
                  <a:avLst/>
                  <a:gdLst>
                    <a:gd name="T0" fmla="*/ 116 w 133"/>
                    <a:gd name="T1" fmla="*/ 0 h 31"/>
                    <a:gd name="T2" fmla="*/ 17 w 133"/>
                    <a:gd name="T3" fmla="*/ 0 h 31"/>
                    <a:gd name="T4" fmla="*/ 0 w 133"/>
                    <a:gd name="T5" fmla="*/ 31 h 31"/>
                    <a:gd name="T6" fmla="*/ 133 w 133"/>
                    <a:gd name="T7" fmla="*/ 31 h 31"/>
                    <a:gd name="T8" fmla="*/ 116 w 133"/>
                    <a:gd name="T9" fmla="*/ 0 h 3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3" h="31">
                      <a:moveTo>
                        <a:pt x="116" y="0"/>
                      </a:moveTo>
                      <a:lnTo>
                        <a:pt x="17" y="0"/>
                      </a:lnTo>
                      <a:lnTo>
                        <a:pt x="0" y="31"/>
                      </a:lnTo>
                      <a:lnTo>
                        <a:pt x="133" y="31"/>
                      </a:lnTo>
                      <a:lnTo>
                        <a:pt x="116" y="0"/>
                      </a:lnTo>
                      <a:close/>
                    </a:path>
                  </a:pathLst>
                </a:custGeom>
                <a:solidFill>
                  <a:srgbClr val="9A8878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>
                    <a:solidFill>
                      <a:prstClr val="black"/>
                    </a:solidFill>
                    <a:latin typeface="Arial" panose="020B0604020202020204"/>
                    <a:ea typeface="微软雅黑" panose="020B0503020204020204" pitchFamily="34" charset="-122"/>
                    <a:cs typeface="Arial" panose="020B0604020202020204"/>
                  </a:endParaRPr>
                </a:p>
              </p:txBody>
            </p:sp>
          </p:grpSp>
          <p:grpSp>
            <p:nvGrpSpPr>
              <p:cNvPr id="266" name="组合 265"/>
              <p:cNvGrpSpPr/>
              <p:nvPr/>
            </p:nvGrpSpPr>
            <p:grpSpPr>
              <a:xfrm flipH="1">
                <a:off x="319504" y="5657521"/>
                <a:ext cx="773482" cy="987933"/>
                <a:chOff x="3967257" y="2209800"/>
                <a:chExt cx="437381" cy="514351"/>
              </a:xfrm>
            </p:grpSpPr>
            <p:sp>
              <p:nvSpPr>
                <p:cNvPr id="367" name="Rectangle 141"/>
                <p:cNvSpPr>
                  <a:spLocks noChangeArrowheads="1"/>
                </p:cNvSpPr>
                <p:nvPr/>
              </p:nvSpPr>
              <p:spPr bwMode="auto">
                <a:xfrm>
                  <a:off x="4351338" y="2398713"/>
                  <a:ext cx="30163" cy="30163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>
                    <a:solidFill>
                      <a:prstClr val="black"/>
                    </a:solidFill>
                    <a:latin typeface="Arial" panose="020B0604020202020204"/>
                    <a:ea typeface="微软雅黑" panose="020B0503020204020204" pitchFamily="34" charset="-122"/>
                    <a:cs typeface="Arial" panose="020B0604020202020204"/>
                  </a:endParaRPr>
                </a:p>
              </p:txBody>
            </p:sp>
            <p:sp>
              <p:nvSpPr>
                <p:cNvPr id="368" name="Rectangle 142"/>
                <p:cNvSpPr>
                  <a:spLocks noChangeArrowheads="1"/>
                </p:cNvSpPr>
                <p:nvPr/>
              </p:nvSpPr>
              <p:spPr bwMode="auto">
                <a:xfrm>
                  <a:off x="4310063" y="2516188"/>
                  <a:ext cx="33338" cy="33338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>
                    <a:solidFill>
                      <a:prstClr val="black"/>
                    </a:solidFill>
                    <a:latin typeface="Arial" panose="020B0604020202020204"/>
                    <a:ea typeface="微软雅黑" panose="020B0503020204020204" pitchFamily="34" charset="-122"/>
                    <a:cs typeface="Arial" panose="020B0604020202020204"/>
                  </a:endParaRPr>
                </a:p>
              </p:txBody>
            </p:sp>
            <p:sp>
              <p:nvSpPr>
                <p:cNvPr id="369" name="Freeform 162"/>
                <p:cNvSpPr>
                  <a:spLocks noEditPoints="1"/>
                </p:cNvSpPr>
                <p:nvPr/>
              </p:nvSpPr>
              <p:spPr bwMode="auto">
                <a:xfrm>
                  <a:off x="3983127" y="2300288"/>
                  <a:ext cx="398463" cy="423863"/>
                </a:xfrm>
                <a:custGeom>
                  <a:avLst/>
                  <a:gdLst>
                    <a:gd name="T0" fmla="*/ 106 w 106"/>
                    <a:gd name="T1" fmla="*/ 0 h 112"/>
                    <a:gd name="T2" fmla="*/ 91 w 106"/>
                    <a:gd name="T3" fmla="*/ 18 h 112"/>
                    <a:gd name="T4" fmla="*/ 91 w 106"/>
                    <a:gd name="T5" fmla="*/ 19 h 112"/>
                    <a:gd name="T6" fmla="*/ 85 w 106"/>
                    <a:gd name="T7" fmla="*/ 47 h 112"/>
                    <a:gd name="T8" fmla="*/ 85 w 106"/>
                    <a:gd name="T9" fmla="*/ 47 h 112"/>
                    <a:gd name="T10" fmla="*/ 85 w 106"/>
                    <a:gd name="T11" fmla="*/ 58 h 112"/>
                    <a:gd name="T12" fmla="*/ 91 w 106"/>
                    <a:gd name="T13" fmla="*/ 89 h 112"/>
                    <a:gd name="T14" fmla="*/ 65 w 106"/>
                    <a:gd name="T15" fmla="*/ 9 h 112"/>
                    <a:gd name="T16" fmla="*/ 59 w 106"/>
                    <a:gd name="T17" fmla="*/ 19 h 112"/>
                    <a:gd name="T18" fmla="*/ 59 w 106"/>
                    <a:gd name="T19" fmla="*/ 19 h 112"/>
                    <a:gd name="T20" fmla="*/ 59 w 106"/>
                    <a:gd name="T21" fmla="*/ 49 h 112"/>
                    <a:gd name="T22" fmla="*/ 40 w 106"/>
                    <a:gd name="T23" fmla="*/ 18 h 112"/>
                    <a:gd name="T24" fmla="*/ 40 w 106"/>
                    <a:gd name="T25" fmla="*/ 19 h 112"/>
                    <a:gd name="T26" fmla="*/ 34 w 106"/>
                    <a:gd name="T27" fmla="*/ 47 h 112"/>
                    <a:gd name="T28" fmla="*/ 34 w 106"/>
                    <a:gd name="T29" fmla="*/ 47 h 112"/>
                    <a:gd name="T30" fmla="*/ 8 w 106"/>
                    <a:gd name="T31" fmla="*/ 18 h 112"/>
                    <a:gd name="T32" fmla="*/ 14 w 106"/>
                    <a:gd name="T33" fmla="*/ 26 h 112"/>
                    <a:gd name="T34" fmla="*/ 14 w 106"/>
                    <a:gd name="T35" fmla="*/ 40 h 112"/>
                    <a:gd name="T36" fmla="*/ 8 w 106"/>
                    <a:gd name="T37" fmla="*/ 51 h 112"/>
                    <a:gd name="T38" fmla="*/ 8 w 106"/>
                    <a:gd name="T39" fmla="*/ 51 h 112"/>
                    <a:gd name="T40" fmla="*/ 8 w 106"/>
                    <a:gd name="T41" fmla="*/ 89 h 112"/>
                    <a:gd name="T42" fmla="*/ 14 w 106"/>
                    <a:gd name="T43" fmla="*/ 91 h 112"/>
                    <a:gd name="T44" fmla="*/ 16 w 106"/>
                    <a:gd name="T45" fmla="*/ 98 h 112"/>
                    <a:gd name="T46" fmla="*/ 21 w 106"/>
                    <a:gd name="T47" fmla="*/ 89 h 112"/>
                    <a:gd name="T48" fmla="*/ 21 w 106"/>
                    <a:gd name="T49" fmla="*/ 89 h 112"/>
                    <a:gd name="T50" fmla="*/ 21 w 106"/>
                    <a:gd name="T51" fmla="*/ 51 h 112"/>
                    <a:gd name="T52" fmla="*/ 16 w 106"/>
                    <a:gd name="T53" fmla="*/ 40 h 112"/>
                    <a:gd name="T54" fmla="*/ 16 w 106"/>
                    <a:gd name="T55" fmla="*/ 26 h 112"/>
                    <a:gd name="T56" fmla="*/ 21 w 106"/>
                    <a:gd name="T57" fmla="*/ 18 h 112"/>
                    <a:gd name="T58" fmla="*/ 21 w 106"/>
                    <a:gd name="T59" fmla="*/ 18 h 112"/>
                    <a:gd name="T60" fmla="*/ 40 w 106"/>
                    <a:gd name="T61" fmla="*/ 58 h 112"/>
                    <a:gd name="T62" fmla="*/ 41 w 106"/>
                    <a:gd name="T63" fmla="*/ 51 h 112"/>
                    <a:gd name="T64" fmla="*/ 41 w 106"/>
                    <a:gd name="T65" fmla="*/ 49 h 112"/>
                    <a:gd name="T66" fmla="*/ 47 w 106"/>
                    <a:gd name="T67" fmla="*/ 26 h 112"/>
                    <a:gd name="T68" fmla="*/ 47 w 106"/>
                    <a:gd name="T69" fmla="*/ 26 h 112"/>
                    <a:gd name="T70" fmla="*/ 47 w 106"/>
                    <a:gd name="T71" fmla="*/ 15 h 112"/>
                    <a:gd name="T72" fmla="*/ 65 w 106"/>
                    <a:gd name="T73" fmla="*/ 51 h 112"/>
                    <a:gd name="T74" fmla="*/ 67 w 106"/>
                    <a:gd name="T75" fmla="*/ 58 h 112"/>
                    <a:gd name="T76" fmla="*/ 73 w 106"/>
                    <a:gd name="T77" fmla="*/ 49 h 112"/>
                    <a:gd name="T78" fmla="*/ 73 w 106"/>
                    <a:gd name="T79" fmla="*/ 49 h 112"/>
                    <a:gd name="T80" fmla="*/ 73 w 106"/>
                    <a:gd name="T81" fmla="*/ 19 h 112"/>
                    <a:gd name="T82" fmla="*/ 67 w 106"/>
                    <a:gd name="T83" fmla="*/ 9 h 112"/>
                    <a:gd name="T84" fmla="*/ 85 w 106"/>
                    <a:gd name="T85" fmla="*/ 91 h 112"/>
                    <a:gd name="T86" fmla="*/ 98 w 106"/>
                    <a:gd name="T87" fmla="*/ 98 h 112"/>
                    <a:gd name="T88" fmla="*/ 98 w 106"/>
                    <a:gd name="T89" fmla="*/ 98 h 112"/>
                    <a:gd name="T90" fmla="*/ 98 w 106"/>
                    <a:gd name="T91" fmla="*/ 87 h 112"/>
                    <a:gd name="T92" fmla="*/ 92 w 106"/>
                    <a:gd name="T93" fmla="*/ 51 h 112"/>
                    <a:gd name="T94" fmla="*/ 92 w 106"/>
                    <a:gd name="T95" fmla="*/ 49 h 112"/>
                    <a:gd name="T96" fmla="*/ 98 w 106"/>
                    <a:gd name="T97" fmla="*/ 26 h 112"/>
                    <a:gd name="T98" fmla="*/ 98 w 106"/>
                    <a:gd name="T99" fmla="*/ 26 h 112"/>
                    <a:gd name="T100" fmla="*/ 98 w 106"/>
                    <a:gd name="T101" fmla="*/ 15 h 1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</a:cxnLst>
                  <a:rect l="0" t="0" r="r" b="b"/>
                  <a:pathLst>
                    <a:path w="106" h="112">
                      <a:moveTo>
                        <a:pt x="0" y="0"/>
                      </a:moveTo>
                      <a:cubicBezTo>
                        <a:pt x="0" y="112"/>
                        <a:pt x="0" y="112"/>
                        <a:pt x="0" y="112"/>
                      </a:cubicBezTo>
                      <a:cubicBezTo>
                        <a:pt x="106" y="112"/>
                        <a:pt x="106" y="112"/>
                        <a:pt x="106" y="112"/>
                      </a:cubicBezTo>
                      <a:cubicBezTo>
                        <a:pt x="106" y="0"/>
                        <a:pt x="106" y="0"/>
                        <a:pt x="106" y="0"/>
                      </a:cubicBezTo>
                      <a:lnTo>
                        <a:pt x="0" y="0"/>
                      </a:lnTo>
                      <a:close/>
                      <a:moveTo>
                        <a:pt x="85" y="15"/>
                      </a:moveTo>
                      <a:cubicBezTo>
                        <a:pt x="85" y="12"/>
                        <a:pt x="88" y="9"/>
                        <a:pt x="91" y="9"/>
                      </a:cubicBezTo>
                      <a:cubicBezTo>
                        <a:pt x="91" y="18"/>
                        <a:pt x="91" y="18"/>
                        <a:pt x="91" y="18"/>
                      </a:cubicBezTo>
                      <a:cubicBezTo>
                        <a:pt x="85" y="18"/>
                        <a:pt x="85" y="18"/>
                        <a:pt x="85" y="18"/>
                      </a:cubicBezTo>
                      <a:lnTo>
                        <a:pt x="85" y="15"/>
                      </a:lnTo>
                      <a:close/>
                      <a:moveTo>
                        <a:pt x="85" y="19"/>
                      </a:moveTo>
                      <a:cubicBezTo>
                        <a:pt x="91" y="19"/>
                        <a:pt x="91" y="19"/>
                        <a:pt x="91" y="19"/>
                      </a:cubicBezTo>
                      <a:cubicBezTo>
                        <a:pt x="91" y="26"/>
                        <a:pt x="91" y="26"/>
                        <a:pt x="91" y="26"/>
                      </a:cubicBezTo>
                      <a:cubicBezTo>
                        <a:pt x="85" y="26"/>
                        <a:pt x="85" y="26"/>
                        <a:pt x="85" y="26"/>
                      </a:cubicBezTo>
                      <a:lnTo>
                        <a:pt x="85" y="19"/>
                      </a:lnTo>
                      <a:close/>
                      <a:moveTo>
                        <a:pt x="85" y="47"/>
                      </a:moveTo>
                      <a:cubicBezTo>
                        <a:pt x="85" y="43"/>
                        <a:pt x="88" y="41"/>
                        <a:pt x="91" y="40"/>
                      </a:cubicBezTo>
                      <a:cubicBezTo>
                        <a:pt x="91" y="49"/>
                        <a:pt x="91" y="49"/>
                        <a:pt x="91" y="49"/>
                      </a:cubicBezTo>
                      <a:cubicBezTo>
                        <a:pt x="85" y="49"/>
                        <a:pt x="85" y="49"/>
                        <a:pt x="85" y="49"/>
                      </a:cubicBezTo>
                      <a:lnTo>
                        <a:pt x="85" y="47"/>
                      </a:lnTo>
                      <a:close/>
                      <a:moveTo>
                        <a:pt x="85" y="51"/>
                      </a:moveTo>
                      <a:cubicBezTo>
                        <a:pt x="91" y="51"/>
                        <a:pt x="91" y="51"/>
                        <a:pt x="91" y="51"/>
                      </a:cubicBezTo>
                      <a:cubicBezTo>
                        <a:pt x="91" y="58"/>
                        <a:pt x="91" y="58"/>
                        <a:pt x="91" y="58"/>
                      </a:cubicBezTo>
                      <a:cubicBezTo>
                        <a:pt x="85" y="58"/>
                        <a:pt x="85" y="58"/>
                        <a:pt x="85" y="58"/>
                      </a:cubicBezTo>
                      <a:lnTo>
                        <a:pt x="85" y="51"/>
                      </a:lnTo>
                      <a:close/>
                      <a:moveTo>
                        <a:pt x="85" y="87"/>
                      </a:moveTo>
                      <a:cubicBezTo>
                        <a:pt x="85" y="84"/>
                        <a:pt x="88" y="81"/>
                        <a:pt x="91" y="80"/>
                      </a:cubicBezTo>
                      <a:cubicBezTo>
                        <a:pt x="91" y="89"/>
                        <a:pt x="91" y="89"/>
                        <a:pt x="91" y="89"/>
                      </a:cubicBezTo>
                      <a:cubicBezTo>
                        <a:pt x="85" y="89"/>
                        <a:pt x="85" y="89"/>
                        <a:pt x="85" y="89"/>
                      </a:cubicBezTo>
                      <a:lnTo>
                        <a:pt x="85" y="87"/>
                      </a:lnTo>
                      <a:close/>
                      <a:moveTo>
                        <a:pt x="59" y="15"/>
                      </a:moveTo>
                      <a:cubicBezTo>
                        <a:pt x="59" y="12"/>
                        <a:pt x="62" y="9"/>
                        <a:pt x="65" y="9"/>
                      </a:cubicBezTo>
                      <a:cubicBezTo>
                        <a:pt x="65" y="18"/>
                        <a:pt x="65" y="18"/>
                        <a:pt x="65" y="18"/>
                      </a:cubicBezTo>
                      <a:cubicBezTo>
                        <a:pt x="59" y="18"/>
                        <a:pt x="59" y="18"/>
                        <a:pt x="59" y="18"/>
                      </a:cubicBezTo>
                      <a:lnTo>
                        <a:pt x="59" y="15"/>
                      </a:lnTo>
                      <a:close/>
                      <a:moveTo>
                        <a:pt x="59" y="19"/>
                      </a:moveTo>
                      <a:cubicBezTo>
                        <a:pt x="65" y="19"/>
                        <a:pt x="65" y="19"/>
                        <a:pt x="65" y="19"/>
                      </a:cubicBezTo>
                      <a:cubicBezTo>
                        <a:pt x="65" y="26"/>
                        <a:pt x="65" y="26"/>
                        <a:pt x="65" y="26"/>
                      </a:cubicBezTo>
                      <a:cubicBezTo>
                        <a:pt x="59" y="26"/>
                        <a:pt x="59" y="26"/>
                        <a:pt x="59" y="26"/>
                      </a:cubicBezTo>
                      <a:lnTo>
                        <a:pt x="59" y="19"/>
                      </a:lnTo>
                      <a:close/>
                      <a:moveTo>
                        <a:pt x="59" y="47"/>
                      </a:moveTo>
                      <a:cubicBezTo>
                        <a:pt x="59" y="43"/>
                        <a:pt x="62" y="41"/>
                        <a:pt x="65" y="40"/>
                      </a:cubicBezTo>
                      <a:cubicBezTo>
                        <a:pt x="65" y="49"/>
                        <a:pt x="65" y="49"/>
                        <a:pt x="65" y="49"/>
                      </a:cubicBezTo>
                      <a:cubicBezTo>
                        <a:pt x="59" y="49"/>
                        <a:pt x="59" y="49"/>
                        <a:pt x="59" y="49"/>
                      </a:cubicBezTo>
                      <a:lnTo>
                        <a:pt x="59" y="47"/>
                      </a:lnTo>
                      <a:close/>
                      <a:moveTo>
                        <a:pt x="34" y="15"/>
                      </a:moveTo>
                      <a:cubicBezTo>
                        <a:pt x="34" y="12"/>
                        <a:pt x="36" y="9"/>
                        <a:pt x="40" y="9"/>
                      </a:cubicBezTo>
                      <a:cubicBezTo>
                        <a:pt x="40" y="18"/>
                        <a:pt x="40" y="18"/>
                        <a:pt x="40" y="18"/>
                      </a:cubicBezTo>
                      <a:cubicBezTo>
                        <a:pt x="34" y="18"/>
                        <a:pt x="34" y="18"/>
                        <a:pt x="34" y="18"/>
                      </a:cubicBezTo>
                      <a:lnTo>
                        <a:pt x="34" y="15"/>
                      </a:lnTo>
                      <a:close/>
                      <a:moveTo>
                        <a:pt x="34" y="19"/>
                      </a:moveTo>
                      <a:cubicBezTo>
                        <a:pt x="40" y="19"/>
                        <a:pt x="40" y="19"/>
                        <a:pt x="40" y="19"/>
                      </a:cubicBezTo>
                      <a:cubicBezTo>
                        <a:pt x="40" y="26"/>
                        <a:pt x="40" y="26"/>
                        <a:pt x="40" y="26"/>
                      </a:cubicBezTo>
                      <a:cubicBezTo>
                        <a:pt x="34" y="26"/>
                        <a:pt x="34" y="26"/>
                        <a:pt x="34" y="26"/>
                      </a:cubicBezTo>
                      <a:lnTo>
                        <a:pt x="34" y="19"/>
                      </a:lnTo>
                      <a:close/>
                      <a:moveTo>
                        <a:pt x="34" y="47"/>
                      </a:moveTo>
                      <a:cubicBezTo>
                        <a:pt x="34" y="43"/>
                        <a:pt x="36" y="41"/>
                        <a:pt x="40" y="40"/>
                      </a:cubicBezTo>
                      <a:cubicBezTo>
                        <a:pt x="40" y="49"/>
                        <a:pt x="40" y="49"/>
                        <a:pt x="40" y="49"/>
                      </a:cubicBezTo>
                      <a:cubicBezTo>
                        <a:pt x="34" y="49"/>
                        <a:pt x="34" y="49"/>
                        <a:pt x="34" y="49"/>
                      </a:cubicBezTo>
                      <a:lnTo>
                        <a:pt x="34" y="47"/>
                      </a:lnTo>
                      <a:close/>
                      <a:moveTo>
                        <a:pt x="8" y="15"/>
                      </a:moveTo>
                      <a:cubicBezTo>
                        <a:pt x="8" y="12"/>
                        <a:pt x="11" y="9"/>
                        <a:pt x="14" y="9"/>
                      </a:cubicBezTo>
                      <a:cubicBezTo>
                        <a:pt x="14" y="18"/>
                        <a:pt x="14" y="18"/>
                        <a:pt x="14" y="18"/>
                      </a:cubicBezTo>
                      <a:cubicBezTo>
                        <a:pt x="8" y="18"/>
                        <a:pt x="8" y="18"/>
                        <a:pt x="8" y="18"/>
                      </a:cubicBezTo>
                      <a:lnTo>
                        <a:pt x="8" y="15"/>
                      </a:lnTo>
                      <a:close/>
                      <a:moveTo>
                        <a:pt x="8" y="19"/>
                      </a:moveTo>
                      <a:cubicBezTo>
                        <a:pt x="14" y="19"/>
                        <a:pt x="14" y="19"/>
                        <a:pt x="14" y="19"/>
                      </a:cubicBezTo>
                      <a:cubicBezTo>
                        <a:pt x="14" y="26"/>
                        <a:pt x="14" y="26"/>
                        <a:pt x="14" y="26"/>
                      </a:cubicBezTo>
                      <a:cubicBezTo>
                        <a:pt x="8" y="26"/>
                        <a:pt x="8" y="26"/>
                        <a:pt x="8" y="26"/>
                      </a:cubicBezTo>
                      <a:lnTo>
                        <a:pt x="8" y="19"/>
                      </a:lnTo>
                      <a:close/>
                      <a:moveTo>
                        <a:pt x="8" y="47"/>
                      </a:moveTo>
                      <a:cubicBezTo>
                        <a:pt x="8" y="43"/>
                        <a:pt x="11" y="41"/>
                        <a:pt x="14" y="40"/>
                      </a:cubicBezTo>
                      <a:cubicBezTo>
                        <a:pt x="14" y="49"/>
                        <a:pt x="14" y="49"/>
                        <a:pt x="14" y="49"/>
                      </a:cubicBezTo>
                      <a:cubicBezTo>
                        <a:pt x="8" y="49"/>
                        <a:pt x="8" y="49"/>
                        <a:pt x="8" y="49"/>
                      </a:cubicBezTo>
                      <a:lnTo>
                        <a:pt x="8" y="47"/>
                      </a:lnTo>
                      <a:close/>
                      <a:moveTo>
                        <a:pt x="8" y="51"/>
                      </a:moveTo>
                      <a:cubicBezTo>
                        <a:pt x="14" y="51"/>
                        <a:pt x="14" y="51"/>
                        <a:pt x="14" y="51"/>
                      </a:cubicBezTo>
                      <a:cubicBezTo>
                        <a:pt x="14" y="58"/>
                        <a:pt x="14" y="58"/>
                        <a:pt x="14" y="58"/>
                      </a:cubicBezTo>
                      <a:cubicBezTo>
                        <a:pt x="8" y="58"/>
                        <a:pt x="8" y="58"/>
                        <a:pt x="8" y="58"/>
                      </a:cubicBezTo>
                      <a:lnTo>
                        <a:pt x="8" y="51"/>
                      </a:lnTo>
                      <a:close/>
                      <a:moveTo>
                        <a:pt x="8" y="87"/>
                      </a:moveTo>
                      <a:cubicBezTo>
                        <a:pt x="8" y="84"/>
                        <a:pt x="11" y="81"/>
                        <a:pt x="14" y="80"/>
                      </a:cubicBezTo>
                      <a:cubicBezTo>
                        <a:pt x="14" y="89"/>
                        <a:pt x="14" y="89"/>
                        <a:pt x="14" y="89"/>
                      </a:cubicBezTo>
                      <a:cubicBezTo>
                        <a:pt x="8" y="89"/>
                        <a:pt x="8" y="89"/>
                        <a:pt x="8" y="89"/>
                      </a:cubicBezTo>
                      <a:lnTo>
                        <a:pt x="8" y="87"/>
                      </a:lnTo>
                      <a:close/>
                      <a:moveTo>
                        <a:pt x="8" y="98"/>
                      </a:moveTo>
                      <a:cubicBezTo>
                        <a:pt x="8" y="91"/>
                        <a:pt x="8" y="91"/>
                        <a:pt x="8" y="91"/>
                      </a:cubicBezTo>
                      <a:cubicBezTo>
                        <a:pt x="14" y="91"/>
                        <a:pt x="14" y="91"/>
                        <a:pt x="14" y="91"/>
                      </a:cubicBezTo>
                      <a:cubicBezTo>
                        <a:pt x="14" y="98"/>
                        <a:pt x="14" y="98"/>
                        <a:pt x="14" y="98"/>
                      </a:cubicBezTo>
                      <a:lnTo>
                        <a:pt x="8" y="98"/>
                      </a:lnTo>
                      <a:close/>
                      <a:moveTo>
                        <a:pt x="21" y="98"/>
                      </a:moveTo>
                      <a:cubicBezTo>
                        <a:pt x="16" y="98"/>
                        <a:pt x="16" y="98"/>
                        <a:pt x="16" y="98"/>
                      </a:cubicBezTo>
                      <a:cubicBezTo>
                        <a:pt x="16" y="91"/>
                        <a:pt x="16" y="91"/>
                        <a:pt x="16" y="91"/>
                      </a:cubicBezTo>
                      <a:cubicBezTo>
                        <a:pt x="21" y="91"/>
                        <a:pt x="21" y="91"/>
                        <a:pt x="21" y="91"/>
                      </a:cubicBezTo>
                      <a:lnTo>
                        <a:pt x="21" y="98"/>
                      </a:lnTo>
                      <a:close/>
                      <a:moveTo>
                        <a:pt x="21" y="89"/>
                      </a:moveTo>
                      <a:cubicBezTo>
                        <a:pt x="16" y="89"/>
                        <a:pt x="16" y="89"/>
                        <a:pt x="16" y="89"/>
                      </a:cubicBezTo>
                      <a:cubicBezTo>
                        <a:pt x="16" y="80"/>
                        <a:pt x="16" y="80"/>
                        <a:pt x="16" y="80"/>
                      </a:cubicBezTo>
                      <a:cubicBezTo>
                        <a:pt x="19" y="81"/>
                        <a:pt x="21" y="84"/>
                        <a:pt x="21" y="87"/>
                      </a:cubicBezTo>
                      <a:lnTo>
                        <a:pt x="21" y="89"/>
                      </a:lnTo>
                      <a:close/>
                      <a:moveTo>
                        <a:pt x="21" y="58"/>
                      </a:moveTo>
                      <a:cubicBezTo>
                        <a:pt x="16" y="58"/>
                        <a:pt x="16" y="58"/>
                        <a:pt x="16" y="58"/>
                      </a:cubicBezTo>
                      <a:cubicBezTo>
                        <a:pt x="16" y="51"/>
                        <a:pt x="16" y="51"/>
                        <a:pt x="16" y="51"/>
                      </a:cubicBezTo>
                      <a:cubicBezTo>
                        <a:pt x="21" y="51"/>
                        <a:pt x="21" y="51"/>
                        <a:pt x="21" y="51"/>
                      </a:cubicBezTo>
                      <a:lnTo>
                        <a:pt x="21" y="58"/>
                      </a:lnTo>
                      <a:close/>
                      <a:moveTo>
                        <a:pt x="21" y="49"/>
                      </a:moveTo>
                      <a:cubicBezTo>
                        <a:pt x="16" y="49"/>
                        <a:pt x="16" y="49"/>
                        <a:pt x="16" y="49"/>
                      </a:cubicBezTo>
                      <a:cubicBezTo>
                        <a:pt x="16" y="40"/>
                        <a:pt x="16" y="40"/>
                        <a:pt x="16" y="40"/>
                      </a:cubicBezTo>
                      <a:cubicBezTo>
                        <a:pt x="19" y="41"/>
                        <a:pt x="21" y="43"/>
                        <a:pt x="21" y="47"/>
                      </a:cubicBezTo>
                      <a:lnTo>
                        <a:pt x="21" y="49"/>
                      </a:lnTo>
                      <a:close/>
                      <a:moveTo>
                        <a:pt x="21" y="26"/>
                      </a:moveTo>
                      <a:cubicBezTo>
                        <a:pt x="16" y="26"/>
                        <a:pt x="16" y="26"/>
                        <a:pt x="16" y="26"/>
                      </a:cubicBezTo>
                      <a:cubicBezTo>
                        <a:pt x="16" y="19"/>
                        <a:pt x="16" y="19"/>
                        <a:pt x="16" y="19"/>
                      </a:cubicBezTo>
                      <a:cubicBezTo>
                        <a:pt x="21" y="19"/>
                        <a:pt x="21" y="19"/>
                        <a:pt x="21" y="19"/>
                      </a:cubicBezTo>
                      <a:lnTo>
                        <a:pt x="21" y="26"/>
                      </a:lnTo>
                      <a:close/>
                      <a:moveTo>
                        <a:pt x="21" y="18"/>
                      </a:moveTo>
                      <a:cubicBezTo>
                        <a:pt x="16" y="18"/>
                        <a:pt x="16" y="18"/>
                        <a:pt x="16" y="18"/>
                      </a:cubicBezTo>
                      <a:cubicBezTo>
                        <a:pt x="16" y="9"/>
                        <a:pt x="16" y="9"/>
                        <a:pt x="16" y="9"/>
                      </a:cubicBezTo>
                      <a:cubicBezTo>
                        <a:pt x="19" y="9"/>
                        <a:pt x="21" y="12"/>
                        <a:pt x="21" y="15"/>
                      </a:cubicBezTo>
                      <a:lnTo>
                        <a:pt x="21" y="18"/>
                      </a:lnTo>
                      <a:close/>
                      <a:moveTo>
                        <a:pt x="34" y="58"/>
                      </a:moveTo>
                      <a:cubicBezTo>
                        <a:pt x="34" y="51"/>
                        <a:pt x="34" y="51"/>
                        <a:pt x="34" y="51"/>
                      </a:cubicBezTo>
                      <a:cubicBezTo>
                        <a:pt x="40" y="51"/>
                        <a:pt x="40" y="51"/>
                        <a:pt x="40" y="51"/>
                      </a:cubicBezTo>
                      <a:cubicBezTo>
                        <a:pt x="40" y="58"/>
                        <a:pt x="40" y="58"/>
                        <a:pt x="40" y="58"/>
                      </a:cubicBezTo>
                      <a:lnTo>
                        <a:pt x="34" y="58"/>
                      </a:lnTo>
                      <a:close/>
                      <a:moveTo>
                        <a:pt x="47" y="58"/>
                      </a:moveTo>
                      <a:cubicBezTo>
                        <a:pt x="41" y="58"/>
                        <a:pt x="41" y="58"/>
                        <a:pt x="41" y="58"/>
                      </a:cubicBezTo>
                      <a:cubicBezTo>
                        <a:pt x="41" y="51"/>
                        <a:pt x="41" y="51"/>
                        <a:pt x="41" y="51"/>
                      </a:cubicBezTo>
                      <a:cubicBezTo>
                        <a:pt x="47" y="51"/>
                        <a:pt x="47" y="51"/>
                        <a:pt x="47" y="51"/>
                      </a:cubicBezTo>
                      <a:lnTo>
                        <a:pt x="47" y="58"/>
                      </a:lnTo>
                      <a:close/>
                      <a:moveTo>
                        <a:pt x="47" y="49"/>
                      </a:moveTo>
                      <a:cubicBezTo>
                        <a:pt x="41" y="49"/>
                        <a:pt x="41" y="49"/>
                        <a:pt x="41" y="49"/>
                      </a:cubicBezTo>
                      <a:cubicBezTo>
                        <a:pt x="41" y="40"/>
                        <a:pt x="41" y="40"/>
                        <a:pt x="41" y="40"/>
                      </a:cubicBezTo>
                      <a:cubicBezTo>
                        <a:pt x="44" y="41"/>
                        <a:pt x="47" y="43"/>
                        <a:pt x="47" y="47"/>
                      </a:cubicBezTo>
                      <a:lnTo>
                        <a:pt x="47" y="49"/>
                      </a:lnTo>
                      <a:close/>
                      <a:moveTo>
                        <a:pt x="47" y="26"/>
                      </a:moveTo>
                      <a:cubicBezTo>
                        <a:pt x="41" y="26"/>
                        <a:pt x="41" y="26"/>
                        <a:pt x="41" y="26"/>
                      </a:cubicBezTo>
                      <a:cubicBezTo>
                        <a:pt x="41" y="19"/>
                        <a:pt x="41" y="19"/>
                        <a:pt x="41" y="19"/>
                      </a:cubicBezTo>
                      <a:cubicBezTo>
                        <a:pt x="47" y="19"/>
                        <a:pt x="47" y="19"/>
                        <a:pt x="47" y="19"/>
                      </a:cubicBezTo>
                      <a:lnTo>
                        <a:pt x="47" y="26"/>
                      </a:lnTo>
                      <a:close/>
                      <a:moveTo>
                        <a:pt x="47" y="18"/>
                      </a:moveTo>
                      <a:cubicBezTo>
                        <a:pt x="41" y="18"/>
                        <a:pt x="41" y="18"/>
                        <a:pt x="41" y="18"/>
                      </a:cubicBezTo>
                      <a:cubicBezTo>
                        <a:pt x="41" y="9"/>
                        <a:pt x="41" y="9"/>
                        <a:pt x="41" y="9"/>
                      </a:cubicBezTo>
                      <a:cubicBezTo>
                        <a:pt x="44" y="9"/>
                        <a:pt x="47" y="12"/>
                        <a:pt x="47" y="15"/>
                      </a:cubicBezTo>
                      <a:lnTo>
                        <a:pt x="47" y="18"/>
                      </a:lnTo>
                      <a:close/>
                      <a:moveTo>
                        <a:pt x="59" y="58"/>
                      </a:moveTo>
                      <a:cubicBezTo>
                        <a:pt x="59" y="51"/>
                        <a:pt x="59" y="51"/>
                        <a:pt x="59" y="51"/>
                      </a:cubicBezTo>
                      <a:cubicBezTo>
                        <a:pt x="65" y="51"/>
                        <a:pt x="65" y="51"/>
                        <a:pt x="65" y="51"/>
                      </a:cubicBezTo>
                      <a:cubicBezTo>
                        <a:pt x="65" y="58"/>
                        <a:pt x="65" y="58"/>
                        <a:pt x="65" y="58"/>
                      </a:cubicBezTo>
                      <a:lnTo>
                        <a:pt x="59" y="58"/>
                      </a:lnTo>
                      <a:close/>
                      <a:moveTo>
                        <a:pt x="73" y="58"/>
                      </a:moveTo>
                      <a:cubicBezTo>
                        <a:pt x="67" y="58"/>
                        <a:pt x="67" y="58"/>
                        <a:pt x="67" y="58"/>
                      </a:cubicBezTo>
                      <a:cubicBezTo>
                        <a:pt x="67" y="51"/>
                        <a:pt x="67" y="51"/>
                        <a:pt x="67" y="51"/>
                      </a:cubicBezTo>
                      <a:cubicBezTo>
                        <a:pt x="73" y="51"/>
                        <a:pt x="73" y="51"/>
                        <a:pt x="73" y="51"/>
                      </a:cubicBezTo>
                      <a:lnTo>
                        <a:pt x="73" y="58"/>
                      </a:lnTo>
                      <a:close/>
                      <a:moveTo>
                        <a:pt x="73" y="49"/>
                      </a:moveTo>
                      <a:cubicBezTo>
                        <a:pt x="67" y="49"/>
                        <a:pt x="67" y="49"/>
                        <a:pt x="67" y="49"/>
                      </a:cubicBezTo>
                      <a:cubicBezTo>
                        <a:pt x="67" y="40"/>
                        <a:pt x="67" y="40"/>
                        <a:pt x="67" y="40"/>
                      </a:cubicBezTo>
                      <a:cubicBezTo>
                        <a:pt x="70" y="41"/>
                        <a:pt x="73" y="43"/>
                        <a:pt x="73" y="47"/>
                      </a:cubicBezTo>
                      <a:lnTo>
                        <a:pt x="73" y="49"/>
                      </a:lnTo>
                      <a:close/>
                      <a:moveTo>
                        <a:pt x="73" y="26"/>
                      </a:moveTo>
                      <a:cubicBezTo>
                        <a:pt x="67" y="26"/>
                        <a:pt x="67" y="26"/>
                        <a:pt x="67" y="26"/>
                      </a:cubicBezTo>
                      <a:cubicBezTo>
                        <a:pt x="67" y="19"/>
                        <a:pt x="67" y="19"/>
                        <a:pt x="67" y="19"/>
                      </a:cubicBezTo>
                      <a:cubicBezTo>
                        <a:pt x="73" y="19"/>
                        <a:pt x="73" y="19"/>
                        <a:pt x="73" y="19"/>
                      </a:cubicBezTo>
                      <a:lnTo>
                        <a:pt x="73" y="26"/>
                      </a:lnTo>
                      <a:close/>
                      <a:moveTo>
                        <a:pt x="73" y="18"/>
                      </a:moveTo>
                      <a:cubicBezTo>
                        <a:pt x="67" y="18"/>
                        <a:pt x="67" y="18"/>
                        <a:pt x="67" y="18"/>
                      </a:cubicBezTo>
                      <a:cubicBezTo>
                        <a:pt x="67" y="9"/>
                        <a:pt x="67" y="9"/>
                        <a:pt x="67" y="9"/>
                      </a:cubicBezTo>
                      <a:cubicBezTo>
                        <a:pt x="70" y="9"/>
                        <a:pt x="73" y="12"/>
                        <a:pt x="73" y="15"/>
                      </a:cubicBezTo>
                      <a:lnTo>
                        <a:pt x="73" y="18"/>
                      </a:lnTo>
                      <a:close/>
                      <a:moveTo>
                        <a:pt x="85" y="98"/>
                      </a:moveTo>
                      <a:cubicBezTo>
                        <a:pt x="85" y="91"/>
                        <a:pt x="85" y="91"/>
                        <a:pt x="85" y="91"/>
                      </a:cubicBezTo>
                      <a:cubicBezTo>
                        <a:pt x="91" y="91"/>
                        <a:pt x="91" y="91"/>
                        <a:pt x="91" y="91"/>
                      </a:cubicBezTo>
                      <a:cubicBezTo>
                        <a:pt x="91" y="98"/>
                        <a:pt x="91" y="98"/>
                        <a:pt x="91" y="98"/>
                      </a:cubicBezTo>
                      <a:lnTo>
                        <a:pt x="85" y="98"/>
                      </a:lnTo>
                      <a:close/>
                      <a:moveTo>
                        <a:pt x="98" y="98"/>
                      </a:moveTo>
                      <a:cubicBezTo>
                        <a:pt x="92" y="98"/>
                        <a:pt x="92" y="98"/>
                        <a:pt x="92" y="98"/>
                      </a:cubicBezTo>
                      <a:cubicBezTo>
                        <a:pt x="92" y="91"/>
                        <a:pt x="92" y="91"/>
                        <a:pt x="92" y="91"/>
                      </a:cubicBezTo>
                      <a:cubicBezTo>
                        <a:pt x="98" y="91"/>
                        <a:pt x="98" y="91"/>
                        <a:pt x="98" y="91"/>
                      </a:cubicBezTo>
                      <a:lnTo>
                        <a:pt x="98" y="98"/>
                      </a:lnTo>
                      <a:close/>
                      <a:moveTo>
                        <a:pt x="98" y="89"/>
                      </a:moveTo>
                      <a:cubicBezTo>
                        <a:pt x="92" y="89"/>
                        <a:pt x="92" y="89"/>
                        <a:pt x="92" y="89"/>
                      </a:cubicBezTo>
                      <a:cubicBezTo>
                        <a:pt x="92" y="80"/>
                        <a:pt x="92" y="80"/>
                        <a:pt x="92" y="80"/>
                      </a:cubicBezTo>
                      <a:cubicBezTo>
                        <a:pt x="96" y="81"/>
                        <a:pt x="98" y="84"/>
                        <a:pt x="98" y="87"/>
                      </a:cubicBezTo>
                      <a:lnTo>
                        <a:pt x="98" y="89"/>
                      </a:lnTo>
                      <a:close/>
                      <a:moveTo>
                        <a:pt x="98" y="58"/>
                      </a:moveTo>
                      <a:cubicBezTo>
                        <a:pt x="92" y="58"/>
                        <a:pt x="92" y="58"/>
                        <a:pt x="92" y="58"/>
                      </a:cubicBezTo>
                      <a:cubicBezTo>
                        <a:pt x="92" y="51"/>
                        <a:pt x="92" y="51"/>
                        <a:pt x="92" y="51"/>
                      </a:cubicBezTo>
                      <a:cubicBezTo>
                        <a:pt x="98" y="51"/>
                        <a:pt x="98" y="51"/>
                        <a:pt x="98" y="51"/>
                      </a:cubicBezTo>
                      <a:lnTo>
                        <a:pt x="98" y="58"/>
                      </a:lnTo>
                      <a:close/>
                      <a:moveTo>
                        <a:pt x="98" y="49"/>
                      </a:moveTo>
                      <a:cubicBezTo>
                        <a:pt x="92" y="49"/>
                        <a:pt x="92" y="49"/>
                        <a:pt x="92" y="49"/>
                      </a:cubicBezTo>
                      <a:cubicBezTo>
                        <a:pt x="92" y="40"/>
                        <a:pt x="92" y="40"/>
                        <a:pt x="92" y="40"/>
                      </a:cubicBezTo>
                      <a:cubicBezTo>
                        <a:pt x="96" y="41"/>
                        <a:pt x="98" y="43"/>
                        <a:pt x="98" y="47"/>
                      </a:cubicBezTo>
                      <a:lnTo>
                        <a:pt x="98" y="49"/>
                      </a:lnTo>
                      <a:close/>
                      <a:moveTo>
                        <a:pt x="98" y="26"/>
                      </a:moveTo>
                      <a:cubicBezTo>
                        <a:pt x="92" y="26"/>
                        <a:pt x="92" y="26"/>
                        <a:pt x="92" y="26"/>
                      </a:cubicBezTo>
                      <a:cubicBezTo>
                        <a:pt x="92" y="19"/>
                        <a:pt x="92" y="19"/>
                        <a:pt x="92" y="19"/>
                      </a:cubicBezTo>
                      <a:cubicBezTo>
                        <a:pt x="98" y="19"/>
                        <a:pt x="98" y="19"/>
                        <a:pt x="98" y="19"/>
                      </a:cubicBezTo>
                      <a:lnTo>
                        <a:pt x="98" y="26"/>
                      </a:lnTo>
                      <a:close/>
                      <a:moveTo>
                        <a:pt x="98" y="18"/>
                      </a:moveTo>
                      <a:cubicBezTo>
                        <a:pt x="92" y="18"/>
                        <a:pt x="92" y="18"/>
                        <a:pt x="92" y="18"/>
                      </a:cubicBezTo>
                      <a:cubicBezTo>
                        <a:pt x="92" y="9"/>
                        <a:pt x="92" y="9"/>
                        <a:pt x="92" y="9"/>
                      </a:cubicBezTo>
                      <a:cubicBezTo>
                        <a:pt x="96" y="9"/>
                        <a:pt x="98" y="12"/>
                        <a:pt x="98" y="15"/>
                      </a:cubicBezTo>
                      <a:lnTo>
                        <a:pt x="98" y="18"/>
                      </a:lnTo>
                      <a:close/>
                    </a:path>
                  </a:pathLst>
                </a:custGeom>
                <a:solidFill>
                  <a:srgbClr val="C2B8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>
                    <a:solidFill>
                      <a:prstClr val="black"/>
                    </a:solidFill>
                    <a:latin typeface="Arial" panose="020B0604020202020204"/>
                    <a:ea typeface="微软雅黑" panose="020B0503020204020204" pitchFamily="34" charset="-122"/>
                    <a:cs typeface="Arial" panose="020B0604020202020204"/>
                  </a:endParaRPr>
                </a:p>
              </p:txBody>
            </p:sp>
            <p:sp>
              <p:nvSpPr>
                <p:cNvPr id="370" name="Rectangle 163"/>
                <p:cNvSpPr>
                  <a:spLocks noChangeArrowheads="1"/>
                </p:cNvSpPr>
                <p:nvPr/>
              </p:nvSpPr>
              <p:spPr bwMode="auto">
                <a:xfrm>
                  <a:off x="4138198" y="2565400"/>
                  <a:ext cx="115888" cy="158750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>
                    <a:solidFill>
                      <a:prstClr val="black"/>
                    </a:solidFill>
                    <a:latin typeface="Arial" panose="020B0604020202020204"/>
                    <a:ea typeface="微软雅黑" panose="020B0503020204020204" pitchFamily="34" charset="-122"/>
                    <a:cs typeface="Arial" panose="020B0604020202020204"/>
                  </a:endParaRPr>
                </a:p>
              </p:txBody>
            </p:sp>
            <p:sp>
              <p:nvSpPr>
                <p:cNvPr id="371" name="Freeform 164"/>
                <p:cNvSpPr/>
                <p:nvPr/>
              </p:nvSpPr>
              <p:spPr bwMode="auto">
                <a:xfrm>
                  <a:off x="3967257" y="2209800"/>
                  <a:ext cx="425449" cy="93663"/>
                </a:xfrm>
                <a:custGeom>
                  <a:avLst/>
                  <a:gdLst>
                    <a:gd name="T0" fmla="*/ 235 w 268"/>
                    <a:gd name="T1" fmla="*/ 0 h 59"/>
                    <a:gd name="T2" fmla="*/ 33 w 268"/>
                    <a:gd name="T3" fmla="*/ 0 h 59"/>
                    <a:gd name="T4" fmla="*/ 0 w 268"/>
                    <a:gd name="T5" fmla="*/ 59 h 59"/>
                    <a:gd name="T6" fmla="*/ 268 w 268"/>
                    <a:gd name="T7" fmla="*/ 59 h 59"/>
                    <a:gd name="T8" fmla="*/ 235 w 268"/>
                    <a:gd name="T9" fmla="*/ 0 h 5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68" h="59">
                      <a:moveTo>
                        <a:pt x="235" y="0"/>
                      </a:moveTo>
                      <a:lnTo>
                        <a:pt x="33" y="0"/>
                      </a:lnTo>
                      <a:lnTo>
                        <a:pt x="0" y="59"/>
                      </a:lnTo>
                      <a:lnTo>
                        <a:pt x="268" y="59"/>
                      </a:lnTo>
                      <a:lnTo>
                        <a:pt x="235" y="0"/>
                      </a:lnTo>
                      <a:close/>
                    </a:path>
                  </a:pathLst>
                </a:custGeom>
                <a:solidFill>
                  <a:srgbClr val="9A8878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>
                    <a:solidFill>
                      <a:prstClr val="black"/>
                    </a:solidFill>
                    <a:latin typeface="Arial" panose="020B0604020202020204"/>
                    <a:ea typeface="微软雅黑" panose="020B0503020204020204" pitchFamily="34" charset="-122"/>
                    <a:cs typeface="Arial" panose="020B0604020202020204"/>
                  </a:endParaRPr>
                </a:p>
              </p:txBody>
            </p:sp>
            <p:sp>
              <p:nvSpPr>
                <p:cNvPr id="372" name="Rectangle 165"/>
                <p:cNvSpPr>
                  <a:spLocks noChangeArrowheads="1"/>
                </p:cNvSpPr>
                <p:nvPr/>
              </p:nvSpPr>
              <p:spPr bwMode="auto">
                <a:xfrm>
                  <a:off x="3998494" y="2425700"/>
                  <a:ext cx="398463" cy="6350"/>
                </a:xfrm>
                <a:prstGeom prst="rect">
                  <a:avLst/>
                </a:prstGeom>
                <a:solidFill>
                  <a:srgbClr val="9A8878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>
                    <a:solidFill>
                      <a:prstClr val="black"/>
                    </a:solidFill>
                    <a:latin typeface="Arial" panose="020B0604020202020204"/>
                    <a:ea typeface="微软雅黑" panose="020B0503020204020204" pitchFamily="34" charset="-122"/>
                    <a:cs typeface="Arial" panose="020B0604020202020204"/>
                  </a:endParaRPr>
                </a:p>
              </p:txBody>
            </p:sp>
            <p:sp>
              <p:nvSpPr>
                <p:cNvPr id="373" name="Rectangle 166"/>
                <p:cNvSpPr>
                  <a:spLocks noChangeArrowheads="1"/>
                </p:cNvSpPr>
                <p:nvPr/>
              </p:nvSpPr>
              <p:spPr bwMode="auto">
                <a:xfrm>
                  <a:off x="4006175" y="2541588"/>
                  <a:ext cx="398463" cy="12700"/>
                </a:xfrm>
                <a:prstGeom prst="rect">
                  <a:avLst/>
                </a:prstGeom>
                <a:solidFill>
                  <a:srgbClr val="9A8878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>
                    <a:solidFill>
                      <a:prstClr val="black"/>
                    </a:solidFill>
                    <a:latin typeface="Arial" panose="020B0604020202020204"/>
                    <a:ea typeface="微软雅黑" panose="020B0503020204020204" pitchFamily="34" charset="-122"/>
                    <a:cs typeface="Arial" panose="020B0604020202020204"/>
                  </a:endParaRPr>
                </a:p>
              </p:txBody>
            </p:sp>
            <p:sp>
              <p:nvSpPr>
                <p:cNvPr id="374" name="Rectangle 167"/>
                <p:cNvSpPr>
                  <a:spLocks noChangeArrowheads="1"/>
                </p:cNvSpPr>
                <p:nvPr/>
              </p:nvSpPr>
              <p:spPr bwMode="auto">
                <a:xfrm>
                  <a:off x="4246264" y="2598738"/>
                  <a:ext cx="11113" cy="125413"/>
                </a:xfrm>
                <a:prstGeom prst="rect">
                  <a:avLst/>
                </a:prstGeom>
                <a:solidFill>
                  <a:srgbClr val="9A8878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>
                    <a:solidFill>
                      <a:prstClr val="black"/>
                    </a:solidFill>
                    <a:latin typeface="Arial" panose="020B0604020202020204"/>
                    <a:ea typeface="微软雅黑" panose="020B0503020204020204" pitchFamily="34" charset="-122"/>
                    <a:cs typeface="Arial" panose="020B0604020202020204"/>
                  </a:endParaRPr>
                </a:p>
              </p:txBody>
            </p:sp>
            <p:sp>
              <p:nvSpPr>
                <p:cNvPr id="375" name="Rectangle 168"/>
                <p:cNvSpPr>
                  <a:spLocks noChangeArrowheads="1"/>
                </p:cNvSpPr>
                <p:nvPr/>
              </p:nvSpPr>
              <p:spPr bwMode="auto">
                <a:xfrm>
                  <a:off x="4138082" y="2598738"/>
                  <a:ext cx="7938" cy="125413"/>
                </a:xfrm>
                <a:prstGeom prst="rect">
                  <a:avLst/>
                </a:prstGeom>
                <a:solidFill>
                  <a:srgbClr val="9A8878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>
                    <a:solidFill>
                      <a:prstClr val="black"/>
                    </a:solidFill>
                    <a:latin typeface="Arial" panose="020B0604020202020204"/>
                    <a:ea typeface="微软雅黑" panose="020B0503020204020204" pitchFamily="34" charset="-122"/>
                    <a:cs typeface="Arial" panose="020B0604020202020204"/>
                  </a:endParaRPr>
                </a:p>
              </p:txBody>
            </p:sp>
            <p:sp>
              <p:nvSpPr>
                <p:cNvPr id="376" name="Freeform 169"/>
                <p:cNvSpPr/>
                <p:nvPr/>
              </p:nvSpPr>
              <p:spPr bwMode="auto">
                <a:xfrm>
                  <a:off x="4092162" y="2565400"/>
                  <a:ext cx="211138" cy="49213"/>
                </a:xfrm>
                <a:custGeom>
                  <a:avLst/>
                  <a:gdLst>
                    <a:gd name="T0" fmla="*/ 116 w 133"/>
                    <a:gd name="T1" fmla="*/ 0 h 31"/>
                    <a:gd name="T2" fmla="*/ 17 w 133"/>
                    <a:gd name="T3" fmla="*/ 0 h 31"/>
                    <a:gd name="T4" fmla="*/ 0 w 133"/>
                    <a:gd name="T5" fmla="*/ 31 h 31"/>
                    <a:gd name="T6" fmla="*/ 133 w 133"/>
                    <a:gd name="T7" fmla="*/ 31 h 31"/>
                    <a:gd name="T8" fmla="*/ 116 w 133"/>
                    <a:gd name="T9" fmla="*/ 0 h 3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3" h="31">
                      <a:moveTo>
                        <a:pt x="116" y="0"/>
                      </a:moveTo>
                      <a:lnTo>
                        <a:pt x="17" y="0"/>
                      </a:lnTo>
                      <a:lnTo>
                        <a:pt x="0" y="31"/>
                      </a:lnTo>
                      <a:lnTo>
                        <a:pt x="133" y="31"/>
                      </a:lnTo>
                      <a:lnTo>
                        <a:pt x="116" y="0"/>
                      </a:lnTo>
                      <a:close/>
                    </a:path>
                  </a:pathLst>
                </a:custGeom>
                <a:solidFill>
                  <a:srgbClr val="9A8878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>
                    <a:solidFill>
                      <a:prstClr val="black"/>
                    </a:solidFill>
                    <a:latin typeface="Arial" panose="020B0604020202020204"/>
                    <a:ea typeface="微软雅黑" panose="020B0503020204020204" pitchFamily="34" charset="-122"/>
                    <a:cs typeface="Arial" panose="020B0604020202020204"/>
                  </a:endParaRPr>
                </a:p>
              </p:txBody>
            </p:sp>
          </p:grpSp>
          <p:sp>
            <p:nvSpPr>
              <p:cNvPr id="267" name="Rectangle 9"/>
              <p:cNvSpPr>
                <a:spLocks noChangeArrowheads="1"/>
              </p:cNvSpPr>
              <p:nvPr/>
            </p:nvSpPr>
            <p:spPr bwMode="auto">
              <a:xfrm flipH="1">
                <a:off x="1194502" y="6217507"/>
                <a:ext cx="2671366" cy="423699"/>
              </a:xfrm>
              <a:prstGeom prst="rect">
                <a:avLst/>
              </a:prstGeom>
              <a:solidFill>
                <a:srgbClr val="2D7FA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prstClr val="black"/>
                  </a:solidFill>
                  <a:latin typeface="Arial" panose="020B0604020202020204"/>
                  <a:ea typeface="微软雅黑" panose="020B0503020204020204" pitchFamily="34" charset="-122"/>
                  <a:cs typeface="Arial" panose="020B0604020202020204"/>
                </a:endParaRPr>
              </a:p>
            </p:txBody>
          </p:sp>
          <p:sp>
            <p:nvSpPr>
              <p:cNvPr id="268" name="Rectangle 10"/>
              <p:cNvSpPr>
                <a:spLocks noChangeArrowheads="1"/>
              </p:cNvSpPr>
              <p:nvPr/>
            </p:nvSpPr>
            <p:spPr bwMode="auto">
              <a:xfrm flipH="1">
                <a:off x="1194502" y="6217507"/>
                <a:ext cx="2671366" cy="4236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prstClr val="black"/>
                  </a:solidFill>
                  <a:latin typeface="Arial" panose="020B0604020202020204"/>
                  <a:ea typeface="微软雅黑" panose="020B0503020204020204" pitchFamily="34" charset="-122"/>
                  <a:cs typeface="Arial" panose="020B0604020202020204"/>
                </a:endParaRPr>
              </a:p>
            </p:txBody>
          </p:sp>
          <p:sp>
            <p:nvSpPr>
              <p:cNvPr id="269" name="Freeform 11"/>
              <p:cNvSpPr>
                <a:spLocks noEditPoints="1"/>
              </p:cNvSpPr>
              <p:nvPr/>
            </p:nvSpPr>
            <p:spPr bwMode="auto">
              <a:xfrm flipH="1">
                <a:off x="1202983" y="6214875"/>
                <a:ext cx="2662886" cy="455279"/>
              </a:xfrm>
              <a:custGeom>
                <a:avLst/>
                <a:gdLst>
                  <a:gd name="T0" fmla="*/ 665 w 928"/>
                  <a:gd name="T1" fmla="*/ 137 h 146"/>
                  <a:gd name="T2" fmla="*/ 0 w 928"/>
                  <a:gd name="T3" fmla="*/ 137 h 146"/>
                  <a:gd name="T4" fmla="*/ 0 w 928"/>
                  <a:gd name="T5" fmla="*/ 146 h 146"/>
                  <a:gd name="T6" fmla="*/ 928 w 928"/>
                  <a:gd name="T7" fmla="*/ 146 h 146"/>
                  <a:gd name="T8" fmla="*/ 665 w 928"/>
                  <a:gd name="T9" fmla="*/ 137 h 146"/>
                  <a:gd name="T10" fmla="*/ 0 w 928"/>
                  <a:gd name="T11" fmla="*/ 0 h 146"/>
                  <a:gd name="T12" fmla="*/ 0 w 928"/>
                  <a:gd name="T13" fmla="*/ 1 h 146"/>
                  <a:gd name="T14" fmla="*/ 1 w 928"/>
                  <a:gd name="T15" fmla="*/ 1 h 146"/>
                  <a:gd name="T16" fmla="*/ 1 w 928"/>
                  <a:gd name="T17" fmla="*/ 1 h 146"/>
                  <a:gd name="T18" fmla="*/ 0 w 928"/>
                  <a:gd name="T19" fmla="*/ 1 h 146"/>
                  <a:gd name="T20" fmla="*/ 0 w 928"/>
                  <a:gd name="T21" fmla="*/ 0 h 146"/>
                  <a:gd name="T22" fmla="*/ 0 w 928"/>
                  <a:gd name="T23" fmla="*/ 0 h 1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928" h="146">
                    <a:moveTo>
                      <a:pt x="665" y="137"/>
                    </a:moveTo>
                    <a:cubicBezTo>
                      <a:pt x="0" y="137"/>
                      <a:pt x="0" y="137"/>
                      <a:pt x="0" y="137"/>
                    </a:cubicBezTo>
                    <a:cubicBezTo>
                      <a:pt x="0" y="146"/>
                      <a:pt x="0" y="146"/>
                      <a:pt x="0" y="146"/>
                    </a:cubicBezTo>
                    <a:cubicBezTo>
                      <a:pt x="928" y="146"/>
                      <a:pt x="928" y="146"/>
                      <a:pt x="928" y="146"/>
                    </a:cubicBezTo>
                    <a:cubicBezTo>
                      <a:pt x="914" y="146"/>
                      <a:pt x="824" y="145"/>
                      <a:pt x="665" y="137"/>
                    </a:cubicBezTo>
                    <a:moveTo>
                      <a:pt x="0" y="0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D3D4D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prstClr val="black"/>
                  </a:solidFill>
                  <a:latin typeface="Arial" panose="020B0604020202020204"/>
                  <a:ea typeface="微软雅黑" panose="020B0503020204020204" pitchFamily="34" charset="-122"/>
                  <a:cs typeface="Arial" panose="020B0604020202020204"/>
                </a:endParaRPr>
              </a:p>
            </p:txBody>
          </p:sp>
          <p:sp>
            <p:nvSpPr>
              <p:cNvPr id="270" name="Freeform 12"/>
              <p:cNvSpPr>
                <a:spLocks noEditPoints="1"/>
              </p:cNvSpPr>
              <p:nvPr/>
            </p:nvSpPr>
            <p:spPr bwMode="auto">
              <a:xfrm flipH="1">
                <a:off x="1957749" y="6217507"/>
                <a:ext cx="1908119" cy="423699"/>
              </a:xfrm>
              <a:custGeom>
                <a:avLst/>
                <a:gdLst>
                  <a:gd name="T0" fmla="*/ 161 w 665"/>
                  <a:gd name="T1" fmla="*/ 129 h 136"/>
                  <a:gd name="T2" fmla="*/ 161 w 665"/>
                  <a:gd name="T3" fmla="*/ 99 h 136"/>
                  <a:gd name="T4" fmla="*/ 190 w 665"/>
                  <a:gd name="T5" fmla="*/ 99 h 136"/>
                  <a:gd name="T6" fmla="*/ 190 w 665"/>
                  <a:gd name="T7" fmla="*/ 129 h 136"/>
                  <a:gd name="T8" fmla="*/ 161 w 665"/>
                  <a:gd name="T9" fmla="*/ 129 h 136"/>
                  <a:gd name="T10" fmla="*/ 56 w 665"/>
                  <a:gd name="T11" fmla="*/ 114 h 136"/>
                  <a:gd name="T12" fmla="*/ 56 w 665"/>
                  <a:gd name="T13" fmla="*/ 85 h 136"/>
                  <a:gd name="T14" fmla="*/ 85 w 665"/>
                  <a:gd name="T15" fmla="*/ 85 h 136"/>
                  <a:gd name="T16" fmla="*/ 85 w 665"/>
                  <a:gd name="T17" fmla="*/ 114 h 136"/>
                  <a:gd name="T18" fmla="*/ 56 w 665"/>
                  <a:gd name="T19" fmla="*/ 114 h 136"/>
                  <a:gd name="T20" fmla="*/ 1 w 665"/>
                  <a:gd name="T21" fmla="*/ 0 h 136"/>
                  <a:gd name="T22" fmla="*/ 0 w 665"/>
                  <a:gd name="T23" fmla="*/ 0 h 136"/>
                  <a:gd name="T24" fmla="*/ 0 w 665"/>
                  <a:gd name="T25" fmla="*/ 136 h 136"/>
                  <a:gd name="T26" fmla="*/ 665 w 665"/>
                  <a:gd name="T27" fmla="*/ 136 h 136"/>
                  <a:gd name="T28" fmla="*/ 403 w 665"/>
                  <a:gd name="T29" fmla="*/ 118 h 136"/>
                  <a:gd name="T30" fmla="*/ 358 w 665"/>
                  <a:gd name="T31" fmla="*/ 114 h 136"/>
                  <a:gd name="T32" fmla="*/ 348 w 665"/>
                  <a:gd name="T33" fmla="*/ 114 h 136"/>
                  <a:gd name="T34" fmla="*/ 348 w 665"/>
                  <a:gd name="T35" fmla="*/ 113 h 136"/>
                  <a:gd name="T36" fmla="*/ 232 w 665"/>
                  <a:gd name="T37" fmla="*/ 95 h 136"/>
                  <a:gd name="T38" fmla="*/ 232 w 665"/>
                  <a:gd name="T39" fmla="*/ 99 h 136"/>
                  <a:gd name="T40" fmla="*/ 203 w 665"/>
                  <a:gd name="T41" fmla="*/ 99 h 136"/>
                  <a:gd name="T42" fmla="*/ 203 w 665"/>
                  <a:gd name="T43" fmla="*/ 89 h 136"/>
                  <a:gd name="T44" fmla="*/ 125 w 665"/>
                  <a:gd name="T45" fmla="*/ 67 h 136"/>
                  <a:gd name="T46" fmla="*/ 125 w 665"/>
                  <a:gd name="T47" fmla="*/ 91 h 136"/>
                  <a:gd name="T48" fmla="*/ 96 w 665"/>
                  <a:gd name="T49" fmla="*/ 91 h 136"/>
                  <a:gd name="T50" fmla="*/ 96 w 665"/>
                  <a:gd name="T51" fmla="*/ 62 h 136"/>
                  <a:gd name="T52" fmla="*/ 111 w 665"/>
                  <a:gd name="T53" fmla="*/ 62 h 136"/>
                  <a:gd name="T54" fmla="*/ 85 w 665"/>
                  <a:gd name="T55" fmla="*/ 51 h 136"/>
                  <a:gd name="T56" fmla="*/ 85 w 665"/>
                  <a:gd name="T57" fmla="*/ 53 h 136"/>
                  <a:gd name="T58" fmla="*/ 56 w 665"/>
                  <a:gd name="T59" fmla="*/ 53 h 136"/>
                  <a:gd name="T60" fmla="*/ 56 w 665"/>
                  <a:gd name="T61" fmla="*/ 37 h 136"/>
                  <a:gd name="T62" fmla="*/ 1 w 665"/>
                  <a:gd name="T63" fmla="*/ 0 h 1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665" h="136">
                    <a:moveTo>
                      <a:pt x="161" y="129"/>
                    </a:moveTo>
                    <a:cubicBezTo>
                      <a:pt x="161" y="99"/>
                      <a:pt x="161" y="99"/>
                      <a:pt x="161" y="99"/>
                    </a:cubicBezTo>
                    <a:cubicBezTo>
                      <a:pt x="190" y="99"/>
                      <a:pt x="190" y="99"/>
                      <a:pt x="190" y="99"/>
                    </a:cubicBezTo>
                    <a:cubicBezTo>
                      <a:pt x="190" y="129"/>
                      <a:pt x="190" y="129"/>
                      <a:pt x="190" y="129"/>
                    </a:cubicBezTo>
                    <a:cubicBezTo>
                      <a:pt x="161" y="129"/>
                      <a:pt x="161" y="129"/>
                      <a:pt x="161" y="129"/>
                    </a:cubicBezTo>
                    <a:moveTo>
                      <a:pt x="56" y="114"/>
                    </a:moveTo>
                    <a:cubicBezTo>
                      <a:pt x="56" y="85"/>
                      <a:pt x="56" y="85"/>
                      <a:pt x="56" y="85"/>
                    </a:cubicBezTo>
                    <a:cubicBezTo>
                      <a:pt x="85" y="85"/>
                      <a:pt x="85" y="85"/>
                      <a:pt x="85" y="85"/>
                    </a:cubicBezTo>
                    <a:cubicBezTo>
                      <a:pt x="85" y="114"/>
                      <a:pt x="85" y="114"/>
                      <a:pt x="85" y="114"/>
                    </a:cubicBezTo>
                    <a:cubicBezTo>
                      <a:pt x="56" y="114"/>
                      <a:pt x="56" y="114"/>
                      <a:pt x="56" y="114"/>
                    </a:cubicBezTo>
                    <a:moveTo>
                      <a:pt x="1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136"/>
                      <a:pt x="0" y="136"/>
                      <a:pt x="0" y="136"/>
                    </a:cubicBezTo>
                    <a:cubicBezTo>
                      <a:pt x="665" y="136"/>
                      <a:pt x="665" y="136"/>
                      <a:pt x="665" y="136"/>
                    </a:cubicBezTo>
                    <a:cubicBezTo>
                      <a:pt x="592" y="132"/>
                      <a:pt x="505" y="126"/>
                      <a:pt x="403" y="118"/>
                    </a:cubicBezTo>
                    <a:cubicBezTo>
                      <a:pt x="388" y="117"/>
                      <a:pt x="372" y="116"/>
                      <a:pt x="358" y="114"/>
                    </a:cubicBezTo>
                    <a:cubicBezTo>
                      <a:pt x="348" y="114"/>
                      <a:pt x="348" y="114"/>
                      <a:pt x="348" y="114"/>
                    </a:cubicBezTo>
                    <a:cubicBezTo>
                      <a:pt x="348" y="113"/>
                      <a:pt x="348" y="113"/>
                      <a:pt x="348" y="113"/>
                    </a:cubicBezTo>
                    <a:cubicBezTo>
                      <a:pt x="305" y="108"/>
                      <a:pt x="266" y="102"/>
                      <a:pt x="232" y="95"/>
                    </a:cubicBezTo>
                    <a:cubicBezTo>
                      <a:pt x="232" y="99"/>
                      <a:pt x="232" y="99"/>
                      <a:pt x="232" y="99"/>
                    </a:cubicBezTo>
                    <a:cubicBezTo>
                      <a:pt x="203" y="99"/>
                      <a:pt x="203" y="99"/>
                      <a:pt x="203" y="99"/>
                    </a:cubicBezTo>
                    <a:cubicBezTo>
                      <a:pt x="203" y="89"/>
                      <a:pt x="203" y="89"/>
                      <a:pt x="203" y="89"/>
                    </a:cubicBezTo>
                    <a:cubicBezTo>
                      <a:pt x="173" y="82"/>
                      <a:pt x="147" y="74"/>
                      <a:pt x="125" y="67"/>
                    </a:cubicBezTo>
                    <a:cubicBezTo>
                      <a:pt x="125" y="91"/>
                      <a:pt x="125" y="91"/>
                      <a:pt x="125" y="91"/>
                    </a:cubicBezTo>
                    <a:cubicBezTo>
                      <a:pt x="96" y="91"/>
                      <a:pt x="96" y="91"/>
                      <a:pt x="96" y="91"/>
                    </a:cubicBezTo>
                    <a:cubicBezTo>
                      <a:pt x="96" y="62"/>
                      <a:pt x="96" y="62"/>
                      <a:pt x="96" y="62"/>
                    </a:cubicBezTo>
                    <a:cubicBezTo>
                      <a:pt x="111" y="62"/>
                      <a:pt x="111" y="62"/>
                      <a:pt x="111" y="62"/>
                    </a:cubicBezTo>
                    <a:cubicBezTo>
                      <a:pt x="101" y="58"/>
                      <a:pt x="93" y="55"/>
                      <a:pt x="85" y="51"/>
                    </a:cubicBezTo>
                    <a:cubicBezTo>
                      <a:pt x="85" y="53"/>
                      <a:pt x="85" y="53"/>
                      <a:pt x="85" y="53"/>
                    </a:cubicBezTo>
                    <a:cubicBezTo>
                      <a:pt x="56" y="53"/>
                      <a:pt x="56" y="53"/>
                      <a:pt x="56" y="53"/>
                    </a:cubicBezTo>
                    <a:cubicBezTo>
                      <a:pt x="56" y="37"/>
                      <a:pt x="56" y="37"/>
                      <a:pt x="56" y="37"/>
                    </a:cubicBezTo>
                    <a:cubicBezTo>
                      <a:pt x="22" y="20"/>
                      <a:pt x="6" y="5"/>
                      <a:pt x="1" y="0"/>
                    </a:cubicBezTo>
                  </a:path>
                </a:pathLst>
              </a:custGeom>
              <a:solidFill>
                <a:srgbClr val="C16A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prstClr val="black"/>
                  </a:solidFill>
                  <a:latin typeface="Arial" panose="020B0604020202020204"/>
                  <a:ea typeface="微软雅黑" panose="020B0503020204020204" pitchFamily="34" charset="-122"/>
                  <a:cs typeface="Arial" panose="020B0604020202020204"/>
                </a:endParaRPr>
              </a:p>
            </p:txBody>
          </p:sp>
          <p:sp>
            <p:nvSpPr>
              <p:cNvPr id="272" name="Freeform 13"/>
              <p:cNvSpPr/>
              <p:nvPr/>
            </p:nvSpPr>
            <p:spPr bwMode="auto">
              <a:xfrm flipH="1">
                <a:off x="3622356" y="6292510"/>
                <a:ext cx="82382" cy="84214"/>
              </a:xfrm>
              <a:custGeom>
                <a:avLst/>
                <a:gdLst>
                  <a:gd name="T0" fmla="*/ 29 w 29"/>
                  <a:gd name="T1" fmla="*/ 0 h 27"/>
                  <a:gd name="T2" fmla="*/ 0 w 29"/>
                  <a:gd name="T3" fmla="*/ 0 h 27"/>
                  <a:gd name="T4" fmla="*/ 0 w 29"/>
                  <a:gd name="T5" fmla="*/ 13 h 27"/>
                  <a:gd name="T6" fmla="*/ 29 w 29"/>
                  <a:gd name="T7" fmla="*/ 27 h 27"/>
                  <a:gd name="T8" fmla="*/ 29 w 29"/>
                  <a:gd name="T9" fmla="*/ 0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9" h="27">
                    <a:moveTo>
                      <a:pt x="29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13"/>
                      <a:pt x="0" y="13"/>
                      <a:pt x="0" y="13"/>
                    </a:cubicBezTo>
                    <a:cubicBezTo>
                      <a:pt x="8" y="18"/>
                      <a:pt x="18" y="22"/>
                      <a:pt x="29" y="27"/>
                    </a:cubicBezTo>
                    <a:cubicBezTo>
                      <a:pt x="29" y="0"/>
                      <a:pt x="29" y="0"/>
                      <a:pt x="29" y="0"/>
                    </a:cubicBezTo>
                  </a:path>
                </a:pathLst>
              </a:custGeom>
              <a:solidFill>
                <a:srgbClr val="EAB65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prstClr val="black"/>
                  </a:solidFill>
                  <a:latin typeface="Arial" panose="020B0604020202020204"/>
                  <a:ea typeface="微软雅黑" panose="020B0503020204020204" pitchFamily="34" charset="-122"/>
                  <a:cs typeface="Arial" panose="020B0604020202020204"/>
                </a:endParaRPr>
              </a:p>
            </p:txBody>
          </p:sp>
          <p:sp>
            <p:nvSpPr>
              <p:cNvPr id="273" name="Freeform 14"/>
              <p:cNvSpPr/>
              <p:nvPr/>
            </p:nvSpPr>
            <p:spPr bwMode="auto">
              <a:xfrm flipH="1">
                <a:off x="3622356" y="6333301"/>
                <a:ext cx="82382" cy="50002"/>
              </a:xfrm>
              <a:custGeom>
                <a:avLst/>
                <a:gdLst>
                  <a:gd name="T0" fmla="*/ 0 w 29"/>
                  <a:gd name="T1" fmla="*/ 0 h 16"/>
                  <a:gd name="T2" fmla="*/ 0 w 29"/>
                  <a:gd name="T3" fmla="*/ 16 h 16"/>
                  <a:gd name="T4" fmla="*/ 29 w 29"/>
                  <a:gd name="T5" fmla="*/ 16 h 16"/>
                  <a:gd name="T6" fmla="*/ 29 w 29"/>
                  <a:gd name="T7" fmla="*/ 14 h 16"/>
                  <a:gd name="T8" fmla="*/ 0 w 29"/>
                  <a:gd name="T9" fmla="*/ 0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9" h="16">
                    <a:moveTo>
                      <a:pt x="0" y="0"/>
                    </a:moveTo>
                    <a:cubicBezTo>
                      <a:pt x="0" y="16"/>
                      <a:pt x="0" y="16"/>
                      <a:pt x="0" y="16"/>
                    </a:cubicBezTo>
                    <a:cubicBezTo>
                      <a:pt x="29" y="16"/>
                      <a:pt x="29" y="16"/>
                      <a:pt x="29" y="16"/>
                    </a:cubicBezTo>
                    <a:cubicBezTo>
                      <a:pt x="29" y="14"/>
                      <a:pt x="29" y="14"/>
                      <a:pt x="29" y="14"/>
                    </a:cubicBezTo>
                    <a:cubicBezTo>
                      <a:pt x="18" y="9"/>
                      <a:pt x="8" y="5"/>
                      <a:pt x="0" y="0"/>
                    </a:cubicBezTo>
                  </a:path>
                </a:pathLst>
              </a:custGeom>
              <a:solidFill>
                <a:srgbClr val="D9AA5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prstClr val="black"/>
                  </a:solidFill>
                  <a:latin typeface="Arial" panose="020B0604020202020204"/>
                  <a:ea typeface="微软雅黑" panose="020B0503020204020204" pitchFamily="34" charset="-122"/>
                  <a:cs typeface="Arial" panose="020B0604020202020204"/>
                </a:endParaRPr>
              </a:p>
            </p:txBody>
          </p:sp>
          <p:sp>
            <p:nvSpPr>
              <p:cNvPr id="275" name="Freeform 15"/>
              <p:cNvSpPr/>
              <p:nvPr/>
            </p:nvSpPr>
            <p:spPr bwMode="auto">
              <a:xfrm flipH="1">
                <a:off x="3507262" y="6410935"/>
                <a:ext cx="39980" cy="15790"/>
              </a:xfrm>
              <a:custGeom>
                <a:avLst/>
                <a:gdLst>
                  <a:gd name="T0" fmla="*/ 14 w 14"/>
                  <a:gd name="T1" fmla="*/ 0 h 5"/>
                  <a:gd name="T2" fmla="*/ 0 w 14"/>
                  <a:gd name="T3" fmla="*/ 0 h 5"/>
                  <a:gd name="T4" fmla="*/ 14 w 14"/>
                  <a:gd name="T5" fmla="*/ 5 h 5"/>
                  <a:gd name="T6" fmla="*/ 14 w 14"/>
                  <a:gd name="T7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" h="5">
                    <a:moveTo>
                      <a:pt x="14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5" y="1"/>
                      <a:pt x="9" y="3"/>
                      <a:pt x="14" y="5"/>
                    </a:cubicBezTo>
                    <a:cubicBezTo>
                      <a:pt x="14" y="0"/>
                      <a:pt x="14" y="0"/>
                      <a:pt x="14" y="0"/>
                    </a:cubicBezTo>
                  </a:path>
                </a:pathLst>
              </a:custGeom>
              <a:solidFill>
                <a:srgbClr val="EAB65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prstClr val="black"/>
                  </a:solidFill>
                  <a:latin typeface="Arial" panose="020B0604020202020204"/>
                  <a:ea typeface="微软雅黑" panose="020B0503020204020204" pitchFamily="34" charset="-122"/>
                  <a:cs typeface="Arial" panose="020B0604020202020204"/>
                </a:endParaRPr>
              </a:p>
            </p:txBody>
          </p:sp>
          <p:sp>
            <p:nvSpPr>
              <p:cNvPr id="276" name="Freeform 16"/>
              <p:cNvSpPr/>
              <p:nvPr/>
            </p:nvSpPr>
            <p:spPr bwMode="auto">
              <a:xfrm flipH="1">
                <a:off x="3507262" y="6410935"/>
                <a:ext cx="83594" cy="90793"/>
              </a:xfrm>
              <a:custGeom>
                <a:avLst/>
                <a:gdLst>
                  <a:gd name="T0" fmla="*/ 15 w 29"/>
                  <a:gd name="T1" fmla="*/ 0 h 29"/>
                  <a:gd name="T2" fmla="*/ 0 w 29"/>
                  <a:gd name="T3" fmla="*/ 0 h 29"/>
                  <a:gd name="T4" fmla="*/ 0 w 29"/>
                  <a:gd name="T5" fmla="*/ 29 h 29"/>
                  <a:gd name="T6" fmla="*/ 29 w 29"/>
                  <a:gd name="T7" fmla="*/ 29 h 29"/>
                  <a:gd name="T8" fmla="*/ 29 w 29"/>
                  <a:gd name="T9" fmla="*/ 5 h 29"/>
                  <a:gd name="T10" fmla="*/ 15 w 29"/>
                  <a:gd name="T11" fmla="*/ 0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9" h="29">
                    <a:moveTo>
                      <a:pt x="15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29" y="29"/>
                      <a:pt x="29" y="29"/>
                      <a:pt x="29" y="29"/>
                    </a:cubicBezTo>
                    <a:cubicBezTo>
                      <a:pt x="29" y="5"/>
                      <a:pt x="29" y="5"/>
                      <a:pt x="29" y="5"/>
                    </a:cubicBezTo>
                    <a:cubicBezTo>
                      <a:pt x="24" y="3"/>
                      <a:pt x="20" y="1"/>
                      <a:pt x="15" y="0"/>
                    </a:cubicBezTo>
                  </a:path>
                </a:pathLst>
              </a:custGeom>
              <a:solidFill>
                <a:srgbClr val="D9AA5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prstClr val="black"/>
                  </a:solidFill>
                  <a:latin typeface="Arial" panose="020B0604020202020204"/>
                  <a:ea typeface="微软雅黑" panose="020B0503020204020204" pitchFamily="34" charset="-122"/>
                  <a:cs typeface="Arial" panose="020B0604020202020204"/>
                </a:endParaRPr>
              </a:p>
            </p:txBody>
          </p:sp>
          <p:sp>
            <p:nvSpPr>
              <p:cNvPr id="277" name="Rectangle 17"/>
              <p:cNvSpPr>
                <a:spLocks noChangeArrowheads="1"/>
              </p:cNvSpPr>
              <p:nvPr/>
            </p:nvSpPr>
            <p:spPr bwMode="auto">
              <a:xfrm flipH="1">
                <a:off x="3364306" y="6308300"/>
                <a:ext cx="82382" cy="90793"/>
              </a:xfrm>
              <a:prstGeom prst="rect">
                <a:avLst/>
              </a:prstGeom>
              <a:solidFill>
                <a:srgbClr val="F1C08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prstClr val="black"/>
                  </a:solidFill>
                  <a:latin typeface="Arial" panose="020B0604020202020204"/>
                  <a:ea typeface="微软雅黑" panose="020B0503020204020204" pitchFamily="34" charset="-122"/>
                  <a:cs typeface="Arial" panose="020B0604020202020204"/>
                </a:endParaRPr>
              </a:p>
            </p:txBody>
          </p:sp>
          <p:sp>
            <p:nvSpPr>
              <p:cNvPr id="278" name="Rectangle 18"/>
              <p:cNvSpPr>
                <a:spLocks noChangeArrowheads="1"/>
              </p:cNvSpPr>
              <p:nvPr/>
            </p:nvSpPr>
            <p:spPr bwMode="auto">
              <a:xfrm flipH="1">
                <a:off x="3364306" y="6308300"/>
                <a:ext cx="82382" cy="9079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prstClr val="black"/>
                  </a:solidFill>
                  <a:latin typeface="Arial" panose="020B0604020202020204"/>
                  <a:ea typeface="微软雅黑" panose="020B0503020204020204" pitchFamily="34" charset="-122"/>
                  <a:cs typeface="Arial" panose="020B0604020202020204"/>
                </a:endParaRPr>
              </a:p>
            </p:txBody>
          </p:sp>
          <p:sp>
            <p:nvSpPr>
              <p:cNvPr id="279" name="Rectangle 19"/>
              <p:cNvSpPr>
                <a:spLocks noChangeArrowheads="1"/>
              </p:cNvSpPr>
              <p:nvPr/>
            </p:nvSpPr>
            <p:spPr bwMode="auto">
              <a:xfrm flipH="1">
                <a:off x="2313931" y="6339880"/>
                <a:ext cx="86017" cy="89477"/>
              </a:xfrm>
              <a:prstGeom prst="rect">
                <a:avLst/>
              </a:prstGeom>
              <a:solidFill>
                <a:srgbClr val="F1C08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prstClr val="black"/>
                  </a:solidFill>
                  <a:latin typeface="Arial" panose="020B0604020202020204"/>
                  <a:ea typeface="微软雅黑" panose="020B0503020204020204" pitchFamily="34" charset="-122"/>
                  <a:cs typeface="Arial" panose="020B0604020202020204"/>
                </a:endParaRPr>
              </a:p>
            </p:txBody>
          </p:sp>
          <p:sp>
            <p:nvSpPr>
              <p:cNvPr id="280" name="Rectangle 20"/>
              <p:cNvSpPr>
                <a:spLocks noChangeArrowheads="1"/>
              </p:cNvSpPr>
              <p:nvPr/>
            </p:nvSpPr>
            <p:spPr bwMode="auto">
              <a:xfrm flipH="1">
                <a:off x="2313931" y="6339880"/>
                <a:ext cx="86017" cy="894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prstClr val="black"/>
                  </a:solidFill>
                  <a:latin typeface="Arial" panose="020B0604020202020204"/>
                  <a:ea typeface="微软雅黑" panose="020B0503020204020204" pitchFamily="34" charset="-122"/>
                  <a:cs typeface="Arial" panose="020B0604020202020204"/>
                </a:endParaRPr>
              </a:p>
            </p:txBody>
          </p:sp>
          <p:sp>
            <p:nvSpPr>
              <p:cNvPr id="281" name="Rectangle 21"/>
              <p:cNvSpPr>
                <a:spLocks noChangeArrowheads="1"/>
              </p:cNvSpPr>
              <p:nvPr/>
            </p:nvSpPr>
            <p:spPr bwMode="auto">
              <a:xfrm flipH="1">
                <a:off x="2996008" y="6435936"/>
                <a:ext cx="83594" cy="90793"/>
              </a:xfrm>
              <a:prstGeom prst="rect">
                <a:avLst/>
              </a:prstGeom>
              <a:solidFill>
                <a:srgbClr val="F1C08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prstClr val="black"/>
                  </a:solidFill>
                  <a:latin typeface="Arial" panose="020B0604020202020204"/>
                  <a:ea typeface="微软雅黑" panose="020B0503020204020204" pitchFamily="34" charset="-122"/>
                  <a:cs typeface="Arial" panose="020B0604020202020204"/>
                </a:endParaRPr>
              </a:p>
            </p:txBody>
          </p:sp>
          <p:sp>
            <p:nvSpPr>
              <p:cNvPr id="302" name="Rectangle 22"/>
              <p:cNvSpPr>
                <a:spLocks noChangeArrowheads="1"/>
              </p:cNvSpPr>
              <p:nvPr/>
            </p:nvSpPr>
            <p:spPr bwMode="auto">
              <a:xfrm flipH="1">
                <a:off x="2996008" y="6435936"/>
                <a:ext cx="83594" cy="9079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prstClr val="black"/>
                  </a:solidFill>
                  <a:latin typeface="Arial" panose="020B0604020202020204"/>
                  <a:ea typeface="微软雅黑" panose="020B0503020204020204" pitchFamily="34" charset="-122"/>
                  <a:cs typeface="Arial" panose="020B0604020202020204"/>
                </a:endParaRPr>
              </a:p>
            </p:txBody>
          </p:sp>
          <p:sp>
            <p:nvSpPr>
              <p:cNvPr id="303" name="Rectangle 23"/>
              <p:cNvSpPr>
                <a:spLocks noChangeArrowheads="1"/>
              </p:cNvSpPr>
              <p:nvPr/>
            </p:nvSpPr>
            <p:spPr bwMode="auto">
              <a:xfrm flipH="1">
                <a:off x="3622356" y="6483306"/>
                <a:ext cx="82382" cy="89477"/>
              </a:xfrm>
              <a:prstGeom prst="rect">
                <a:avLst/>
              </a:prstGeom>
              <a:solidFill>
                <a:srgbClr val="DFB48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prstClr val="black"/>
                  </a:solidFill>
                  <a:latin typeface="Arial" panose="020B0604020202020204"/>
                  <a:ea typeface="微软雅黑" panose="020B0503020204020204" pitchFamily="34" charset="-122"/>
                  <a:cs typeface="Arial" panose="020B0604020202020204"/>
                </a:endParaRPr>
              </a:p>
            </p:txBody>
          </p:sp>
          <p:sp>
            <p:nvSpPr>
              <p:cNvPr id="304" name="Rectangle 24"/>
              <p:cNvSpPr>
                <a:spLocks noChangeArrowheads="1"/>
              </p:cNvSpPr>
              <p:nvPr/>
            </p:nvSpPr>
            <p:spPr bwMode="auto">
              <a:xfrm flipH="1">
                <a:off x="3622356" y="6483306"/>
                <a:ext cx="82382" cy="894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prstClr val="black"/>
                  </a:solidFill>
                  <a:latin typeface="Arial" panose="020B0604020202020204"/>
                  <a:ea typeface="微软雅黑" panose="020B0503020204020204" pitchFamily="34" charset="-122"/>
                  <a:cs typeface="Arial" panose="020B0604020202020204"/>
                </a:endParaRPr>
              </a:p>
            </p:txBody>
          </p:sp>
          <p:sp>
            <p:nvSpPr>
              <p:cNvPr id="305" name="Rectangle 25"/>
              <p:cNvSpPr>
                <a:spLocks noChangeArrowheads="1"/>
              </p:cNvSpPr>
              <p:nvPr/>
            </p:nvSpPr>
            <p:spPr bwMode="auto">
              <a:xfrm flipH="1">
                <a:off x="1431957" y="6262245"/>
                <a:ext cx="83594" cy="89477"/>
              </a:xfrm>
              <a:prstGeom prst="rect">
                <a:avLst/>
              </a:prstGeom>
              <a:solidFill>
                <a:srgbClr val="F1C08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prstClr val="black"/>
                  </a:solidFill>
                  <a:latin typeface="Arial" panose="020B0604020202020204"/>
                  <a:ea typeface="微软雅黑" panose="020B0503020204020204" pitchFamily="34" charset="-122"/>
                  <a:cs typeface="Arial" panose="020B0604020202020204"/>
                </a:endParaRPr>
              </a:p>
            </p:txBody>
          </p:sp>
          <p:sp>
            <p:nvSpPr>
              <p:cNvPr id="306" name="Rectangle 26"/>
              <p:cNvSpPr>
                <a:spLocks noChangeArrowheads="1"/>
              </p:cNvSpPr>
              <p:nvPr/>
            </p:nvSpPr>
            <p:spPr bwMode="auto">
              <a:xfrm flipH="1">
                <a:off x="1431957" y="6262245"/>
                <a:ext cx="83594" cy="894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prstClr val="black"/>
                  </a:solidFill>
                  <a:latin typeface="Arial" panose="020B0604020202020204"/>
                  <a:ea typeface="微软雅黑" panose="020B0503020204020204" pitchFamily="34" charset="-122"/>
                  <a:cs typeface="Arial" panose="020B0604020202020204"/>
                </a:endParaRPr>
              </a:p>
            </p:txBody>
          </p:sp>
          <p:sp>
            <p:nvSpPr>
              <p:cNvPr id="307" name="Rectangle 27"/>
              <p:cNvSpPr>
                <a:spLocks noChangeArrowheads="1"/>
              </p:cNvSpPr>
              <p:nvPr/>
            </p:nvSpPr>
            <p:spPr bwMode="auto">
              <a:xfrm flipH="1">
                <a:off x="2844570" y="6335932"/>
                <a:ext cx="83594" cy="90793"/>
              </a:xfrm>
              <a:prstGeom prst="rect">
                <a:avLst/>
              </a:prstGeom>
              <a:solidFill>
                <a:srgbClr val="F1C08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prstClr val="black"/>
                  </a:solidFill>
                  <a:latin typeface="Arial" panose="020B0604020202020204"/>
                  <a:ea typeface="微软雅黑" panose="020B0503020204020204" pitchFamily="34" charset="-122"/>
                  <a:cs typeface="Arial" panose="020B0604020202020204"/>
                </a:endParaRPr>
              </a:p>
            </p:txBody>
          </p:sp>
          <p:sp>
            <p:nvSpPr>
              <p:cNvPr id="308" name="Rectangle 28"/>
              <p:cNvSpPr>
                <a:spLocks noChangeArrowheads="1"/>
              </p:cNvSpPr>
              <p:nvPr/>
            </p:nvSpPr>
            <p:spPr bwMode="auto">
              <a:xfrm flipH="1">
                <a:off x="2844570" y="6335932"/>
                <a:ext cx="83594" cy="9079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prstClr val="black"/>
                  </a:solidFill>
                  <a:latin typeface="Arial" panose="020B0604020202020204"/>
                  <a:ea typeface="微软雅黑" panose="020B0503020204020204" pitchFamily="34" charset="-122"/>
                  <a:cs typeface="Arial" panose="020B0604020202020204"/>
                </a:endParaRPr>
              </a:p>
            </p:txBody>
          </p:sp>
          <p:sp>
            <p:nvSpPr>
              <p:cNvPr id="309" name="Rectangle 29"/>
              <p:cNvSpPr>
                <a:spLocks noChangeArrowheads="1"/>
              </p:cNvSpPr>
              <p:nvPr/>
            </p:nvSpPr>
            <p:spPr bwMode="auto">
              <a:xfrm flipH="1">
                <a:off x="3320691" y="6526729"/>
                <a:ext cx="83594" cy="93425"/>
              </a:xfrm>
              <a:prstGeom prst="rect">
                <a:avLst/>
              </a:prstGeom>
              <a:solidFill>
                <a:srgbClr val="DFB48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prstClr val="black"/>
                  </a:solidFill>
                  <a:latin typeface="Arial" panose="020B0604020202020204"/>
                  <a:ea typeface="微软雅黑" panose="020B0503020204020204" pitchFamily="34" charset="-122"/>
                  <a:cs typeface="Arial" panose="020B0604020202020204"/>
                </a:endParaRPr>
              </a:p>
            </p:txBody>
          </p:sp>
          <p:sp>
            <p:nvSpPr>
              <p:cNvPr id="310" name="Rectangle 30"/>
              <p:cNvSpPr>
                <a:spLocks noChangeArrowheads="1"/>
              </p:cNvSpPr>
              <p:nvPr/>
            </p:nvSpPr>
            <p:spPr bwMode="auto">
              <a:xfrm flipH="1">
                <a:off x="3320691" y="6526729"/>
                <a:ext cx="83594" cy="934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prstClr val="black"/>
                  </a:solidFill>
                  <a:latin typeface="Arial" panose="020B0604020202020204"/>
                  <a:ea typeface="微软雅黑" panose="020B0503020204020204" pitchFamily="34" charset="-122"/>
                  <a:cs typeface="Arial" panose="020B0604020202020204"/>
                </a:endParaRPr>
              </a:p>
            </p:txBody>
          </p:sp>
          <p:sp>
            <p:nvSpPr>
              <p:cNvPr id="311" name="Rectangle 31"/>
              <p:cNvSpPr>
                <a:spLocks noChangeArrowheads="1"/>
              </p:cNvSpPr>
              <p:nvPr/>
            </p:nvSpPr>
            <p:spPr bwMode="auto">
              <a:xfrm flipH="1">
                <a:off x="2666479" y="6364881"/>
                <a:ext cx="83594" cy="89477"/>
              </a:xfrm>
              <a:prstGeom prst="rect">
                <a:avLst/>
              </a:prstGeom>
              <a:solidFill>
                <a:srgbClr val="F1C08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prstClr val="black"/>
                  </a:solidFill>
                  <a:latin typeface="Arial" panose="020B0604020202020204"/>
                  <a:ea typeface="微软雅黑" panose="020B0503020204020204" pitchFamily="34" charset="-122"/>
                  <a:cs typeface="Arial" panose="020B0604020202020204"/>
                </a:endParaRPr>
              </a:p>
            </p:txBody>
          </p:sp>
          <p:sp>
            <p:nvSpPr>
              <p:cNvPr id="312" name="Rectangle 32"/>
              <p:cNvSpPr>
                <a:spLocks noChangeArrowheads="1"/>
              </p:cNvSpPr>
              <p:nvPr/>
            </p:nvSpPr>
            <p:spPr bwMode="auto">
              <a:xfrm flipH="1">
                <a:off x="2666479" y="6364881"/>
                <a:ext cx="83594" cy="894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prstClr val="black"/>
                  </a:solidFill>
                  <a:latin typeface="Arial" panose="020B0604020202020204"/>
                  <a:ea typeface="微软雅黑" panose="020B0503020204020204" pitchFamily="34" charset="-122"/>
                  <a:cs typeface="Arial" panose="020B0604020202020204"/>
                </a:endParaRPr>
              </a:p>
            </p:txBody>
          </p:sp>
          <p:sp>
            <p:nvSpPr>
              <p:cNvPr id="313" name="Rectangle 33"/>
              <p:cNvSpPr>
                <a:spLocks noChangeArrowheads="1"/>
              </p:cNvSpPr>
              <p:nvPr/>
            </p:nvSpPr>
            <p:spPr bwMode="auto">
              <a:xfrm flipH="1">
                <a:off x="2471427" y="6262245"/>
                <a:ext cx="86017" cy="89477"/>
              </a:xfrm>
              <a:prstGeom prst="rect">
                <a:avLst/>
              </a:prstGeom>
              <a:solidFill>
                <a:srgbClr val="EAB65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prstClr val="black"/>
                  </a:solidFill>
                  <a:latin typeface="Arial" panose="020B0604020202020204"/>
                  <a:ea typeface="微软雅黑" panose="020B0503020204020204" pitchFamily="34" charset="-122"/>
                  <a:cs typeface="Arial" panose="020B0604020202020204"/>
                </a:endParaRPr>
              </a:p>
            </p:txBody>
          </p:sp>
          <p:sp>
            <p:nvSpPr>
              <p:cNvPr id="314" name="Rectangle 34"/>
              <p:cNvSpPr>
                <a:spLocks noChangeArrowheads="1"/>
              </p:cNvSpPr>
              <p:nvPr/>
            </p:nvSpPr>
            <p:spPr bwMode="auto">
              <a:xfrm flipH="1">
                <a:off x="2471427" y="6262245"/>
                <a:ext cx="86017" cy="894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prstClr val="black"/>
                  </a:solidFill>
                  <a:latin typeface="Arial" panose="020B0604020202020204"/>
                  <a:ea typeface="微软雅黑" panose="020B0503020204020204" pitchFamily="34" charset="-122"/>
                  <a:cs typeface="Arial" panose="020B0604020202020204"/>
                </a:endParaRPr>
              </a:p>
            </p:txBody>
          </p:sp>
          <p:sp>
            <p:nvSpPr>
              <p:cNvPr id="315" name="Rectangle 35"/>
              <p:cNvSpPr>
                <a:spLocks noChangeArrowheads="1"/>
              </p:cNvSpPr>
              <p:nvPr/>
            </p:nvSpPr>
            <p:spPr bwMode="auto">
              <a:xfrm flipH="1">
                <a:off x="2322412" y="6501728"/>
                <a:ext cx="82382" cy="89477"/>
              </a:xfrm>
              <a:prstGeom prst="rect">
                <a:avLst/>
              </a:prstGeom>
              <a:solidFill>
                <a:srgbClr val="EAB65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prstClr val="black"/>
                  </a:solidFill>
                  <a:latin typeface="Arial" panose="020B0604020202020204"/>
                  <a:ea typeface="微软雅黑" panose="020B0503020204020204" pitchFamily="34" charset="-122"/>
                  <a:cs typeface="Arial" panose="020B0604020202020204"/>
                </a:endParaRPr>
              </a:p>
            </p:txBody>
          </p:sp>
          <p:sp>
            <p:nvSpPr>
              <p:cNvPr id="316" name="Rectangle 36"/>
              <p:cNvSpPr>
                <a:spLocks noChangeArrowheads="1"/>
              </p:cNvSpPr>
              <p:nvPr/>
            </p:nvSpPr>
            <p:spPr bwMode="auto">
              <a:xfrm flipH="1">
                <a:off x="2322412" y="6501728"/>
                <a:ext cx="82382" cy="894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prstClr val="black"/>
                  </a:solidFill>
                  <a:latin typeface="Arial" panose="020B0604020202020204"/>
                  <a:ea typeface="微软雅黑" panose="020B0503020204020204" pitchFamily="34" charset="-122"/>
                  <a:cs typeface="Arial" panose="020B0604020202020204"/>
                </a:endParaRPr>
              </a:p>
            </p:txBody>
          </p:sp>
          <p:sp>
            <p:nvSpPr>
              <p:cNvPr id="317" name="Freeform 37"/>
              <p:cNvSpPr/>
              <p:nvPr/>
            </p:nvSpPr>
            <p:spPr bwMode="auto">
              <a:xfrm flipH="1">
                <a:off x="3200752" y="6435936"/>
                <a:ext cx="82382" cy="77635"/>
              </a:xfrm>
              <a:custGeom>
                <a:avLst/>
                <a:gdLst>
                  <a:gd name="T0" fmla="*/ 29 w 29"/>
                  <a:gd name="T1" fmla="*/ 0 h 25"/>
                  <a:gd name="T2" fmla="*/ 0 w 29"/>
                  <a:gd name="T3" fmla="*/ 0 h 25"/>
                  <a:gd name="T4" fmla="*/ 0 w 29"/>
                  <a:gd name="T5" fmla="*/ 19 h 25"/>
                  <a:gd name="T6" fmla="*/ 29 w 29"/>
                  <a:gd name="T7" fmla="*/ 25 h 25"/>
                  <a:gd name="T8" fmla="*/ 29 w 29"/>
                  <a:gd name="T9" fmla="*/ 0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9" h="25">
                    <a:moveTo>
                      <a:pt x="29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19"/>
                      <a:pt x="0" y="19"/>
                      <a:pt x="0" y="19"/>
                    </a:cubicBezTo>
                    <a:cubicBezTo>
                      <a:pt x="9" y="21"/>
                      <a:pt x="19" y="23"/>
                      <a:pt x="29" y="25"/>
                    </a:cubicBezTo>
                    <a:cubicBezTo>
                      <a:pt x="29" y="0"/>
                      <a:pt x="29" y="0"/>
                      <a:pt x="29" y="0"/>
                    </a:cubicBezTo>
                  </a:path>
                </a:pathLst>
              </a:custGeom>
              <a:solidFill>
                <a:srgbClr val="EAB65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prstClr val="black"/>
                  </a:solidFill>
                  <a:latin typeface="Arial" panose="020B0604020202020204"/>
                  <a:ea typeface="微软雅黑" panose="020B0503020204020204" pitchFamily="34" charset="-122"/>
                  <a:cs typeface="Arial" panose="020B0604020202020204"/>
                </a:endParaRPr>
              </a:p>
            </p:txBody>
          </p:sp>
          <p:sp>
            <p:nvSpPr>
              <p:cNvPr id="318" name="Freeform 38"/>
              <p:cNvSpPr/>
              <p:nvPr/>
            </p:nvSpPr>
            <p:spPr bwMode="auto">
              <a:xfrm flipH="1">
                <a:off x="3200752" y="6495149"/>
                <a:ext cx="82382" cy="31580"/>
              </a:xfrm>
              <a:custGeom>
                <a:avLst/>
                <a:gdLst>
                  <a:gd name="T0" fmla="*/ 0 w 29"/>
                  <a:gd name="T1" fmla="*/ 0 h 10"/>
                  <a:gd name="T2" fmla="*/ 0 w 29"/>
                  <a:gd name="T3" fmla="*/ 10 h 10"/>
                  <a:gd name="T4" fmla="*/ 29 w 29"/>
                  <a:gd name="T5" fmla="*/ 10 h 10"/>
                  <a:gd name="T6" fmla="*/ 29 w 29"/>
                  <a:gd name="T7" fmla="*/ 6 h 10"/>
                  <a:gd name="T8" fmla="*/ 0 w 29"/>
                  <a:gd name="T9" fmla="*/ 0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9" h="10">
                    <a:moveTo>
                      <a:pt x="0" y="0"/>
                    </a:moveTo>
                    <a:cubicBezTo>
                      <a:pt x="0" y="10"/>
                      <a:pt x="0" y="10"/>
                      <a:pt x="0" y="10"/>
                    </a:cubicBezTo>
                    <a:cubicBezTo>
                      <a:pt x="29" y="10"/>
                      <a:pt x="29" y="10"/>
                      <a:pt x="29" y="10"/>
                    </a:cubicBezTo>
                    <a:cubicBezTo>
                      <a:pt x="29" y="6"/>
                      <a:pt x="29" y="6"/>
                      <a:pt x="29" y="6"/>
                    </a:cubicBezTo>
                    <a:cubicBezTo>
                      <a:pt x="19" y="4"/>
                      <a:pt x="9" y="2"/>
                      <a:pt x="0" y="0"/>
                    </a:cubicBezTo>
                  </a:path>
                </a:pathLst>
              </a:custGeom>
              <a:solidFill>
                <a:srgbClr val="D9AA5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prstClr val="black"/>
                  </a:solidFill>
                  <a:latin typeface="Arial" panose="020B0604020202020204"/>
                  <a:ea typeface="微软雅黑" panose="020B0503020204020204" pitchFamily="34" charset="-122"/>
                  <a:cs typeface="Arial" panose="020B0604020202020204"/>
                </a:endParaRPr>
              </a:p>
            </p:txBody>
          </p:sp>
          <p:sp>
            <p:nvSpPr>
              <p:cNvPr id="319" name="Rectangle 39"/>
              <p:cNvSpPr>
                <a:spLocks noChangeArrowheads="1"/>
              </p:cNvSpPr>
              <p:nvPr/>
            </p:nvSpPr>
            <p:spPr bwMode="auto">
              <a:xfrm flipH="1">
                <a:off x="1748159" y="6333301"/>
                <a:ext cx="83594" cy="90793"/>
              </a:xfrm>
              <a:prstGeom prst="rect">
                <a:avLst/>
              </a:prstGeom>
              <a:solidFill>
                <a:srgbClr val="F1C08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prstClr val="black"/>
                  </a:solidFill>
                  <a:latin typeface="Arial" panose="020B0604020202020204"/>
                  <a:ea typeface="微软雅黑" panose="020B0503020204020204" pitchFamily="34" charset="-122"/>
                  <a:cs typeface="Arial" panose="020B0604020202020204"/>
                </a:endParaRPr>
              </a:p>
            </p:txBody>
          </p:sp>
          <p:sp>
            <p:nvSpPr>
              <p:cNvPr id="320" name="Rectangle 40"/>
              <p:cNvSpPr>
                <a:spLocks noChangeArrowheads="1"/>
              </p:cNvSpPr>
              <p:nvPr/>
            </p:nvSpPr>
            <p:spPr bwMode="auto">
              <a:xfrm flipH="1">
                <a:off x="1748159" y="6333301"/>
                <a:ext cx="83594" cy="9079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prstClr val="black"/>
                  </a:solidFill>
                  <a:latin typeface="Arial" panose="020B0604020202020204"/>
                  <a:ea typeface="微软雅黑" panose="020B0503020204020204" pitchFamily="34" charset="-122"/>
                  <a:cs typeface="Arial" panose="020B0604020202020204"/>
                </a:endParaRPr>
              </a:p>
            </p:txBody>
          </p:sp>
          <p:sp>
            <p:nvSpPr>
              <p:cNvPr id="321" name="Rectangle 41"/>
              <p:cNvSpPr>
                <a:spLocks noChangeArrowheads="1"/>
              </p:cNvSpPr>
              <p:nvPr/>
            </p:nvSpPr>
            <p:spPr bwMode="auto">
              <a:xfrm flipH="1">
                <a:off x="1601567" y="6376724"/>
                <a:ext cx="83594" cy="90793"/>
              </a:xfrm>
              <a:prstGeom prst="rect">
                <a:avLst/>
              </a:prstGeom>
              <a:solidFill>
                <a:srgbClr val="EAB65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prstClr val="black"/>
                  </a:solidFill>
                  <a:latin typeface="Arial" panose="020B0604020202020204"/>
                  <a:ea typeface="微软雅黑" panose="020B0503020204020204" pitchFamily="34" charset="-122"/>
                  <a:cs typeface="Arial" panose="020B0604020202020204"/>
                </a:endParaRPr>
              </a:p>
            </p:txBody>
          </p:sp>
          <p:sp>
            <p:nvSpPr>
              <p:cNvPr id="322" name="Rectangle 42"/>
              <p:cNvSpPr>
                <a:spLocks noChangeArrowheads="1"/>
              </p:cNvSpPr>
              <p:nvPr/>
            </p:nvSpPr>
            <p:spPr bwMode="auto">
              <a:xfrm flipH="1">
                <a:off x="1601567" y="6376724"/>
                <a:ext cx="83594" cy="9079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prstClr val="black"/>
                  </a:solidFill>
                  <a:latin typeface="Arial" panose="020B0604020202020204"/>
                  <a:ea typeface="微软雅黑" panose="020B0503020204020204" pitchFamily="34" charset="-122"/>
                  <a:cs typeface="Arial" panose="020B0604020202020204"/>
                </a:endParaRPr>
              </a:p>
            </p:txBody>
          </p:sp>
          <p:sp>
            <p:nvSpPr>
              <p:cNvPr id="323" name="Rectangle 43"/>
              <p:cNvSpPr>
                <a:spLocks noChangeArrowheads="1"/>
              </p:cNvSpPr>
              <p:nvPr/>
            </p:nvSpPr>
            <p:spPr bwMode="auto">
              <a:xfrm flipH="1">
                <a:off x="2175820" y="6401724"/>
                <a:ext cx="83594" cy="90793"/>
              </a:xfrm>
              <a:prstGeom prst="rect">
                <a:avLst/>
              </a:prstGeom>
              <a:solidFill>
                <a:srgbClr val="F1C08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prstClr val="black"/>
                  </a:solidFill>
                  <a:latin typeface="Arial" panose="020B0604020202020204"/>
                  <a:ea typeface="微软雅黑" panose="020B0503020204020204" pitchFamily="34" charset="-122"/>
                  <a:cs typeface="Arial" panose="020B0604020202020204"/>
                </a:endParaRPr>
              </a:p>
            </p:txBody>
          </p:sp>
          <p:sp>
            <p:nvSpPr>
              <p:cNvPr id="324" name="Rectangle 44"/>
              <p:cNvSpPr>
                <a:spLocks noChangeArrowheads="1"/>
              </p:cNvSpPr>
              <p:nvPr/>
            </p:nvSpPr>
            <p:spPr bwMode="auto">
              <a:xfrm flipH="1">
                <a:off x="2175820" y="6401724"/>
                <a:ext cx="83594" cy="9079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prstClr val="black"/>
                  </a:solidFill>
                  <a:latin typeface="Arial" panose="020B0604020202020204"/>
                  <a:ea typeface="微软雅黑" panose="020B0503020204020204" pitchFamily="34" charset="-122"/>
                  <a:cs typeface="Arial" panose="020B0604020202020204"/>
                </a:endParaRPr>
              </a:p>
            </p:txBody>
          </p:sp>
          <p:sp>
            <p:nvSpPr>
              <p:cNvPr id="325" name="Rectangle 45"/>
              <p:cNvSpPr>
                <a:spLocks noChangeArrowheads="1"/>
              </p:cNvSpPr>
              <p:nvPr/>
            </p:nvSpPr>
            <p:spPr bwMode="auto">
              <a:xfrm flipH="1">
                <a:off x="1980768" y="6296457"/>
                <a:ext cx="83594" cy="89477"/>
              </a:xfrm>
              <a:prstGeom prst="rect">
                <a:avLst/>
              </a:prstGeom>
              <a:solidFill>
                <a:srgbClr val="F1C08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prstClr val="black"/>
                  </a:solidFill>
                  <a:latin typeface="Arial" panose="020B0604020202020204"/>
                  <a:ea typeface="微软雅黑" panose="020B0503020204020204" pitchFamily="34" charset="-122"/>
                  <a:cs typeface="Arial" panose="020B0604020202020204"/>
                </a:endParaRPr>
              </a:p>
            </p:txBody>
          </p:sp>
          <p:sp>
            <p:nvSpPr>
              <p:cNvPr id="326" name="Rectangle 46"/>
              <p:cNvSpPr>
                <a:spLocks noChangeArrowheads="1"/>
              </p:cNvSpPr>
              <p:nvPr/>
            </p:nvSpPr>
            <p:spPr bwMode="auto">
              <a:xfrm flipH="1">
                <a:off x="1980768" y="6296457"/>
                <a:ext cx="83594" cy="894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prstClr val="black"/>
                  </a:solidFill>
                  <a:latin typeface="Arial" panose="020B0604020202020204"/>
                  <a:ea typeface="微软雅黑" panose="020B0503020204020204" pitchFamily="34" charset="-122"/>
                  <a:cs typeface="Arial" panose="020B0604020202020204"/>
                </a:endParaRPr>
              </a:p>
            </p:txBody>
          </p:sp>
          <p:sp>
            <p:nvSpPr>
              <p:cNvPr id="327" name="Rectangle 47"/>
              <p:cNvSpPr>
                <a:spLocks noChangeArrowheads="1"/>
              </p:cNvSpPr>
              <p:nvPr/>
            </p:nvSpPr>
            <p:spPr bwMode="auto">
              <a:xfrm flipH="1">
                <a:off x="1811157" y="6501728"/>
                <a:ext cx="83594" cy="89477"/>
              </a:xfrm>
              <a:prstGeom prst="rect">
                <a:avLst/>
              </a:prstGeom>
              <a:solidFill>
                <a:srgbClr val="F1C08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prstClr val="black"/>
                  </a:solidFill>
                  <a:latin typeface="Arial" panose="020B0604020202020204"/>
                  <a:ea typeface="微软雅黑" panose="020B0503020204020204" pitchFamily="34" charset="-122"/>
                  <a:cs typeface="Arial" panose="020B0604020202020204"/>
                </a:endParaRPr>
              </a:p>
            </p:txBody>
          </p:sp>
          <p:sp>
            <p:nvSpPr>
              <p:cNvPr id="328" name="Rectangle 48"/>
              <p:cNvSpPr>
                <a:spLocks noChangeArrowheads="1"/>
              </p:cNvSpPr>
              <p:nvPr/>
            </p:nvSpPr>
            <p:spPr bwMode="auto">
              <a:xfrm flipH="1">
                <a:off x="1811157" y="6501728"/>
                <a:ext cx="83594" cy="894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prstClr val="black"/>
                  </a:solidFill>
                  <a:latin typeface="Arial" panose="020B0604020202020204"/>
                  <a:ea typeface="微软雅黑" panose="020B0503020204020204" pitchFamily="34" charset="-122"/>
                  <a:cs typeface="Arial" panose="020B0604020202020204"/>
                </a:endParaRPr>
              </a:p>
            </p:txBody>
          </p:sp>
          <p:sp>
            <p:nvSpPr>
              <p:cNvPr id="329" name="Rectangle 49"/>
              <p:cNvSpPr>
                <a:spLocks noChangeArrowheads="1"/>
              </p:cNvSpPr>
              <p:nvPr/>
            </p:nvSpPr>
            <p:spPr bwMode="auto">
              <a:xfrm flipH="1">
                <a:off x="1257500" y="6410935"/>
                <a:ext cx="86017" cy="90793"/>
              </a:xfrm>
              <a:prstGeom prst="rect">
                <a:avLst/>
              </a:prstGeom>
              <a:solidFill>
                <a:srgbClr val="F1C08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prstClr val="black"/>
                  </a:solidFill>
                  <a:latin typeface="Arial" panose="020B0604020202020204"/>
                  <a:ea typeface="微软雅黑" panose="020B0503020204020204" pitchFamily="34" charset="-122"/>
                  <a:cs typeface="Arial" panose="020B0604020202020204"/>
                </a:endParaRPr>
              </a:p>
            </p:txBody>
          </p:sp>
          <p:sp>
            <p:nvSpPr>
              <p:cNvPr id="330" name="Rectangle 50"/>
              <p:cNvSpPr>
                <a:spLocks noChangeArrowheads="1"/>
              </p:cNvSpPr>
              <p:nvPr/>
            </p:nvSpPr>
            <p:spPr bwMode="auto">
              <a:xfrm flipH="1">
                <a:off x="1257500" y="6410935"/>
                <a:ext cx="86017" cy="9079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prstClr val="black"/>
                  </a:solidFill>
                  <a:latin typeface="Arial" panose="020B0604020202020204"/>
                  <a:ea typeface="微软雅黑" panose="020B0503020204020204" pitchFamily="34" charset="-122"/>
                  <a:cs typeface="Arial" panose="020B0604020202020204"/>
                </a:endParaRPr>
              </a:p>
            </p:txBody>
          </p:sp>
          <p:sp>
            <p:nvSpPr>
              <p:cNvPr id="331" name="Rectangle 51"/>
              <p:cNvSpPr>
                <a:spLocks noChangeArrowheads="1"/>
              </p:cNvSpPr>
              <p:nvPr/>
            </p:nvSpPr>
            <p:spPr bwMode="auto">
              <a:xfrm flipH="1">
                <a:off x="1995306" y="6454357"/>
                <a:ext cx="82382" cy="90793"/>
              </a:xfrm>
              <a:prstGeom prst="rect">
                <a:avLst/>
              </a:prstGeom>
              <a:solidFill>
                <a:srgbClr val="EAB65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prstClr val="black"/>
                  </a:solidFill>
                  <a:latin typeface="Arial" panose="020B0604020202020204"/>
                  <a:ea typeface="微软雅黑" panose="020B0503020204020204" pitchFamily="34" charset="-122"/>
                  <a:cs typeface="Arial" panose="020B0604020202020204"/>
                </a:endParaRPr>
              </a:p>
            </p:txBody>
          </p:sp>
          <p:sp>
            <p:nvSpPr>
              <p:cNvPr id="332" name="Rectangle 52"/>
              <p:cNvSpPr>
                <a:spLocks noChangeArrowheads="1"/>
              </p:cNvSpPr>
              <p:nvPr/>
            </p:nvSpPr>
            <p:spPr bwMode="auto">
              <a:xfrm flipH="1">
                <a:off x="1995306" y="6454357"/>
                <a:ext cx="82382" cy="9079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prstClr val="black"/>
                  </a:solidFill>
                  <a:latin typeface="Arial" panose="020B0604020202020204"/>
                  <a:ea typeface="微软雅黑" panose="020B0503020204020204" pitchFamily="34" charset="-122"/>
                  <a:cs typeface="Arial" panose="020B0604020202020204"/>
                </a:endParaRPr>
              </a:p>
            </p:txBody>
          </p:sp>
          <p:sp>
            <p:nvSpPr>
              <p:cNvPr id="333" name="Rectangle 53"/>
              <p:cNvSpPr>
                <a:spLocks noChangeArrowheads="1"/>
              </p:cNvSpPr>
              <p:nvPr/>
            </p:nvSpPr>
            <p:spPr bwMode="auto">
              <a:xfrm flipH="1">
                <a:off x="2591365" y="6483306"/>
                <a:ext cx="83594" cy="89477"/>
              </a:xfrm>
              <a:prstGeom prst="rect">
                <a:avLst/>
              </a:prstGeom>
              <a:solidFill>
                <a:srgbClr val="EAB65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prstClr val="black"/>
                  </a:solidFill>
                  <a:latin typeface="Arial" panose="020B0604020202020204"/>
                  <a:ea typeface="微软雅黑" panose="020B0503020204020204" pitchFamily="34" charset="-122"/>
                  <a:cs typeface="Arial" panose="020B0604020202020204"/>
                </a:endParaRPr>
              </a:p>
            </p:txBody>
          </p:sp>
          <p:sp>
            <p:nvSpPr>
              <p:cNvPr id="334" name="Rectangle 54"/>
              <p:cNvSpPr>
                <a:spLocks noChangeArrowheads="1"/>
              </p:cNvSpPr>
              <p:nvPr/>
            </p:nvSpPr>
            <p:spPr bwMode="auto">
              <a:xfrm flipH="1">
                <a:off x="2591365" y="6483306"/>
                <a:ext cx="83594" cy="894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prstClr val="black"/>
                  </a:solidFill>
                  <a:latin typeface="Arial" panose="020B0604020202020204"/>
                  <a:ea typeface="微软雅黑" panose="020B0503020204020204" pitchFamily="34" charset="-122"/>
                  <a:cs typeface="Arial" panose="020B0604020202020204"/>
                </a:endParaRPr>
              </a:p>
            </p:txBody>
          </p:sp>
          <p:sp>
            <p:nvSpPr>
              <p:cNvPr id="335" name="Freeform 55"/>
              <p:cNvSpPr/>
              <p:nvPr/>
            </p:nvSpPr>
            <p:spPr bwMode="auto">
              <a:xfrm flipH="1">
                <a:off x="2783995" y="6483306"/>
                <a:ext cx="83594" cy="89477"/>
              </a:xfrm>
              <a:custGeom>
                <a:avLst/>
                <a:gdLst>
                  <a:gd name="T0" fmla="*/ 29 w 29"/>
                  <a:gd name="T1" fmla="*/ 0 h 29"/>
                  <a:gd name="T2" fmla="*/ 0 w 29"/>
                  <a:gd name="T3" fmla="*/ 0 h 29"/>
                  <a:gd name="T4" fmla="*/ 0 w 29"/>
                  <a:gd name="T5" fmla="*/ 28 h 29"/>
                  <a:gd name="T6" fmla="*/ 10 w 29"/>
                  <a:gd name="T7" fmla="*/ 29 h 29"/>
                  <a:gd name="T8" fmla="*/ 29 w 29"/>
                  <a:gd name="T9" fmla="*/ 29 h 29"/>
                  <a:gd name="T10" fmla="*/ 29 w 29"/>
                  <a:gd name="T11" fmla="*/ 0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9" h="29">
                    <a:moveTo>
                      <a:pt x="29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3" y="28"/>
                      <a:pt x="7" y="29"/>
                      <a:pt x="10" y="29"/>
                    </a:cubicBezTo>
                    <a:cubicBezTo>
                      <a:pt x="29" y="29"/>
                      <a:pt x="29" y="29"/>
                      <a:pt x="29" y="29"/>
                    </a:cubicBezTo>
                    <a:cubicBezTo>
                      <a:pt x="29" y="0"/>
                      <a:pt x="29" y="0"/>
                      <a:pt x="29" y="0"/>
                    </a:cubicBezTo>
                  </a:path>
                </a:pathLst>
              </a:custGeom>
              <a:solidFill>
                <a:srgbClr val="EAB65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prstClr val="black"/>
                  </a:solidFill>
                  <a:latin typeface="Arial" panose="020B0604020202020204"/>
                  <a:ea typeface="微软雅黑" panose="020B0503020204020204" pitchFamily="34" charset="-122"/>
                  <a:cs typeface="Arial" panose="020B0604020202020204"/>
                </a:endParaRPr>
              </a:p>
            </p:txBody>
          </p:sp>
          <p:sp>
            <p:nvSpPr>
              <p:cNvPr id="336" name="Freeform 56"/>
              <p:cNvSpPr/>
              <p:nvPr/>
            </p:nvSpPr>
            <p:spPr bwMode="auto">
              <a:xfrm flipH="1">
                <a:off x="2838513" y="6570151"/>
                <a:ext cx="29076" cy="2632"/>
              </a:xfrm>
              <a:custGeom>
                <a:avLst/>
                <a:gdLst>
                  <a:gd name="T0" fmla="*/ 0 w 10"/>
                  <a:gd name="T1" fmla="*/ 0 h 1"/>
                  <a:gd name="T2" fmla="*/ 0 w 10"/>
                  <a:gd name="T3" fmla="*/ 1 h 1"/>
                  <a:gd name="T4" fmla="*/ 10 w 10"/>
                  <a:gd name="T5" fmla="*/ 1 h 1"/>
                  <a:gd name="T6" fmla="*/ 0 w 10"/>
                  <a:gd name="T7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0" h="1">
                    <a:moveTo>
                      <a:pt x="0" y="0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10" y="1"/>
                      <a:pt x="10" y="1"/>
                      <a:pt x="10" y="1"/>
                    </a:cubicBezTo>
                    <a:cubicBezTo>
                      <a:pt x="7" y="1"/>
                      <a:pt x="3" y="0"/>
                      <a:pt x="0" y="0"/>
                    </a:cubicBezTo>
                  </a:path>
                </a:pathLst>
              </a:custGeom>
              <a:solidFill>
                <a:srgbClr val="D9AA5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prstClr val="black"/>
                  </a:solidFill>
                  <a:latin typeface="Arial" panose="020B0604020202020204"/>
                  <a:ea typeface="微软雅黑" panose="020B0503020204020204" pitchFamily="34" charset="-122"/>
                  <a:cs typeface="Arial" panose="020B0604020202020204"/>
                </a:endParaRPr>
              </a:p>
            </p:txBody>
          </p:sp>
          <p:sp>
            <p:nvSpPr>
              <p:cNvPr id="337" name="Rectangle 57"/>
              <p:cNvSpPr>
                <a:spLocks noChangeArrowheads="1"/>
              </p:cNvSpPr>
              <p:nvPr/>
            </p:nvSpPr>
            <p:spPr bwMode="auto">
              <a:xfrm flipH="1">
                <a:off x="1473148" y="6483306"/>
                <a:ext cx="82382" cy="89477"/>
              </a:xfrm>
              <a:prstGeom prst="rect">
                <a:avLst/>
              </a:prstGeom>
              <a:solidFill>
                <a:srgbClr val="EAB65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prstClr val="black"/>
                  </a:solidFill>
                  <a:latin typeface="Arial" panose="020B0604020202020204"/>
                  <a:ea typeface="微软雅黑" panose="020B0503020204020204" pitchFamily="34" charset="-122"/>
                  <a:cs typeface="Arial" panose="020B0604020202020204"/>
                </a:endParaRPr>
              </a:p>
            </p:txBody>
          </p:sp>
          <p:sp>
            <p:nvSpPr>
              <p:cNvPr id="338" name="Rectangle 58"/>
              <p:cNvSpPr>
                <a:spLocks noChangeArrowheads="1"/>
              </p:cNvSpPr>
              <p:nvPr/>
            </p:nvSpPr>
            <p:spPr bwMode="auto">
              <a:xfrm flipH="1">
                <a:off x="1473148" y="6483306"/>
                <a:ext cx="82382" cy="894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prstClr val="black"/>
                  </a:solidFill>
                  <a:latin typeface="Arial" panose="020B0604020202020204"/>
                  <a:ea typeface="微软雅黑" panose="020B0503020204020204" pitchFamily="34" charset="-122"/>
                  <a:cs typeface="Arial" panose="020B0604020202020204"/>
                </a:endParaRPr>
              </a:p>
            </p:txBody>
          </p:sp>
          <p:sp>
            <p:nvSpPr>
              <p:cNvPr id="339" name="Rectangle 59"/>
              <p:cNvSpPr>
                <a:spLocks noChangeArrowheads="1"/>
              </p:cNvSpPr>
              <p:nvPr/>
            </p:nvSpPr>
            <p:spPr bwMode="auto">
              <a:xfrm flipH="1">
                <a:off x="1194502" y="3205559"/>
                <a:ext cx="2671366" cy="3011949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prstClr val="black"/>
                  </a:solidFill>
                  <a:latin typeface="Arial" panose="020B0604020202020204"/>
                  <a:ea typeface="微软雅黑" panose="020B0503020204020204" pitchFamily="34" charset="-122"/>
                  <a:cs typeface="Arial" panose="020B0604020202020204"/>
                </a:endParaRPr>
              </a:p>
            </p:txBody>
          </p:sp>
          <p:sp>
            <p:nvSpPr>
              <p:cNvPr id="340" name="Rectangle 60"/>
              <p:cNvSpPr>
                <a:spLocks noChangeArrowheads="1"/>
              </p:cNvSpPr>
              <p:nvPr/>
            </p:nvSpPr>
            <p:spPr bwMode="auto">
              <a:xfrm flipH="1">
                <a:off x="1194502" y="3205559"/>
                <a:ext cx="2671366" cy="301194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prstClr val="black"/>
                  </a:solidFill>
                  <a:latin typeface="Arial" panose="020B0604020202020204"/>
                  <a:ea typeface="微软雅黑" panose="020B0503020204020204" pitchFamily="34" charset="-122"/>
                  <a:cs typeface="Arial" panose="020B0604020202020204"/>
                </a:endParaRPr>
              </a:p>
            </p:txBody>
          </p:sp>
          <p:sp>
            <p:nvSpPr>
              <p:cNvPr id="341" name="Rectangle 64"/>
              <p:cNvSpPr>
                <a:spLocks noChangeArrowheads="1"/>
              </p:cNvSpPr>
              <p:nvPr/>
            </p:nvSpPr>
            <p:spPr bwMode="auto">
              <a:xfrm flipH="1">
                <a:off x="1802675" y="2460796"/>
                <a:ext cx="83594" cy="9079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prstClr val="black"/>
                  </a:solidFill>
                  <a:latin typeface="Arial" panose="020B0604020202020204"/>
                  <a:ea typeface="微软雅黑" panose="020B0503020204020204" pitchFamily="34" charset="-122"/>
                  <a:cs typeface="Arial" panose="020B0604020202020204"/>
                </a:endParaRPr>
              </a:p>
            </p:txBody>
          </p:sp>
          <p:sp>
            <p:nvSpPr>
              <p:cNvPr id="342" name="Rectangle 68"/>
              <p:cNvSpPr>
                <a:spLocks noChangeArrowheads="1"/>
              </p:cNvSpPr>
              <p:nvPr/>
            </p:nvSpPr>
            <p:spPr bwMode="auto">
              <a:xfrm flipH="1">
                <a:off x="3232251" y="2476586"/>
                <a:ext cx="82382" cy="9079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prstClr val="black"/>
                  </a:solidFill>
                  <a:latin typeface="Arial" panose="020B0604020202020204"/>
                  <a:ea typeface="微软雅黑" panose="020B0503020204020204" pitchFamily="34" charset="-122"/>
                  <a:cs typeface="Arial" panose="020B0604020202020204"/>
                </a:endParaRPr>
              </a:p>
            </p:txBody>
          </p:sp>
          <p:sp>
            <p:nvSpPr>
              <p:cNvPr id="343" name="Rectangle 70"/>
              <p:cNvSpPr>
                <a:spLocks noChangeArrowheads="1"/>
              </p:cNvSpPr>
              <p:nvPr/>
            </p:nvSpPr>
            <p:spPr bwMode="auto">
              <a:xfrm flipH="1">
                <a:off x="1656085" y="2770017"/>
                <a:ext cx="86017" cy="894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prstClr val="black"/>
                  </a:solidFill>
                  <a:latin typeface="Arial" panose="020B0604020202020204"/>
                  <a:ea typeface="微软雅黑" panose="020B0503020204020204" pitchFamily="34" charset="-122"/>
                  <a:cs typeface="Arial" panose="020B0604020202020204"/>
                </a:endParaRPr>
              </a:p>
            </p:txBody>
          </p:sp>
          <p:sp>
            <p:nvSpPr>
              <p:cNvPr id="344" name="Rectangle 72"/>
              <p:cNvSpPr>
                <a:spLocks noChangeArrowheads="1"/>
              </p:cNvSpPr>
              <p:nvPr/>
            </p:nvSpPr>
            <p:spPr bwMode="auto">
              <a:xfrm flipH="1">
                <a:off x="3492724" y="2651592"/>
                <a:ext cx="83594" cy="894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prstClr val="black"/>
                  </a:solidFill>
                  <a:latin typeface="Arial" panose="020B0604020202020204"/>
                  <a:ea typeface="微软雅黑" panose="020B0503020204020204" pitchFamily="34" charset="-122"/>
                  <a:cs typeface="Arial" panose="020B0604020202020204"/>
                </a:endParaRPr>
              </a:p>
            </p:txBody>
          </p:sp>
          <p:sp>
            <p:nvSpPr>
              <p:cNvPr id="345" name="Freeform 73"/>
              <p:cNvSpPr/>
              <p:nvPr/>
            </p:nvSpPr>
            <p:spPr bwMode="auto">
              <a:xfrm flipH="1">
                <a:off x="1802675" y="2859494"/>
                <a:ext cx="83594" cy="90793"/>
              </a:xfrm>
              <a:custGeom>
                <a:avLst/>
                <a:gdLst>
                  <a:gd name="T0" fmla="*/ 69 w 69"/>
                  <a:gd name="T1" fmla="*/ 0 h 69"/>
                  <a:gd name="T2" fmla="*/ 0 w 69"/>
                  <a:gd name="T3" fmla="*/ 0 h 69"/>
                  <a:gd name="T4" fmla="*/ 0 w 69"/>
                  <a:gd name="T5" fmla="*/ 69 h 69"/>
                  <a:gd name="T6" fmla="*/ 38 w 69"/>
                  <a:gd name="T7" fmla="*/ 69 h 69"/>
                  <a:gd name="T8" fmla="*/ 69 w 69"/>
                  <a:gd name="T9" fmla="*/ 57 h 69"/>
                  <a:gd name="T10" fmla="*/ 69 w 69"/>
                  <a:gd name="T11" fmla="*/ 0 h 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9" h="69">
                    <a:moveTo>
                      <a:pt x="69" y="0"/>
                    </a:moveTo>
                    <a:lnTo>
                      <a:pt x="0" y="0"/>
                    </a:lnTo>
                    <a:lnTo>
                      <a:pt x="0" y="69"/>
                    </a:lnTo>
                    <a:lnTo>
                      <a:pt x="38" y="69"/>
                    </a:lnTo>
                    <a:lnTo>
                      <a:pt x="69" y="57"/>
                    </a:lnTo>
                    <a:lnTo>
                      <a:pt x="69" y="0"/>
                    </a:lnTo>
                    <a:close/>
                  </a:path>
                </a:pathLst>
              </a:custGeom>
              <a:solidFill>
                <a:srgbClr val="F1C08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prstClr val="black"/>
                  </a:solidFill>
                  <a:latin typeface="Arial" panose="020B0604020202020204"/>
                  <a:ea typeface="微软雅黑" panose="020B0503020204020204" pitchFamily="34" charset="-122"/>
                  <a:cs typeface="Arial" panose="020B0604020202020204"/>
                </a:endParaRPr>
              </a:p>
            </p:txBody>
          </p:sp>
          <p:sp>
            <p:nvSpPr>
              <p:cNvPr id="346" name="Freeform 74"/>
              <p:cNvSpPr/>
              <p:nvPr/>
            </p:nvSpPr>
            <p:spPr bwMode="auto">
              <a:xfrm flipH="1">
                <a:off x="3492724" y="2859494"/>
                <a:ext cx="83594" cy="90793"/>
              </a:xfrm>
              <a:custGeom>
                <a:avLst/>
                <a:gdLst>
                  <a:gd name="T0" fmla="*/ 69 w 69"/>
                  <a:gd name="T1" fmla="*/ 0 h 69"/>
                  <a:gd name="T2" fmla="*/ 0 w 69"/>
                  <a:gd name="T3" fmla="*/ 0 h 69"/>
                  <a:gd name="T4" fmla="*/ 0 w 69"/>
                  <a:gd name="T5" fmla="*/ 69 h 69"/>
                  <a:gd name="T6" fmla="*/ 38 w 69"/>
                  <a:gd name="T7" fmla="*/ 69 h 69"/>
                  <a:gd name="T8" fmla="*/ 69 w 69"/>
                  <a:gd name="T9" fmla="*/ 57 h 69"/>
                  <a:gd name="T10" fmla="*/ 69 w 69"/>
                  <a:gd name="T11" fmla="*/ 0 h 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9" h="69">
                    <a:moveTo>
                      <a:pt x="69" y="0"/>
                    </a:moveTo>
                    <a:lnTo>
                      <a:pt x="0" y="0"/>
                    </a:lnTo>
                    <a:lnTo>
                      <a:pt x="0" y="69"/>
                    </a:lnTo>
                    <a:lnTo>
                      <a:pt x="38" y="69"/>
                    </a:lnTo>
                    <a:lnTo>
                      <a:pt x="69" y="57"/>
                    </a:lnTo>
                    <a:lnTo>
                      <a:pt x="69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prstClr val="black"/>
                  </a:solidFill>
                  <a:latin typeface="Arial" panose="020B0604020202020204"/>
                  <a:ea typeface="微软雅黑" panose="020B0503020204020204" pitchFamily="34" charset="-122"/>
                  <a:cs typeface="Arial" panose="020B0604020202020204"/>
                </a:endParaRPr>
              </a:p>
            </p:txBody>
          </p:sp>
          <p:sp>
            <p:nvSpPr>
              <p:cNvPr id="347" name="Freeform 76"/>
              <p:cNvSpPr/>
              <p:nvPr/>
            </p:nvSpPr>
            <p:spPr bwMode="auto">
              <a:xfrm flipH="1">
                <a:off x="3232251" y="2816072"/>
                <a:ext cx="82382" cy="40791"/>
              </a:xfrm>
              <a:custGeom>
                <a:avLst/>
                <a:gdLst>
                  <a:gd name="T0" fmla="*/ 68 w 68"/>
                  <a:gd name="T1" fmla="*/ 0 h 31"/>
                  <a:gd name="T2" fmla="*/ 0 w 68"/>
                  <a:gd name="T3" fmla="*/ 0 h 31"/>
                  <a:gd name="T4" fmla="*/ 0 w 68"/>
                  <a:gd name="T5" fmla="*/ 31 h 31"/>
                  <a:gd name="T6" fmla="*/ 68 w 68"/>
                  <a:gd name="T7" fmla="*/ 3 h 31"/>
                  <a:gd name="T8" fmla="*/ 68 w 68"/>
                  <a:gd name="T9" fmla="*/ 0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8" h="31">
                    <a:moveTo>
                      <a:pt x="68" y="0"/>
                    </a:moveTo>
                    <a:lnTo>
                      <a:pt x="0" y="0"/>
                    </a:lnTo>
                    <a:lnTo>
                      <a:pt x="0" y="31"/>
                    </a:lnTo>
                    <a:lnTo>
                      <a:pt x="68" y="3"/>
                    </a:lnTo>
                    <a:lnTo>
                      <a:pt x="68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prstClr val="black"/>
                  </a:solidFill>
                  <a:latin typeface="Arial" panose="020B0604020202020204"/>
                  <a:ea typeface="微软雅黑" panose="020B0503020204020204" pitchFamily="34" charset="-122"/>
                  <a:cs typeface="Arial" panose="020B0604020202020204"/>
                </a:endParaRPr>
              </a:p>
            </p:txBody>
          </p:sp>
          <p:sp>
            <p:nvSpPr>
              <p:cNvPr id="348" name="Rectangle 78"/>
              <p:cNvSpPr>
                <a:spLocks noChangeArrowheads="1"/>
              </p:cNvSpPr>
              <p:nvPr/>
            </p:nvSpPr>
            <p:spPr bwMode="auto">
              <a:xfrm flipH="1">
                <a:off x="1194502" y="5538536"/>
                <a:ext cx="2671366" cy="6789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prstClr val="black"/>
                  </a:solidFill>
                  <a:latin typeface="Arial" panose="020B0604020202020204"/>
                  <a:ea typeface="微软雅黑" panose="020B0503020204020204" pitchFamily="34" charset="-122"/>
                  <a:cs typeface="Arial" panose="020B0604020202020204"/>
                </a:endParaRPr>
              </a:p>
            </p:txBody>
          </p:sp>
          <p:sp>
            <p:nvSpPr>
              <p:cNvPr id="349" name="Rectangle 79"/>
              <p:cNvSpPr>
                <a:spLocks noChangeArrowheads="1"/>
              </p:cNvSpPr>
              <p:nvPr/>
            </p:nvSpPr>
            <p:spPr bwMode="auto">
              <a:xfrm flipH="1">
                <a:off x="1194502" y="4085365"/>
                <a:ext cx="2671366" cy="1187961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prstClr val="black"/>
                  </a:solidFill>
                  <a:latin typeface="Arial" panose="020B0604020202020204"/>
                  <a:ea typeface="微软雅黑" panose="020B0503020204020204" pitchFamily="34" charset="-122"/>
                  <a:cs typeface="Arial" panose="020B0604020202020204"/>
                </a:endParaRPr>
              </a:p>
            </p:txBody>
          </p:sp>
          <p:sp>
            <p:nvSpPr>
              <p:cNvPr id="350" name="Rectangle 80"/>
              <p:cNvSpPr>
                <a:spLocks noChangeArrowheads="1"/>
              </p:cNvSpPr>
              <p:nvPr/>
            </p:nvSpPr>
            <p:spPr bwMode="auto">
              <a:xfrm flipH="1">
                <a:off x="1194502" y="4759561"/>
                <a:ext cx="2671366" cy="6829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prstClr val="black"/>
                  </a:solidFill>
                  <a:latin typeface="Arial" panose="020B0604020202020204"/>
                  <a:ea typeface="微软雅黑" panose="020B0503020204020204" pitchFamily="34" charset="-122"/>
                  <a:cs typeface="Arial" panose="020B0604020202020204"/>
                </a:endParaRPr>
              </a:p>
            </p:txBody>
          </p:sp>
          <p:sp>
            <p:nvSpPr>
              <p:cNvPr id="351" name="Rectangle 82"/>
              <p:cNvSpPr>
                <a:spLocks noChangeArrowheads="1"/>
              </p:cNvSpPr>
              <p:nvPr/>
            </p:nvSpPr>
            <p:spPr bwMode="auto">
              <a:xfrm flipH="1">
                <a:off x="1194502" y="3984534"/>
                <a:ext cx="2671366" cy="6789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prstClr val="black"/>
                  </a:solidFill>
                  <a:latin typeface="Arial" panose="020B0604020202020204"/>
                  <a:ea typeface="微软雅黑" panose="020B0503020204020204" pitchFamily="34" charset="-122"/>
                  <a:cs typeface="Arial" panose="020B0604020202020204"/>
                </a:endParaRPr>
              </a:p>
            </p:txBody>
          </p:sp>
          <p:sp>
            <p:nvSpPr>
              <p:cNvPr id="352" name="Freeform 83"/>
              <p:cNvSpPr/>
              <p:nvPr/>
            </p:nvSpPr>
            <p:spPr bwMode="auto">
              <a:xfrm flipH="1">
                <a:off x="1194502" y="2647644"/>
                <a:ext cx="2671366" cy="1337401"/>
              </a:xfrm>
              <a:custGeom>
                <a:avLst/>
                <a:gdLst>
                  <a:gd name="T0" fmla="*/ 2205 w 2205"/>
                  <a:gd name="T1" fmla="*/ 943 h 943"/>
                  <a:gd name="T2" fmla="*/ 0 w 2205"/>
                  <a:gd name="T3" fmla="*/ 943 h 943"/>
                  <a:gd name="T4" fmla="*/ 0 w 2205"/>
                  <a:gd name="T5" fmla="*/ 424 h 943"/>
                  <a:gd name="T6" fmla="*/ 1101 w 2205"/>
                  <a:gd name="T7" fmla="*/ 0 h 943"/>
                  <a:gd name="T8" fmla="*/ 2205 w 2205"/>
                  <a:gd name="T9" fmla="*/ 424 h 943"/>
                  <a:gd name="T10" fmla="*/ 2205 w 2205"/>
                  <a:gd name="T11" fmla="*/ 943 h 9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205" h="943">
                    <a:moveTo>
                      <a:pt x="2205" y="943"/>
                    </a:moveTo>
                    <a:lnTo>
                      <a:pt x="0" y="943"/>
                    </a:lnTo>
                    <a:lnTo>
                      <a:pt x="0" y="424"/>
                    </a:lnTo>
                    <a:lnTo>
                      <a:pt x="1101" y="0"/>
                    </a:lnTo>
                    <a:lnTo>
                      <a:pt x="2205" y="424"/>
                    </a:lnTo>
                    <a:lnTo>
                      <a:pt x="2205" y="943"/>
                    </a:lnTo>
                    <a:close/>
                  </a:path>
                </a:pathLst>
              </a:custGeom>
              <a:solidFill>
                <a:srgbClr val="FFC000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prstClr val="black"/>
                  </a:solidFill>
                  <a:latin typeface="Arial" panose="020B0604020202020204"/>
                  <a:ea typeface="微软雅黑" panose="020B0503020204020204" pitchFamily="34" charset="-122"/>
                  <a:cs typeface="Arial" panose="020B0604020202020204"/>
                </a:endParaRPr>
              </a:p>
            </p:txBody>
          </p:sp>
          <p:sp>
            <p:nvSpPr>
              <p:cNvPr id="353" name="Freeform 84"/>
              <p:cNvSpPr/>
              <p:nvPr/>
            </p:nvSpPr>
            <p:spPr bwMode="auto">
              <a:xfrm flipH="1">
                <a:off x="1194502" y="2647645"/>
                <a:ext cx="2671366" cy="1240834"/>
              </a:xfrm>
              <a:custGeom>
                <a:avLst/>
                <a:gdLst>
                  <a:gd name="T0" fmla="*/ 2205 w 2205"/>
                  <a:gd name="T1" fmla="*/ 943 h 943"/>
                  <a:gd name="T2" fmla="*/ 0 w 2205"/>
                  <a:gd name="T3" fmla="*/ 943 h 943"/>
                  <a:gd name="T4" fmla="*/ 0 w 2205"/>
                  <a:gd name="T5" fmla="*/ 424 h 943"/>
                  <a:gd name="T6" fmla="*/ 1101 w 2205"/>
                  <a:gd name="T7" fmla="*/ 0 h 943"/>
                  <a:gd name="T8" fmla="*/ 2205 w 2205"/>
                  <a:gd name="T9" fmla="*/ 424 h 943"/>
                  <a:gd name="T10" fmla="*/ 2205 w 2205"/>
                  <a:gd name="T11" fmla="*/ 943 h 9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205" h="943">
                    <a:moveTo>
                      <a:pt x="2205" y="943"/>
                    </a:moveTo>
                    <a:lnTo>
                      <a:pt x="0" y="943"/>
                    </a:lnTo>
                    <a:lnTo>
                      <a:pt x="0" y="424"/>
                    </a:lnTo>
                    <a:lnTo>
                      <a:pt x="1101" y="0"/>
                    </a:lnTo>
                    <a:lnTo>
                      <a:pt x="2205" y="424"/>
                    </a:lnTo>
                    <a:lnTo>
                      <a:pt x="2205" y="943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prstClr val="black"/>
                  </a:solidFill>
                  <a:latin typeface="Arial" panose="020B0604020202020204"/>
                  <a:ea typeface="微软雅黑" panose="020B0503020204020204" pitchFamily="34" charset="-122"/>
                  <a:cs typeface="Arial" panose="020B0604020202020204"/>
                </a:endParaRPr>
              </a:p>
            </p:txBody>
          </p:sp>
          <p:sp>
            <p:nvSpPr>
              <p:cNvPr id="354" name="Freeform 90"/>
              <p:cNvSpPr>
                <a:spLocks noEditPoints="1"/>
              </p:cNvSpPr>
              <p:nvPr/>
            </p:nvSpPr>
            <p:spPr bwMode="auto">
              <a:xfrm flipH="1">
                <a:off x="1010353" y="2520008"/>
                <a:ext cx="3042087" cy="803976"/>
              </a:xfrm>
              <a:custGeom>
                <a:avLst/>
                <a:gdLst>
                  <a:gd name="T0" fmla="*/ 141 w 1060"/>
                  <a:gd name="T1" fmla="*/ 155 h 258"/>
                  <a:gd name="T2" fmla="*/ 7 w 1060"/>
                  <a:gd name="T3" fmla="*/ 210 h 258"/>
                  <a:gd name="T4" fmla="*/ 1 w 1060"/>
                  <a:gd name="T5" fmla="*/ 215 h 258"/>
                  <a:gd name="T6" fmla="*/ 1 w 1060"/>
                  <a:gd name="T7" fmla="*/ 222 h 258"/>
                  <a:gd name="T8" fmla="*/ 14 w 1060"/>
                  <a:gd name="T9" fmla="*/ 252 h 258"/>
                  <a:gd name="T10" fmla="*/ 19 w 1060"/>
                  <a:gd name="T11" fmla="*/ 257 h 258"/>
                  <a:gd name="T12" fmla="*/ 22 w 1060"/>
                  <a:gd name="T13" fmla="*/ 258 h 258"/>
                  <a:gd name="T14" fmla="*/ 26 w 1060"/>
                  <a:gd name="T15" fmla="*/ 258 h 258"/>
                  <a:gd name="T16" fmla="*/ 65 w 1060"/>
                  <a:gd name="T17" fmla="*/ 244 h 258"/>
                  <a:gd name="T18" fmla="*/ 65 w 1060"/>
                  <a:gd name="T19" fmla="*/ 220 h 258"/>
                  <a:gd name="T20" fmla="*/ 65 w 1060"/>
                  <a:gd name="T21" fmla="*/ 220 h 258"/>
                  <a:gd name="T22" fmla="*/ 65 w 1060"/>
                  <a:gd name="T23" fmla="*/ 220 h 258"/>
                  <a:gd name="T24" fmla="*/ 141 w 1060"/>
                  <a:gd name="T25" fmla="*/ 191 h 258"/>
                  <a:gd name="T26" fmla="*/ 141 w 1060"/>
                  <a:gd name="T27" fmla="*/ 155 h 258"/>
                  <a:gd name="T28" fmla="*/ 530 w 1060"/>
                  <a:gd name="T29" fmla="*/ 0 h 258"/>
                  <a:gd name="T30" fmla="*/ 513 w 1060"/>
                  <a:gd name="T31" fmla="*/ 3 h 258"/>
                  <a:gd name="T32" fmla="*/ 301 w 1060"/>
                  <a:gd name="T33" fmla="*/ 90 h 258"/>
                  <a:gd name="T34" fmla="*/ 301 w 1060"/>
                  <a:gd name="T35" fmla="*/ 129 h 258"/>
                  <a:gd name="T36" fmla="*/ 530 w 1060"/>
                  <a:gd name="T37" fmla="*/ 41 h 258"/>
                  <a:gd name="T38" fmla="*/ 996 w 1060"/>
                  <a:gd name="T39" fmla="*/ 220 h 258"/>
                  <a:gd name="T40" fmla="*/ 996 w 1060"/>
                  <a:gd name="T41" fmla="*/ 244 h 258"/>
                  <a:gd name="T42" fmla="*/ 1035 w 1060"/>
                  <a:gd name="T43" fmla="*/ 258 h 258"/>
                  <a:gd name="T44" fmla="*/ 1038 w 1060"/>
                  <a:gd name="T45" fmla="*/ 258 h 258"/>
                  <a:gd name="T46" fmla="*/ 1042 w 1060"/>
                  <a:gd name="T47" fmla="*/ 257 h 258"/>
                  <a:gd name="T48" fmla="*/ 1047 w 1060"/>
                  <a:gd name="T49" fmla="*/ 252 h 258"/>
                  <a:gd name="T50" fmla="*/ 1059 w 1060"/>
                  <a:gd name="T51" fmla="*/ 222 h 258"/>
                  <a:gd name="T52" fmla="*/ 1059 w 1060"/>
                  <a:gd name="T53" fmla="*/ 215 h 258"/>
                  <a:gd name="T54" fmla="*/ 1054 w 1060"/>
                  <a:gd name="T55" fmla="*/ 210 h 258"/>
                  <a:gd name="T56" fmla="*/ 548 w 1060"/>
                  <a:gd name="T57" fmla="*/ 3 h 258"/>
                  <a:gd name="T58" fmla="*/ 530 w 1060"/>
                  <a:gd name="T59" fmla="*/ 0 h 2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1060" h="258">
                    <a:moveTo>
                      <a:pt x="141" y="155"/>
                    </a:moveTo>
                    <a:cubicBezTo>
                      <a:pt x="7" y="210"/>
                      <a:pt x="7" y="210"/>
                      <a:pt x="7" y="210"/>
                    </a:cubicBezTo>
                    <a:cubicBezTo>
                      <a:pt x="4" y="211"/>
                      <a:pt x="2" y="213"/>
                      <a:pt x="1" y="215"/>
                    </a:cubicBezTo>
                    <a:cubicBezTo>
                      <a:pt x="0" y="217"/>
                      <a:pt x="0" y="220"/>
                      <a:pt x="1" y="222"/>
                    </a:cubicBezTo>
                    <a:cubicBezTo>
                      <a:pt x="14" y="252"/>
                      <a:pt x="14" y="252"/>
                      <a:pt x="14" y="252"/>
                    </a:cubicBezTo>
                    <a:cubicBezTo>
                      <a:pt x="15" y="255"/>
                      <a:pt x="16" y="256"/>
                      <a:pt x="19" y="257"/>
                    </a:cubicBezTo>
                    <a:cubicBezTo>
                      <a:pt x="20" y="258"/>
                      <a:pt x="21" y="258"/>
                      <a:pt x="22" y="258"/>
                    </a:cubicBezTo>
                    <a:cubicBezTo>
                      <a:pt x="24" y="258"/>
                      <a:pt x="25" y="258"/>
                      <a:pt x="26" y="258"/>
                    </a:cubicBezTo>
                    <a:cubicBezTo>
                      <a:pt x="65" y="244"/>
                      <a:pt x="65" y="244"/>
                      <a:pt x="65" y="244"/>
                    </a:cubicBezTo>
                    <a:cubicBezTo>
                      <a:pt x="65" y="220"/>
                      <a:pt x="65" y="220"/>
                      <a:pt x="65" y="220"/>
                    </a:cubicBezTo>
                    <a:cubicBezTo>
                      <a:pt x="65" y="220"/>
                      <a:pt x="65" y="220"/>
                      <a:pt x="65" y="220"/>
                    </a:cubicBezTo>
                    <a:cubicBezTo>
                      <a:pt x="65" y="220"/>
                      <a:pt x="65" y="220"/>
                      <a:pt x="65" y="220"/>
                    </a:cubicBezTo>
                    <a:cubicBezTo>
                      <a:pt x="141" y="191"/>
                      <a:pt x="141" y="191"/>
                      <a:pt x="141" y="191"/>
                    </a:cubicBezTo>
                    <a:cubicBezTo>
                      <a:pt x="141" y="155"/>
                      <a:pt x="141" y="155"/>
                      <a:pt x="141" y="155"/>
                    </a:cubicBezTo>
                    <a:moveTo>
                      <a:pt x="530" y="0"/>
                    </a:moveTo>
                    <a:cubicBezTo>
                      <a:pt x="524" y="0"/>
                      <a:pt x="518" y="1"/>
                      <a:pt x="513" y="3"/>
                    </a:cubicBezTo>
                    <a:cubicBezTo>
                      <a:pt x="301" y="90"/>
                      <a:pt x="301" y="90"/>
                      <a:pt x="301" y="90"/>
                    </a:cubicBezTo>
                    <a:cubicBezTo>
                      <a:pt x="301" y="129"/>
                      <a:pt x="301" y="129"/>
                      <a:pt x="301" y="129"/>
                    </a:cubicBezTo>
                    <a:cubicBezTo>
                      <a:pt x="530" y="41"/>
                      <a:pt x="530" y="41"/>
                      <a:pt x="530" y="41"/>
                    </a:cubicBezTo>
                    <a:cubicBezTo>
                      <a:pt x="996" y="220"/>
                      <a:pt x="996" y="220"/>
                      <a:pt x="996" y="220"/>
                    </a:cubicBezTo>
                    <a:cubicBezTo>
                      <a:pt x="996" y="244"/>
                      <a:pt x="996" y="244"/>
                      <a:pt x="996" y="244"/>
                    </a:cubicBezTo>
                    <a:cubicBezTo>
                      <a:pt x="1035" y="258"/>
                      <a:pt x="1035" y="258"/>
                      <a:pt x="1035" y="258"/>
                    </a:cubicBezTo>
                    <a:cubicBezTo>
                      <a:pt x="1036" y="258"/>
                      <a:pt x="1037" y="258"/>
                      <a:pt x="1038" y="258"/>
                    </a:cubicBezTo>
                    <a:cubicBezTo>
                      <a:pt x="1039" y="258"/>
                      <a:pt x="1041" y="258"/>
                      <a:pt x="1042" y="257"/>
                    </a:cubicBezTo>
                    <a:cubicBezTo>
                      <a:pt x="1044" y="256"/>
                      <a:pt x="1046" y="255"/>
                      <a:pt x="1047" y="252"/>
                    </a:cubicBezTo>
                    <a:cubicBezTo>
                      <a:pt x="1059" y="222"/>
                      <a:pt x="1059" y="222"/>
                      <a:pt x="1059" y="222"/>
                    </a:cubicBezTo>
                    <a:cubicBezTo>
                      <a:pt x="1060" y="220"/>
                      <a:pt x="1060" y="217"/>
                      <a:pt x="1059" y="215"/>
                    </a:cubicBezTo>
                    <a:cubicBezTo>
                      <a:pt x="1058" y="213"/>
                      <a:pt x="1056" y="211"/>
                      <a:pt x="1054" y="210"/>
                    </a:cubicBezTo>
                    <a:cubicBezTo>
                      <a:pt x="548" y="3"/>
                      <a:pt x="548" y="3"/>
                      <a:pt x="548" y="3"/>
                    </a:cubicBezTo>
                    <a:cubicBezTo>
                      <a:pt x="542" y="1"/>
                      <a:pt x="537" y="0"/>
                      <a:pt x="530" y="0"/>
                    </a:cubicBezTo>
                  </a:path>
                </a:pathLst>
              </a:custGeom>
              <a:solidFill>
                <a:srgbClr val="D2D1D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prstClr val="black"/>
                  </a:solidFill>
                  <a:latin typeface="Arial" panose="020B0604020202020204"/>
                  <a:ea typeface="微软雅黑" panose="020B0503020204020204" pitchFamily="34" charset="-122"/>
                  <a:cs typeface="Arial" panose="020B0604020202020204"/>
                </a:endParaRPr>
              </a:p>
            </p:txBody>
          </p:sp>
          <p:sp>
            <p:nvSpPr>
              <p:cNvPr id="355" name="Freeform 91"/>
              <p:cNvSpPr/>
              <p:nvPr/>
            </p:nvSpPr>
            <p:spPr bwMode="auto">
              <a:xfrm flipH="1">
                <a:off x="3188637" y="2800281"/>
                <a:ext cx="459160" cy="315801"/>
              </a:xfrm>
              <a:custGeom>
                <a:avLst/>
                <a:gdLst>
                  <a:gd name="T0" fmla="*/ 379 w 379"/>
                  <a:gd name="T1" fmla="*/ 0 h 240"/>
                  <a:gd name="T2" fmla="*/ 343 w 379"/>
                  <a:gd name="T3" fmla="*/ 15 h 240"/>
                  <a:gd name="T4" fmla="*/ 343 w 379"/>
                  <a:gd name="T5" fmla="*/ 81 h 240"/>
                  <a:gd name="T6" fmla="*/ 275 w 379"/>
                  <a:gd name="T7" fmla="*/ 81 h 240"/>
                  <a:gd name="T8" fmla="*/ 275 w 379"/>
                  <a:gd name="T9" fmla="*/ 43 h 240"/>
                  <a:gd name="T10" fmla="*/ 128 w 379"/>
                  <a:gd name="T11" fmla="*/ 102 h 240"/>
                  <a:gd name="T12" fmla="*/ 128 w 379"/>
                  <a:gd name="T13" fmla="*/ 114 h 240"/>
                  <a:gd name="T14" fmla="*/ 97 w 379"/>
                  <a:gd name="T15" fmla="*/ 114 h 240"/>
                  <a:gd name="T16" fmla="*/ 0 w 379"/>
                  <a:gd name="T17" fmla="*/ 154 h 240"/>
                  <a:gd name="T18" fmla="*/ 0 w 379"/>
                  <a:gd name="T19" fmla="*/ 240 h 240"/>
                  <a:gd name="T20" fmla="*/ 144 w 379"/>
                  <a:gd name="T21" fmla="*/ 183 h 240"/>
                  <a:gd name="T22" fmla="*/ 144 w 379"/>
                  <a:gd name="T23" fmla="*/ 128 h 240"/>
                  <a:gd name="T24" fmla="*/ 213 w 379"/>
                  <a:gd name="T25" fmla="*/ 128 h 240"/>
                  <a:gd name="T26" fmla="*/ 213 w 379"/>
                  <a:gd name="T27" fmla="*/ 157 h 240"/>
                  <a:gd name="T28" fmla="*/ 379 w 379"/>
                  <a:gd name="T29" fmla="*/ 93 h 240"/>
                  <a:gd name="T30" fmla="*/ 379 w 379"/>
                  <a:gd name="T31" fmla="*/ 0 h 2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79" h="240">
                    <a:moveTo>
                      <a:pt x="379" y="0"/>
                    </a:moveTo>
                    <a:lnTo>
                      <a:pt x="343" y="15"/>
                    </a:lnTo>
                    <a:lnTo>
                      <a:pt x="343" y="81"/>
                    </a:lnTo>
                    <a:lnTo>
                      <a:pt x="275" y="81"/>
                    </a:lnTo>
                    <a:lnTo>
                      <a:pt x="275" y="43"/>
                    </a:lnTo>
                    <a:lnTo>
                      <a:pt x="128" y="102"/>
                    </a:lnTo>
                    <a:lnTo>
                      <a:pt x="128" y="114"/>
                    </a:lnTo>
                    <a:lnTo>
                      <a:pt x="97" y="114"/>
                    </a:lnTo>
                    <a:lnTo>
                      <a:pt x="0" y="154"/>
                    </a:lnTo>
                    <a:lnTo>
                      <a:pt x="0" y="240"/>
                    </a:lnTo>
                    <a:lnTo>
                      <a:pt x="144" y="183"/>
                    </a:lnTo>
                    <a:lnTo>
                      <a:pt x="144" y="128"/>
                    </a:lnTo>
                    <a:lnTo>
                      <a:pt x="213" y="128"/>
                    </a:lnTo>
                    <a:lnTo>
                      <a:pt x="213" y="157"/>
                    </a:lnTo>
                    <a:lnTo>
                      <a:pt x="379" y="93"/>
                    </a:lnTo>
                    <a:lnTo>
                      <a:pt x="379" y="0"/>
                    </a:lnTo>
                    <a:close/>
                  </a:path>
                </a:pathLst>
              </a:custGeom>
              <a:solidFill>
                <a:srgbClr val="BF69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prstClr val="black"/>
                  </a:solidFill>
                  <a:latin typeface="Arial" panose="020B0604020202020204"/>
                  <a:ea typeface="微软雅黑" panose="020B0503020204020204" pitchFamily="34" charset="-122"/>
                  <a:cs typeface="Arial" panose="020B0604020202020204"/>
                </a:endParaRPr>
              </a:p>
            </p:txBody>
          </p:sp>
          <p:sp>
            <p:nvSpPr>
              <p:cNvPr id="356" name="Freeform 92"/>
              <p:cNvSpPr/>
              <p:nvPr/>
            </p:nvSpPr>
            <p:spPr bwMode="auto">
              <a:xfrm flipH="1">
                <a:off x="3188637" y="2800281"/>
                <a:ext cx="459160" cy="315801"/>
              </a:xfrm>
              <a:custGeom>
                <a:avLst/>
                <a:gdLst>
                  <a:gd name="T0" fmla="*/ 379 w 379"/>
                  <a:gd name="T1" fmla="*/ 0 h 240"/>
                  <a:gd name="T2" fmla="*/ 343 w 379"/>
                  <a:gd name="T3" fmla="*/ 15 h 240"/>
                  <a:gd name="T4" fmla="*/ 343 w 379"/>
                  <a:gd name="T5" fmla="*/ 81 h 240"/>
                  <a:gd name="T6" fmla="*/ 275 w 379"/>
                  <a:gd name="T7" fmla="*/ 81 h 240"/>
                  <a:gd name="T8" fmla="*/ 275 w 379"/>
                  <a:gd name="T9" fmla="*/ 43 h 240"/>
                  <a:gd name="T10" fmla="*/ 128 w 379"/>
                  <a:gd name="T11" fmla="*/ 102 h 240"/>
                  <a:gd name="T12" fmla="*/ 128 w 379"/>
                  <a:gd name="T13" fmla="*/ 114 h 240"/>
                  <a:gd name="T14" fmla="*/ 97 w 379"/>
                  <a:gd name="T15" fmla="*/ 114 h 240"/>
                  <a:gd name="T16" fmla="*/ 0 w 379"/>
                  <a:gd name="T17" fmla="*/ 154 h 240"/>
                  <a:gd name="T18" fmla="*/ 0 w 379"/>
                  <a:gd name="T19" fmla="*/ 240 h 240"/>
                  <a:gd name="T20" fmla="*/ 144 w 379"/>
                  <a:gd name="T21" fmla="*/ 183 h 240"/>
                  <a:gd name="T22" fmla="*/ 144 w 379"/>
                  <a:gd name="T23" fmla="*/ 128 h 240"/>
                  <a:gd name="T24" fmla="*/ 213 w 379"/>
                  <a:gd name="T25" fmla="*/ 128 h 240"/>
                  <a:gd name="T26" fmla="*/ 213 w 379"/>
                  <a:gd name="T27" fmla="*/ 157 h 240"/>
                  <a:gd name="T28" fmla="*/ 379 w 379"/>
                  <a:gd name="T29" fmla="*/ 93 h 240"/>
                  <a:gd name="T30" fmla="*/ 379 w 379"/>
                  <a:gd name="T31" fmla="*/ 0 h 2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79" h="240">
                    <a:moveTo>
                      <a:pt x="379" y="0"/>
                    </a:moveTo>
                    <a:lnTo>
                      <a:pt x="343" y="15"/>
                    </a:lnTo>
                    <a:lnTo>
                      <a:pt x="343" y="81"/>
                    </a:lnTo>
                    <a:lnTo>
                      <a:pt x="275" y="81"/>
                    </a:lnTo>
                    <a:lnTo>
                      <a:pt x="275" y="43"/>
                    </a:lnTo>
                    <a:lnTo>
                      <a:pt x="128" y="102"/>
                    </a:lnTo>
                    <a:lnTo>
                      <a:pt x="128" y="114"/>
                    </a:lnTo>
                    <a:lnTo>
                      <a:pt x="97" y="114"/>
                    </a:lnTo>
                    <a:lnTo>
                      <a:pt x="0" y="154"/>
                    </a:lnTo>
                    <a:lnTo>
                      <a:pt x="0" y="240"/>
                    </a:lnTo>
                    <a:lnTo>
                      <a:pt x="144" y="183"/>
                    </a:lnTo>
                    <a:lnTo>
                      <a:pt x="144" y="128"/>
                    </a:lnTo>
                    <a:lnTo>
                      <a:pt x="213" y="128"/>
                    </a:lnTo>
                    <a:lnTo>
                      <a:pt x="213" y="157"/>
                    </a:lnTo>
                    <a:lnTo>
                      <a:pt x="379" y="93"/>
                    </a:lnTo>
                    <a:lnTo>
                      <a:pt x="379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prstClr val="black"/>
                  </a:solidFill>
                  <a:latin typeface="Arial" panose="020B0604020202020204"/>
                  <a:ea typeface="微软雅黑" panose="020B0503020204020204" pitchFamily="34" charset="-122"/>
                  <a:cs typeface="Arial" panose="020B0604020202020204"/>
                </a:endParaRPr>
              </a:p>
            </p:txBody>
          </p:sp>
          <p:sp>
            <p:nvSpPr>
              <p:cNvPr id="357" name="Freeform 93"/>
              <p:cNvSpPr/>
              <p:nvPr/>
            </p:nvSpPr>
            <p:spPr bwMode="auto">
              <a:xfrm flipH="1">
                <a:off x="3389747" y="2968708"/>
                <a:ext cx="83594" cy="72371"/>
              </a:xfrm>
              <a:custGeom>
                <a:avLst/>
                <a:gdLst>
                  <a:gd name="T0" fmla="*/ 69 w 69"/>
                  <a:gd name="T1" fmla="*/ 0 h 55"/>
                  <a:gd name="T2" fmla="*/ 0 w 69"/>
                  <a:gd name="T3" fmla="*/ 0 h 55"/>
                  <a:gd name="T4" fmla="*/ 0 w 69"/>
                  <a:gd name="T5" fmla="*/ 55 h 55"/>
                  <a:gd name="T6" fmla="*/ 69 w 69"/>
                  <a:gd name="T7" fmla="*/ 29 h 55"/>
                  <a:gd name="T8" fmla="*/ 69 w 69"/>
                  <a:gd name="T9" fmla="*/ 0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9" h="55">
                    <a:moveTo>
                      <a:pt x="69" y="0"/>
                    </a:moveTo>
                    <a:lnTo>
                      <a:pt x="0" y="0"/>
                    </a:lnTo>
                    <a:lnTo>
                      <a:pt x="0" y="55"/>
                    </a:lnTo>
                    <a:lnTo>
                      <a:pt x="69" y="29"/>
                    </a:lnTo>
                    <a:lnTo>
                      <a:pt x="69" y="0"/>
                    </a:lnTo>
                    <a:close/>
                  </a:path>
                </a:pathLst>
              </a:custGeom>
              <a:solidFill>
                <a:srgbClr val="C497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prstClr val="black"/>
                  </a:solidFill>
                  <a:latin typeface="Arial" panose="020B0604020202020204"/>
                  <a:ea typeface="微软雅黑" panose="020B0503020204020204" pitchFamily="34" charset="-122"/>
                  <a:cs typeface="Arial" panose="020B0604020202020204"/>
                </a:endParaRPr>
              </a:p>
            </p:txBody>
          </p:sp>
          <p:sp>
            <p:nvSpPr>
              <p:cNvPr id="358" name="Freeform 94"/>
              <p:cNvSpPr/>
              <p:nvPr/>
            </p:nvSpPr>
            <p:spPr bwMode="auto">
              <a:xfrm flipH="1">
                <a:off x="3389747" y="2968708"/>
                <a:ext cx="83594" cy="72371"/>
              </a:xfrm>
              <a:custGeom>
                <a:avLst/>
                <a:gdLst>
                  <a:gd name="T0" fmla="*/ 69 w 69"/>
                  <a:gd name="T1" fmla="*/ 0 h 55"/>
                  <a:gd name="T2" fmla="*/ 0 w 69"/>
                  <a:gd name="T3" fmla="*/ 0 h 55"/>
                  <a:gd name="T4" fmla="*/ 0 w 69"/>
                  <a:gd name="T5" fmla="*/ 55 h 55"/>
                  <a:gd name="T6" fmla="*/ 69 w 69"/>
                  <a:gd name="T7" fmla="*/ 29 h 55"/>
                  <a:gd name="T8" fmla="*/ 69 w 69"/>
                  <a:gd name="T9" fmla="*/ 0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9" h="55">
                    <a:moveTo>
                      <a:pt x="69" y="0"/>
                    </a:moveTo>
                    <a:lnTo>
                      <a:pt x="0" y="0"/>
                    </a:lnTo>
                    <a:lnTo>
                      <a:pt x="0" y="55"/>
                    </a:lnTo>
                    <a:lnTo>
                      <a:pt x="69" y="29"/>
                    </a:lnTo>
                    <a:lnTo>
                      <a:pt x="69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prstClr val="black"/>
                  </a:solidFill>
                  <a:latin typeface="Arial" panose="020B0604020202020204"/>
                  <a:ea typeface="微软雅黑" panose="020B0503020204020204" pitchFamily="34" charset="-122"/>
                  <a:cs typeface="Arial" panose="020B0604020202020204"/>
                </a:endParaRPr>
              </a:p>
            </p:txBody>
          </p:sp>
          <p:sp>
            <p:nvSpPr>
              <p:cNvPr id="359" name="Freeform 95"/>
              <p:cNvSpPr/>
              <p:nvPr/>
            </p:nvSpPr>
            <p:spPr bwMode="auto">
              <a:xfrm flipH="1">
                <a:off x="3492724" y="2934497"/>
                <a:ext cx="37557" cy="15790"/>
              </a:xfrm>
              <a:custGeom>
                <a:avLst/>
                <a:gdLst>
                  <a:gd name="T0" fmla="*/ 31 w 31"/>
                  <a:gd name="T1" fmla="*/ 0 h 12"/>
                  <a:gd name="T2" fmla="*/ 0 w 31"/>
                  <a:gd name="T3" fmla="*/ 12 h 12"/>
                  <a:gd name="T4" fmla="*/ 31 w 31"/>
                  <a:gd name="T5" fmla="*/ 12 h 12"/>
                  <a:gd name="T6" fmla="*/ 31 w 31"/>
                  <a:gd name="T7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1" h="12">
                    <a:moveTo>
                      <a:pt x="31" y="0"/>
                    </a:moveTo>
                    <a:lnTo>
                      <a:pt x="0" y="12"/>
                    </a:lnTo>
                    <a:lnTo>
                      <a:pt x="31" y="12"/>
                    </a:lnTo>
                    <a:lnTo>
                      <a:pt x="31" y="0"/>
                    </a:lnTo>
                    <a:close/>
                  </a:path>
                </a:pathLst>
              </a:custGeom>
              <a:solidFill>
                <a:srgbClr val="C99E7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prstClr val="black"/>
                  </a:solidFill>
                  <a:latin typeface="Arial" panose="020B0604020202020204"/>
                  <a:ea typeface="微软雅黑" panose="020B0503020204020204" pitchFamily="34" charset="-122"/>
                  <a:cs typeface="Arial" panose="020B0604020202020204"/>
                </a:endParaRPr>
              </a:p>
            </p:txBody>
          </p:sp>
          <p:sp>
            <p:nvSpPr>
              <p:cNvPr id="360" name="Freeform 96"/>
              <p:cNvSpPr/>
              <p:nvPr/>
            </p:nvSpPr>
            <p:spPr bwMode="auto">
              <a:xfrm flipH="1">
                <a:off x="3492724" y="2934497"/>
                <a:ext cx="37557" cy="15790"/>
              </a:xfrm>
              <a:custGeom>
                <a:avLst/>
                <a:gdLst>
                  <a:gd name="T0" fmla="*/ 31 w 31"/>
                  <a:gd name="T1" fmla="*/ 0 h 12"/>
                  <a:gd name="T2" fmla="*/ 0 w 31"/>
                  <a:gd name="T3" fmla="*/ 12 h 12"/>
                  <a:gd name="T4" fmla="*/ 31 w 31"/>
                  <a:gd name="T5" fmla="*/ 12 h 12"/>
                  <a:gd name="T6" fmla="*/ 31 w 31"/>
                  <a:gd name="T7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1" h="12">
                    <a:moveTo>
                      <a:pt x="31" y="0"/>
                    </a:moveTo>
                    <a:lnTo>
                      <a:pt x="0" y="12"/>
                    </a:lnTo>
                    <a:lnTo>
                      <a:pt x="31" y="12"/>
                    </a:lnTo>
                    <a:lnTo>
                      <a:pt x="31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prstClr val="black"/>
                  </a:solidFill>
                  <a:latin typeface="Arial" panose="020B0604020202020204"/>
                  <a:ea typeface="微软雅黑" panose="020B0503020204020204" pitchFamily="34" charset="-122"/>
                  <a:cs typeface="Arial" panose="020B0604020202020204"/>
                </a:endParaRPr>
              </a:p>
            </p:txBody>
          </p:sp>
          <p:sp>
            <p:nvSpPr>
              <p:cNvPr id="361" name="Freeform 97"/>
              <p:cNvSpPr/>
              <p:nvPr/>
            </p:nvSpPr>
            <p:spPr bwMode="auto">
              <a:xfrm flipH="1">
                <a:off x="3232251" y="2820019"/>
                <a:ext cx="82382" cy="86845"/>
              </a:xfrm>
              <a:custGeom>
                <a:avLst/>
                <a:gdLst>
                  <a:gd name="T0" fmla="*/ 68 w 68"/>
                  <a:gd name="T1" fmla="*/ 0 h 66"/>
                  <a:gd name="T2" fmla="*/ 0 w 68"/>
                  <a:gd name="T3" fmla="*/ 28 h 66"/>
                  <a:gd name="T4" fmla="*/ 0 w 68"/>
                  <a:gd name="T5" fmla="*/ 66 h 66"/>
                  <a:gd name="T6" fmla="*/ 68 w 68"/>
                  <a:gd name="T7" fmla="*/ 66 h 66"/>
                  <a:gd name="T8" fmla="*/ 68 w 68"/>
                  <a:gd name="T9" fmla="*/ 0 h 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8" h="66">
                    <a:moveTo>
                      <a:pt x="68" y="0"/>
                    </a:moveTo>
                    <a:lnTo>
                      <a:pt x="0" y="28"/>
                    </a:lnTo>
                    <a:lnTo>
                      <a:pt x="0" y="66"/>
                    </a:lnTo>
                    <a:lnTo>
                      <a:pt x="68" y="66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C497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prstClr val="black"/>
                  </a:solidFill>
                  <a:latin typeface="Arial" panose="020B0604020202020204"/>
                  <a:ea typeface="微软雅黑" panose="020B0503020204020204" pitchFamily="34" charset="-122"/>
                  <a:cs typeface="Arial" panose="020B0604020202020204"/>
                </a:endParaRPr>
              </a:p>
            </p:txBody>
          </p:sp>
          <p:sp>
            <p:nvSpPr>
              <p:cNvPr id="362" name="Freeform 98"/>
              <p:cNvSpPr/>
              <p:nvPr/>
            </p:nvSpPr>
            <p:spPr bwMode="auto">
              <a:xfrm flipH="1">
                <a:off x="3232251" y="2820019"/>
                <a:ext cx="82382" cy="86845"/>
              </a:xfrm>
              <a:custGeom>
                <a:avLst/>
                <a:gdLst>
                  <a:gd name="T0" fmla="*/ 68 w 68"/>
                  <a:gd name="T1" fmla="*/ 0 h 66"/>
                  <a:gd name="T2" fmla="*/ 0 w 68"/>
                  <a:gd name="T3" fmla="*/ 28 h 66"/>
                  <a:gd name="T4" fmla="*/ 0 w 68"/>
                  <a:gd name="T5" fmla="*/ 66 h 66"/>
                  <a:gd name="T6" fmla="*/ 68 w 68"/>
                  <a:gd name="T7" fmla="*/ 66 h 66"/>
                  <a:gd name="T8" fmla="*/ 68 w 68"/>
                  <a:gd name="T9" fmla="*/ 0 h 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8" h="66">
                    <a:moveTo>
                      <a:pt x="68" y="0"/>
                    </a:moveTo>
                    <a:lnTo>
                      <a:pt x="0" y="28"/>
                    </a:lnTo>
                    <a:lnTo>
                      <a:pt x="0" y="66"/>
                    </a:lnTo>
                    <a:lnTo>
                      <a:pt x="68" y="66"/>
                    </a:lnTo>
                    <a:lnTo>
                      <a:pt x="68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prstClr val="black"/>
                  </a:solidFill>
                  <a:latin typeface="Arial" panose="020B0604020202020204"/>
                  <a:ea typeface="微软雅黑" panose="020B0503020204020204" pitchFamily="34" charset="-122"/>
                  <a:cs typeface="Arial" panose="020B0604020202020204"/>
                </a:endParaRPr>
              </a:p>
            </p:txBody>
          </p:sp>
          <p:sp>
            <p:nvSpPr>
              <p:cNvPr id="363" name="Freeform 100"/>
              <p:cNvSpPr/>
              <p:nvPr/>
            </p:nvSpPr>
            <p:spPr bwMode="auto">
              <a:xfrm flipH="1">
                <a:off x="3865868" y="3205559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AFAFB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prstClr val="black"/>
                  </a:solidFill>
                  <a:latin typeface="Arial" panose="020B0604020202020204"/>
                  <a:ea typeface="微软雅黑" panose="020B0503020204020204" pitchFamily="34" charset="-122"/>
                  <a:cs typeface="Arial" panose="020B0604020202020204"/>
                </a:endParaRPr>
              </a:p>
            </p:txBody>
          </p:sp>
          <p:sp>
            <p:nvSpPr>
              <p:cNvPr id="364" name="Freeform 101"/>
              <p:cNvSpPr/>
              <p:nvPr/>
            </p:nvSpPr>
            <p:spPr bwMode="auto">
              <a:xfrm flipH="1">
                <a:off x="3825888" y="3205559"/>
                <a:ext cx="39980" cy="75003"/>
              </a:xfrm>
              <a:custGeom>
                <a:avLst/>
                <a:gdLst>
                  <a:gd name="T0" fmla="*/ 0 w 14"/>
                  <a:gd name="T1" fmla="*/ 0 h 24"/>
                  <a:gd name="T2" fmla="*/ 0 w 14"/>
                  <a:gd name="T3" fmla="*/ 0 h 24"/>
                  <a:gd name="T4" fmla="*/ 0 w 14"/>
                  <a:gd name="T5" fmla="*/ 24 h 24"/>
                  <a:gd name="T6" fmla="*/ 14 w 14"/>
                  <a:gd name="T7" fmla="*/ 19 h 24"/>
                  <a:gd name="T8" fmla="*/ 0 w 14"/>
                  <a:gd name="T9" fmla="*/ 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" h="24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4" y="19"/>
                      <a:pt x="14" y="19"/>
                      <a:pt x="14" y="19"/>
                    </a:cubicBezTo>
                    <a:cubicBezTo>
                      <a:pt x="5" y="9"/>
                      <a:pt x="1" y="2"/>
                      <a:pt x="0" y="0"/>
                    </a:cubicBezTo>
                  </a:path>
                </a:pathLst>
              </a:custGeom>
              <a:solidFill>
                <a:srgbClr val="A3AA9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prstClr val="black"/>
                  </a:solidFill>
                  <a:latin typeface="Arial" panose="020B0604020202020204"/>
                  <a:ea typeface="微软雅黑" panose="020B0503020204020204" pitchFamily="34" charset="-122"/>
                  <a:cs typeface="Arial" panose="020B0604020202020204"/>
                </a:endParaRPr>
              </a:p>
            </p:txBody>
          </p:sp>
          <p:sp>
            <p:nvSpPr>
              <p:cNvPr id="365" name="Freeform 102"/>
              <p:cNvSpPr/>
              <p:nvPr/>
            </p:nvSpPr>
            <p:spPr bwMode="auto">
              <a:xfrm flipH="1">
                <a:off x="1010353" y="2520008"/>
                <a:ext cx="3042087" cy="803976"/>
              </a:xfrm>
              <a:custGeom>
                <a:avLst/>
                <a:gdLst>
                  <a:gd name="T0" fmla="*/ 1047 w 1060"/>
                  <a:gd name="T1" fmla="*/ 252 h 258"/>
                  <a:gd name="T2" fmla="*/ 1042 w 1060"/>
                  <a:gd name="T3" fmla="*/ 257 h 258"/>
                  <a:gd name="T4" fmla="*/ 1035 w 1060"/>
                  <a:gd name="T5" fmla="*/ 258 h 258"/>
                  <a:gd name="T6" fmla="*/ 548 w 1060"/>
                  <a:gd name="T7" fmla="*/ 59 h 258"/>
                  <a:gd name="T8" fmla="*/ 530 w 1060"/>
                  <a:gd name="T9" fmla="*/ 55 h 258"/>
                  <a:gd name="T10" fmla="*/ 513 w 1060"/>
                  <a:gd name="T11" fmla="*/ 59 h 258"/>
                  <a:gd name="T12" fmla="*/ 26 w 1060"/>
                  <a:gd name="T13" fmla="*/ 258 h 258"/>
                  <a:gd name="T14" fmla="*/ 19 w 1060"/>
                  <a:gd name="T15" fmla="*/ 257 h 258"/>
                  <a:gd name="T16" fmla="*/ 14 w 1060"/>
                  <a:gd name="T17" fmla="*/ 252 h 258"/>
                  <a:gd name="T18" fmla="*/ 1 w 1060"/>
                  <a:gd name="T19" fmla="*/ 222 h 258"/>
                  <a:gd name="T20" fmla="*/ 1 w 1060"/>
                  <a:gd name="T21" fmla="*/ 215 h 258"/>
                  <a:gd name="T22" fmla="*/ 7 w 1060"/>
                  <a:gd name="T23" fmla="*/ 210 h 258"/>
                  <a:gd name="T24" fmla="*/ 513 w 1060"/>
                  <a:gd name="T25" fmla="*/ 3 h 258"/>
                  <a:gd name="T26" fmla="*/ 530 w 1060"/>
                  <a:gd name="T27" fmla="*/ 0 h 258"/>
                  <a:gd name="T28" fmla="*/ 548 w 1060"/>
                  <a:gd name="T29" fmla="*/ 3 h 258"/>
                  <a:gd name="T30" fmla="*/ 1054 w 1060"/>
                  <a:gd name="T31" fmla="*/ 210 h 258"/>
                  <a:gd name="T32" fmla="*/ 1059 w 1060"/>
                  <a:gd name="T33" fmla="*/ 215 h 258"/>
                  <a:gd name="T34" fmla="*/ 1059 w 1060"/>
                  <a:gd name="T35" fmla="*/ 222 h 258"/>
                  <a:gd name="T36" fmla="*/ 1047 w 1060"/>
                  <a:gd name="T37" fmla="*/ 252 h 2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060" h="258">
                    <a:moveTo>
                      <a:pt x="1047" y="252"/>
                    </a:moveTo>
                    <a:cubicBezTo>
                      <a:pt x="1046" y="255"/>
                      <a:pt x="1044" y="256"/>
                      <a:pt x="1042" y="257"/>
                    </a:cubicBezTo>
                    <a:cubicBezTo>
                      <a:pt x="1039" y="258"/>
                      <a:pt x="1037" y="258"/>
                      <a:pt x="1035" y="258"/>
                    </a:cubicBezTo>
                    <a:cubicBezTo>
                      <a:pt x="548" y="59"/>
                      <a:pt x="548" y="59"/>
                      <a:pt x="548" y="59"/>
                    </a:cubicBezTo>
                    <a:cubicBezTo>
                      <a:pt x="542" y="56"/>
                      <a:pt x="537" y="55"/>
                      <a:pt x="530" y="55"/>
                    </a:cubicBezTo>
                    <a:cubicBezTo>
                      <a:pt x="524" y="55"/>
                      <a:pt x="518" y="56"/>
                      <a:pt x="513" y="59"/>
                    </a:cubicBezTo>
                    <a:cubicBezTo>
                      <a:pt x="26" y="258"/>
                      <a:pt x="26" y="258"/>
                      <a:pt x="26" y="258"/>
                    </a:cubicBezTo>
                    <a:cubicBezTo>
                      <a:pt x="24" y="258"/>
                      <a:pt x="21" y="258"/>
                      <a:pt x="19" y="257"/>
                    </a:cubicBezTo>
                    <a:cubicBezTo>
                      <a:pt x="16" y="256"/>
                      <a:pt x="15" y="255"/>
                      <a:pt x="14" y="252"/>
                    </a:cubicBezTo>
                    <a:cubicBezTo>
                      <a:pt x="1" y="222"/>
                      <a:pt x="1" y="222"/>
                      <a:pt x="1" y="222"/>
                    </a:cubicBezTo>
                    <a:cubicBezTo>
                      <a:pt x="0" y="220"/>
                      <a:pt x="0" y="217"/>
                      <a:pt x="1" y="215"/>
                    </a:cubicBezTo>
                    <a:cubicBezTo>
                      <a:pt x="2" y="213"/>
                      <a:pt x="4" y="211"/>
                      <a:pt x="7" y="210"/>
                    </a:cubicBezTo>
                    <a:cubicBezTo>
                      <a:pt x="513" y="3"/>
                      <a:pt x="513" y="3"/>
                      <a:pt x="513" y="3"/>
                    </a:cubicBezTo>
                    <a:cubicBezTo>
                      <a:pt x="518" y="1"/>
                      <a:pt x="524" y="0"/>
                      <a:pt x="530" y="0"/>
                    </a:cubicBezTo>
                    <a:cubicBezTo>
                      <a:pt x="537" y="0"/>
                      <a:pt x="542" y="1"/>
                      <a:pt x="548" y="3"/>
                    </a:cubicBezTo>
                    <a:cubicBezTo>
                      <a:pt x="1054" y="210"/>
                      <a:pt x="1054" y="210"/>
                      <a:pt x="1054" y="210"/>
                    </a:cubicBezTo>
                    <a:cubicBezTo>
                      <a:pt x="1056" y="211"/>
                      <a:pt x="1058" y="213"/>
                      <a:pt x="1059" y="215"/>
                    </a:cubicBezTo>
                    <a:cubicBezTo>
                      <a:pt x="1060" y="217"/>
                      <a:pt x="1060" y="220"/>
                      <a:pt x="1059" y="222"/>
                    </a:cubicBezTo>
                    <a:lnTo>
                      <a:pt x="1047" y="252"/>
                    </a:lnTo>
                    <a:close/>
                  </a:path>
                </a:pathLst>
              </a:custGeom>
              <a:solidFill>
                <a:srgbClr val="034EA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prstClr val="black"/>
                  </a:solidFill>
                  <a:latin typeface="Arial" panose="020B0604020202020204"/>
                  <a:ea typeface="微软雅黑" panose="020B0503020204020204" pitchFamily="34" charset="-122"/>
                  <a:cs typeface="Arial" panose="020B0604020202020204"/>
                </a:endParaRPr>
              </a:p>
            </p:txBody>
          </p:sp>
          <p:sp>
            <p:nvSpPr>
              <p:cNvPr id="366" name="AutoShape 180"/>
              <p:cNvSpPr>
                <a:spLocks noChangeAspect="1" noChangeArrowheads="1" noTextEdit="1"/>
              </p:cNvSpPr>
              <p:nvPr/>
            </p:nvSpPr>
            <p:spPr bwMode="auto">
              <a:xfrm flipH="1">
                <a:off x="-25482" y="6274982"/>
                <a:ext cx="4648540" cy="4473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prstClr val="black"/>
                  </a:solidFill>
                  <a:latin typeface="Arial" panose="020B0604020202020204"/>
                  <a:ea typeface="微软雅黑" panose="020B0503020204020204" pitchFamily="34" charset="-122"/>
                  <a:cs typeface="Arial" panose="020B0604020202020204"/>
                </a:endParaRPr>
              </a:p>
            </p:txBody>
          </p:sp>
        </p:grpSp>
        <p:cxnSp>
          <p:nvCxnSpPr>
            <p:cNvPr id="226" name="直接连接符 225"/>
            <p:cNvCxnSpPr/>
            <p:nvPr/>
          </p:nvCxnSpPr>
          <p:spPr>
            <a:xfrm>
              <a:off x="3498327" y="3064788"/>
              <a:ext cx="3058" cy="482709"/>
            </a:xfrm>
            <a:prstGeom prst="line">
              <a:avLst/>
            </a:prstGeom>
            <a:noFill/>
            <a:ln w="28575" cap="flat" cmpd="sng" algn="ctr">
              <a:solidFill>
                <a:srgbClr val="0099FF"/>
              </a:solidFill>
              <a:prstDash val="solid"/>
              <a:miter lim="800000"/>
            </a:ln>
            <a:effectLst/>
          </p:spPr>
        </p:cxnSp>
        <p:sp>
          <p:nvSpPr>
            <p:cNvPr id="227" name="Freeform 86"/>
            <p:cNvSpPr/>
            <p:nvPr/>
          </p:nvSpPr>
          <p:spPr bwMode="auto">
            <a:xfrm flipH="1">
              <a:off x="2606371" y="4007139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C16A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grpSp>
          <p:nvGrpSpPr>
            <p:cNvPr id="228" name="组合 17"/>
            <p:cNvGrpSpPr/>
            <p:nvPr/>
          </p:nvGrpSpPr>
          <p:grpSpPr bwMode="auto">
            <a:xfrm>
              <a:off x="3026927" y="2851861"/>
              <a:ext cx="968926" cy="247278"/>
              <a:chOff x="0" y="0"/>
              <a:chExt cx="21658" cy="3477"/>
            </a:xfrm>
            <a:solidFill>
              <a:srgbClr val="FFC000"/>
            </a:solidFill>
          </p:grpSpPr>
          <p:sp>
            <p:nvSpPr>
              <p:cNvPr id="260" name="矩形 2"/>
              <p:cNvSpPr>
                <a:spLocks noChangeArrowheads="1"/>
              </p:cNvSpPr>
              <p:nvPr/>
            </p:nvSpPr>
            <p:spPr bwMode="auto">
              <a:xfrm>
                <a:off x="0" y="664"/>
                <a:ext cx="21658" cy="2330"/>
              </a:xfrm>
              <a:prstGeom prst="rect">
                <a:avLst/>
              </a:prstGeom>
              <a:solidFill>
                <a:srgbClr val="31BDCA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 vert="horz" wrap="square" lIns="91440" tIns="45720" rIns="91440" bIns="45720" numCol="1" anchor="ctr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Arial" panose="020B0604020202020204"/>
                </a:endParaRPr>
              </a:p>
            </p:txBody>
          </p:sp>
          <p:sp>
            <p:nvSpPr>
              <p:cNvPr id="261" name="梯形 10"/>
              <p:cNvSpPr/>
              <p:nvPr/>
            </p:nvSpPr>
            <p:spPr bwMode="auto">
              <a:xfrm>
                <a:off x="0" y="0"/>
                <a:ext cx="21617" cy="627"/>
              </a:xfrm>
              <a:custGeom>
                <a:avLst/>
                <a:gdLst>
                  <a:gd name="T0" fmla="*/ 0 w 2161783"/>
                  <a:gd name="T1" fmla="*/ 627 h 62753"/>
                  <a:gd name="T2" fmla="*/ 157 w 2161783"/>
                  <a:gd name="T3" fmla="*/ 0 h 62753"/>
                  <a:gd name="T4" fmla="*/ 21460 w 2161783"/>
                  <a:gd name="T5" fmla="*/ 0 h 62753"/>
                  <a:gd name="T6" fmla="*/ 21617 w 2161783"/>
                  <a:gd name="T7" fmla="*/ 627 h 62753"/>
                  <a:gd name="T8" fmla="*/ 0 w 2161783"/>
                  <a:gd name="T9" fmla="*/ 627 h 6275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161783" h="62753">
                    <a:moveTo>
                      <a:pt x="0" y="62753"/>
                    </a:moveTo>
                    <a:lnTo>
                      <a:pt x="15688" y="0"/>
                    </a:lnTo>
                    <a:lnTo>
                      <a:pt x="2146095" y="0"/>
                    </a:lnTo>
                    <a:lnTo>
                      <a:pt x="2161783" y="62753"/>
                    </a:lnTo>
                    <a:lnTo>
                      <a:pt x="0" y="62753"/>
                    </a:lnTo>
                    <a:close/>
                  </a:path>
                </a:pathLst>
              </a:custGeom>
              <a:solidFill>
                <a:srgbClr val="2D7FAE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 vert="horz" wrap="square" lIns="91440" tIns="45720" rIns="91440" bIns="45720" numCol="1" anchor="ctr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Arial" panose="020B0604020202020204"/>
                </a:endParaRPr>
              </a:p>
            </p:txBody>
          </p:sp>
          <p:sp>
            <p:nvSpPr>
              <p:cNvPr id="262" name="矩形 14"/>
              <p:cNvSpPr>
                <a:spLocks noChangeArrowheads="1"/>
              </p:cNvSpPr>
              <p:nvPr/>
            </p:nvSpPr>
            <p:spPr bwMode="auto">
              <a:xfrm>
                <a:off x="20188" y="3013"/>
                <a:ext cx="1422" cy="464"/>
              </a:xfrm>
              <a:prstGeom prst="rect">
                <a:avLst/>
              </a:prstGeom>
              <a:grpFill/>
              <a:ln w="25400">
                <a:solidFill>
                  <a:srgbClr val="000000"/>
                </a:solidFill>
                <a:miter lim="800000"/>
              </a:ln>
            </p:spPr>
            <p:txBody>
              <a:bodyPr vert="horz" wrap="square" lIns="91440" tIns="45720" rIns="91440" bIns="45720" numCol="1" anchor="ctr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Arial" panose="020B0604020202020204"/>
                </a:endParaRPr>
              </a:p>
            </p:txBody>
          </p:sp>
          <p:sp>
            <p:nvSpPr>
              <p:cNvPr id="263" name="矩形 15"/>
              <p:cNvSpPr>
                <a:spLocks noChangeArrowheads="1"/>
              </p:cNvSpPr>
              <p:nvPr/>
            </p:nvSpPr>
            <p:spPr bwMode="auto">
              <a:xfrm>
                <a:off x="102" y="3013"/>
                <a:ext cx="1422" cy="464"/>
              </a:xfrm>
              <a:prstGeom prst="rect">
                <a:avLst/>
              </a:prstGeom>
              <a:grpFill/>
              <a:ln w="25400">
                <a:solidFill>
                  <a:srgbClr val="000000"/>
                </a:solidFill>
                <a:miter lim="800000"/>
              </a:ln>
            </p:spPr>
            <p:txBody>
              <a:bodyPr vert="horz" wrap="square" lIns="91440" tIns="45720" rIns="91440" bIns="45720" numCol="1" anchor="ctr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Arial" panose="020B0604020202020204"/>
                </a:endParaRPr>
              </a:p>
            </p:txBody>
          </p:sp>
          <p:sp>
            <p:nvSpPr>
              <p:cNvPr id="264" name="矩形 16"/>
              <p:cNvSpPr>
                <a:spLocks noChangeArrowheads="1"/>
              </p:cNvSpPr>
              <p:nvPr/>
            </p:nvSpPr>
            <p:spPr bwMode="auto">
              <a:xfrm>
                <a:off x="19207" y="1277"/>
                <a:ext cx="1407" cy="541"/>
              </a:xfrm>
              <a:prstGeom prst="rect">
                <a:avLst/>
              </a:prstGeom>
              <a:grpFill/>
              <a:ln w="9525">
                <a:solidFill>
                  <a:srgbClr val="000000"/>
                </a:solidFill>
                <a:miter lim="800000"/>
              </a:ln>
            </p:spPr>
            <p:txBody>
              <a:bodyPr vert="horz" wrap="square" lIns="91440" tIns="45720" rIns="91440" bIns="45720" numCol="1" anchor="ctr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Arial" panose="020B0604020202020204"/>
                </a:endParaRPr>
              </a:p>
            </p:txBody>
          </p:sp>
        </p:grpSp>
        <p:grpSp>
          <p:nvGrpSpPr>
            <p:cNvPr id="236" name="组合 17"/>
            <p:cNvGrpSpPr/>
            <p:nvPr/>
          </p:nvGrpSpPr>
          <p:grpSpPr bwMode="auto">
            <a:xfrm>
              <a:off x="3029985" y="3500274"/>
              <a:ext cx="968926" cy="273450"/>
              <a:chOff x="0" y="-368"/>
              <a:chExt cx="21658" cy="3845"/>
            </a:xfrm>
            <a:solidFill>
              <a:srgbClr val="FFC000"/>
            </a:solidFill>
          </p:grpSpPr>
          <p:sp>
            <p:nvSpPr>
              <p:cNvPr id="253" name="矩形 2"/>
              <p:cNvSpPr>
                <a:spLocks noChangeArrowheads="1"/>
              </p:cNvSpPr>
              <p:nvPr/>
            </p:nvSpPr>
            <p:spPr bwMode="auto">
              <a:xfrm>
                <a:off x="0" y="296"/>
                <a:ext cx="21658" cy="2330"/>
              </a:xfrm>
              <a:prstGeom prst="rect">
                <a:avLst/>
              </a:prstGeom>
              <a:solidFill>
                <a:srgbClr val="31BDCA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 vert="horz" wrap="square" lIns="91440" tIns="45720" rIns="91440" bIns="45720" numCol="1" anchor="ctr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Arial" panose="020B0604020202020204"/>
                </a:endParaRPr>
              </a:p>
            </p:txBody>
          </p:sp>
          <p:sp>
            <p:nvSpPr>
              <p:cNvPr id="254" name="梯形 10"/>
              <p:cNvSpPr/>
              <p:nvPr/>
            </p:nvSpPr>
            <p:spPr bwMode="auto">
              <a:xfrm>
                <a:off x="0" y="-368"/>
                <a:ext cx="21617" cy="627"/>
              </a:xfrm>
              <a:custGeom>
                <a:avLst/>
                <a:gdLst>
                  <a:gd name="T0" fmla="*/ 0 w 2161783"/>
                  <a:gd name="T1" fmla="*/ 627 h 62753"/>
                  <a:gd name="T2" fmla="*/ 157 w 2161783"/>
                  <a:gd name="T3" fmla="*/ 0 h 62753"/>
                  <a:gd name="T4" fmla="*/ 21460 w 2161783"/>
                  <a:gd name="T5" fmla="*/ 0 h 62753"/>
                  <a:gd name="T6" fmla="*/ 21617 w 2161783"/>
                  <a:gd name="T7" fmla="*/ 627 h 62753"/>
                  <a:gd name="T8" fmla="*/ 0 w 2161783"/>
                  <a:gd name="T9" fmla="*/ 627 h 6275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161783" h="62753">
                    <a:moveTo>
                      <a:pt x="0" y="62753"/>
                    </a:moveTo>
                    <a:lnTo>
                      <a:pt x="15688" y="0"/>
                    </a:lnTo>
                    <a:lnTo>
                      <a:pt x="2146095" y="0"/>
                    </a:lnTo>
                    <a:lnTo>
                      <a:pt x="2161783" y="62753"/>
                    </a:lnTo>
                    <a:lnTo>
                      <a:pt x="0" y="62753"/>
                    </a:lnTo>
                    <a:close/>
                  </a:path>
                </a:pathLst>
              </a:custGeom>
              <a:solidFill>
                <a:srgbClr val="2D7FAE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 vert="horz" wrap="square" lIns="91440" tIns="45720" rIns="91440" bIns="45720" numCol="1" anchor="ctr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Arial" panose="020B0604020202020204"/>
                </a:endParaRPr>
              </a:p>
            </p:txBody>
          </p:sp>
          <p:sp>
            <p:nvSpPr>
              <p:cNvPr id="255" name="矩形 14"/>
              <p:cNvSpPr>
                <a:spLocks noChangeArrowheads="1"/>
              </p:cNvSpPr>
              <p:nvPr/>
            </p:nvSpPr>
            <p:spPr bwMode="auto">
              <a:xfrm>
                <a:off x="20188" y="3013"/>
                <a:ext cx="1422" cy="464"/>
              </a:xfrm>
              <a:prstGeom prst="rect">
                <a:avLst/>
              </a:prstGeom>
              <a:grpFill/>
              <a:ln w="25400">
                <a:solidFill>
                  <a:srgbClr val="000000"/>
                </a:solidFill>
                <a:miter lim="800000"/>
              </a:ln>
            </p:spPr>
            <p:txBody>
              <a:bodyPr vert="horz" wrap="square" lIns="91440" tIns="45720" rIns="91440" bIns="45720" numCol="1" anchor="ctr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Arial" panose="020B0604020202020204"/>
                </a:endParaRPr>
              </a:p>
            </p:txBody>
          </p:sp>
          <p:sp>
            <p:nvSpPr>
              <p:cNvPr id="256" name="矩形 15"/>
              <p:cNvSpPr>
                <a:spLocks noChangeArrowheads="1"/>
              </p:cNvSpPr>
              <p:nvPr/>
            </p:nvSpPr>
            <p:spPr bwMode="auto">
              <a:xfrm>
                <a:off x="102" y="3013"/>
                <a:ext cx="1422" cy="464"/>
              </a:xfrm>
              <a:prstGeom prst="rect">
                <a:avLst/>
              </a:prstGeom>
              <a:grpFill/>
              <a:ln w="25400">
                <a:solidFill>
                  <a:srgbClr val="000000"/>
                </a:solidFill>
                <a:miter lim="800000"/>
              </a:ln>
            </p:spPr>
            <p:txBody>
              <a:bodyPr vert="horz" wrap="square" lIns="91440" tIns="45720" rIns="91440" bIns="45720" numCol="1" anchor="ctr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Arial" panose="020B0604020202020204"/>
                </a:endParaRPr>
              </a:p>
            </p:txBody>
          </p:sp>
          <p:sp>
            <p:nvSpPr>
              <p:cNvPr id="257" name="矩形 16"/>
              <p:cNvSpPr>
                <a:spLocks noChangeArrowheads="1"/>
              </p:cNvSpPr>
              <p:nvPr/>
            </p:nvSpPr>
            <p:spPr bwMode="auto">
              <a:xfrm>
                <a:off x="19207" y="1277"/>
                <a:ext cx="1407" cy="541"/>
              </a:xfrm>
              <a:prstGeom prst="rect">
                <a:avLst/>
              </a:prstGeom>
              <a:grpFill/>
              <a:ln w="9525">
                <a:solidFill>
                  <a:srgbClr val="000000"/>
                </a:solidFill>
                <a:miter lim="800000"/>
              </a:ln>
            </p:spPr>
            <p:txBody>
              <a:bodyPr vert="horz" wrap="square" lIns="91440" tIns="45720" rIns="91440" bIns="45720" numCol="1" anchor="ctr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Arial" panose="020B0604020202020204"/>
                </a:endParaRPr>
              </a:p>
            </p:txBody>
          </p:sp>
        </p:grpSp>
        <p:cxnSp>
          <p:nvCxnSpPr>
            <p:cNvPr id="237" name="直接连接符 236"/>
            <p:cNvCxnSpPr/>
            <p:nvPr/>
          </p:nvCxnSpPr>
          <p:spPr>
            <a:xfrm flipH="1">
              <a:off x="2582754" y="2984007"/>
              <a:ext cx="432000" cy="0"/>
            </a:xfrm>
            <a:prstGeom prst="line">
              <a:avLst/>
            </a:prstGeom>
            <a:noFill/>
            <a:ln w="28575" cap="flat" cmpd="sng" algn="ctr">
              <a:solidFill>
                <a:srgbClr val="0099FF"/>
              </a:solidFill>
              <a:prstDash val="solid"/>
              <a:miter lim="800000"/>
            </a:ln>
            <a:effectLst/>
          </p:spPr>
        </p:cxnSp>
        <p:cxnSp>
          <p:nvCxnSpPr>
            <p:cNvPr id="238" name="直接连接符 237"/>
            <p:cNvCxnSpPr/>
            <p:nvPr/>
          </p:nvCxnSpPr>
          <p:spPr>
            <a:xfrm flipH="1">
              <a:off x="2594965" y="3617332"/>
              <a:ext cx="432000" cy="0"/>
            </a:xfrm>
            <a:prstGeom prst="line">
              <a:avLst/>
            </a:prstGeom>
            <a:noFill/>
            <a:ln w="28575" cap="flat" cmpd="sng" algn="ctr">
              <a:solidFill>
                <a:srgbClr val="0099FF"/>
              </a:solidFill>
              <a:prstDash val="solid"/>
              <a:miter lim="800000"/>
            </a:ln>
            <a:effectLst/>
          </p:spPr>
        </p:cxnSp>
        <p:cxnSp>
          <p:nvCxnSpPr>
            <p:cNvPr id="239" name="直接连接符 238"/>
            <p:cNvCxnSpPr/>
            <p:nvPr/>
          </p:nvCxnSpPr>
          <p:spPr>
            <a:xfrm>
              <a:off x="3501385" y="3739373"/>
              <a:ext cx="0" cy="432000"/>
            </a:xfrm>
            <a:prstGeom prst="line">
              <a:avLst/>
            </a:prstGeom>
            <a:noFill/>
            <a:ln w="28575" cap="flat" cmpd="sng" algn="ctr">
              <a:solidFill>
                <a:srgbClr val="0099FF"/>
              </a:solidFill>
              <a:prstDash val="solid"/>
              <a:miter lim="800000"/>
            </a:ln>
            <a:effectLst/>
          </p:spPr>
        </p:cxnSp>
        <p:pic>
          <p:nvPicPr>
            <p:cNvPr id="240" name="Picture 16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35258" y="4110044"/>
              <a:ext cx="1104694" cy="59296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41" name="Text Box 5722"/>
            <p:cNvSpPr txBox="1">
              <a:spLocks noChangeArrowheads="1"/>
            </p:cNvSpPr>
            <p:nvPr/>
          </p:nvSpPr>
          <p:spPr bwMode="auto">
            <a:xfrm>
              <a:off x="3548447" y="3143011"/>
              <a:ext cx="799179" cy="2886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0" tIns="0" rIns="0" bIns="0" numCol="1" anchor="t" anchorCtr="0" compatLnSpc="1"/>
            <a:lstStyle/>
            <a:p>
              <a:pPr marL="0" marR="0" lvl="0" indent="0" algn="just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5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宋体" panose="02010600030101010101" pitchFamily="2" charset="-122"/>
                </a:rPr>
                <a:t>路由器</a:t>
              </a:r>
              <a:r>
                <a:rPr kumimoji="0" lang="en-US" altLang="zh-CN" sz="15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宋体" panose="02010600030101010101" pitchFamily="2" charset="-122"/>
                </a:rPr>
                <a:t>1</a:t>
              </a:r>
              <a:endParaRPr kumimoji="0" lang="zh-CN" altLang="zh-CN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endParaRPr>
            </a:p>
          </p:txBody>
        </p:sp>
        <p:sp>
          <p:nvSpPr>
            <p:cNvPr id="242" name="Text Box 5722"/>
            <p:cNvSpPr txBox="1">
              <a:spLocks noChangeArrowheads="1"/>
            </p:cNvSpPr>
            <p:nvPr/>
          </p:nvSpPr>
          <p:spPr bwMode="auto">
            <a:xfrm>
              <a:off x="3543734" y="3823902"/>
              <a:ext cx="799179" cy="2870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0" tIns="0" rIns="0" bIns="0" numCol="1" anchor="t" anchorCtr="0" compatLnSpc="1"/>
            <a:lstStyle/>
            <a:p>
              <a:pPr marL="0" marR="0" lvl="0" indent="0" algn="just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5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宋体" panose="02010600030101010101" pitchFamily="2" charset="-122"/>
                </a:rPr>
                <a:t>路由器</a:t>
              </a:r>
              <a:r>
                <a:rPr kumimoji="0" lang="en-US" altLang="zh-CN" sz="15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宋体" panose="02010600030101010101" pitchFamily="2" charset="-122"/>
                </a:rPr>
                <a:t>2</a:t>
              </a:r>
              <a:endParaRPr kumimoji="0" lang="zh-CN" altLang="zh-CN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endParaRPr>
            </a:p>
          </p:txBody>
        </p:sp>
        <p:sp>
          <p:nvSpPr>
            <p:cNvPr id="243" name="Text Box 5722"/>
            <p:cNvSpPr txBox="1">
              <a:spLocks noChangeArrowheads="1"/>
            </p:cNvSpPr>
            <p:nvPr/>
          </p:nvSpPr>
          <p:spPr bwMode="auto">
            <a:xfrm>
              <a:off x="3205456" y="4274657"/>
              <a:ext cx="799179" cy="1749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0" tIns="0" rIns="0" bIns="0" numCol="1" anchor="t" anchorCtr="0" compatLnSpc="1"/>
            <a:lstStyle/>
            <a:p>
              <a:pPr marL="0" marR="0" lvl="0" indent="0" algn="just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宋体" panose="02010600030101010101" pitchFamily="2" charset="-122"/>
                </a:rPr>
                <a:t>Internet</a:t>
              </a:r>
              <a:endParaRPr kumimoji="0" lang="zh-CN" altLang="zh-CN" sz="4400" b="0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endParaRPr>
            </a:p>
          </p:txBody>
        </p:sp>
        <p:grpSp>
          <p:nvGrpSpPr>
            <p:cNvPr id="244" name="组合 243"/>
            <p:cNvGrpSpPr/>
            <p:nvPr/>
          </p:nvGrpSpPr>
          <p:grpSpPr>
            <a:xfrm>
              <a:off x="971640" y="2859895"/>
              <a:ext cx="1388734" cy="1111383"/>
              <a:chOff x="1962719" y="3170205"/>
              <a:chExt cx="1388734" cy="1111383"/>
            </a:xfrm>
          </p:grpSpPr>
          <p:pic>
            <p:nvPicPr>
              <p:cNvPr id="248" name="Picture 18" descr="C:\Users\jier\Desktop\png_100_168.png"/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147392" y="3183195"/>
                <a:ext cx="360000" cy="3600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249" name="Picture 18" descr="C:\Users\jier\Desktop\png_100_168.png"/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962719" y="3904034"/>
                <a:ext cx="360000" cy="3600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250" name="Picture 18" descr="C:\Users\jier\Desktop\png_100_168.png"/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466775" y="3921588"/>
                <a:ext cx="360000" cy="3600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251" name="Picture 18" descr="C:\Users\jier\Desktop\png_100_168.png"/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991453" y="3901422"/>
                <a:ext cx="360000" cy="3600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252" name="Picture 18" descr="C:\Users\jier\Desktop\png_100_168.png"/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00184" y="3170205"/>
                <a:ext cx="360000" cy="3600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245" name="TextBox 244"/>
            <p:cNvSpPr txBox="1"/>
            <p:nvPr/>
          </p:nvSpPr>
          <p:spPr>
            <a:xfrm>
              <a:off x="1083188" y="2588584"/>
              <a:ext cx="1544596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5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八楼</a:t>
              </a:r>
              <a:r>
                <a:rPr lang="en-US" altLang="zh-CN" sz="15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52</a:t>
              </a:r>
              <a:r>
                <a:rPr lang="zh-CN" altLang="en-US" sz="15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个</a:t>
              </a:r>
              <a:r>
                <a:rPr lang="en-US" altLang="zh-CN" sz="15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IP</a:t>
              </a:r>
              <a:endParaRPr lang="zh-CN" altLang="en-US" sz="15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6" name="TextBox 245"/>
            <p:cNvSpPr txBox="1"/>
            <p:nvPr/>
          </p:nvSpPr>
          <p:spPr>
            <a:xfrm>
              <a:off x="1013908" y="3282298"/>
              <a:ext cx="1375274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5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七</a:t>
              </a:r>
              <a:r>
                <a:rPr lang="zh-CN" altLang="en-US" sz="15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楼</a:t>
              </a:r>
              <a:r>
                <a:rPr lang="en-US" altLang="zh-CN" sz="15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108</a:t>
              </a:r>
              <a:r>
                <a:rPr lang="zh-CN" altLang="en-US" sz="15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个</a:t>
              </a:r>
              <a:r>
                <a:rPr lang="en-US" altLang="zh-CN" sz="15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IP</a:t>
              </a:r>
              <a:endParaRPr lang="zh-CN" altLang="en-US" sz="15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7" name="TextBox 246"/>
            <p:cNvSpPr txBox="1"/>
            <p:nvPr/>
          </p:nvSpPr>
          <p:spPr>
            <a:xfrm>
              <a:off x="2790771" y="3134751"/>
              <a:ext cx="730433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500" b="1" dirty="0" smtClean="0">
                  <a:solidFill>
                    <a:schemeClr val="tx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r>
                <a:rPr lang="zh-CN" altLang="en-US" sz="1500" b="1" dirty="0" smtClean="0">
                  <a:solidFill>
                    <a:schemeClr val="tx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个</a:t>
              </a:r>
              <a:r>
                <a:rPr lang="en-US" altLang="zh-CN" sz="1500" b="1" dirty="0" smtClean="0">
                  <a:solidFill>
                    <a:schemeClr val="tx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IP</a:t>
              </a:r>
              <a:endParaRPr lang="zh-CN" altLang="en-US" sz="15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cxnSp>
        <p:nvCxnSpPr>
          <p:cNvPr id="184" name="直接连接符 183"/>
          <p:cNvCxnSpPr/>
          <p:nvPr/>
        </p:nvCxnSpPr>
        <p:spPr>
          <a:xfrm flipV="1">
            <a:off x="4630945" y="2918180"/>
            <a:ext cx="4140000" cy="25324"/>
          </a:xfrm>
          <a:prstGeom prst="line">
            <a:avLst/>
          </a:prstGeom>
          <a:ln w="12700">
            <a:solidFill>
              <a:srgbClr val="0070C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/>
          <p:cNvCxnSpPr/>
          <p:nvPr/>
        </p:nvCxnSpPr>
        <p:spPr>
          <a:xfrm>
            <a:off x="6191206" y="3152829"/>
            <a:ext cx="540000" cy="0"/>
          </a:xfrm>
          <a:prstGeom prst="straightConnector1">
            <a:avLst/>
          </a:prstGeom>
          <a:ln w="25400">
            <a:solidFill>
              <a:schemeClr val="tx2"/>
            </a:solidFill>
            <a:prstDash val="sysDash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FBFAF8"/>
              </a:clrFrom>
              <a:clrTo>
                <a:srgbClr val="FBFAF8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3456" y="2931574"/>
            <a:ext cx="423530" cy="43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6376" y="2565029"/>
            <a:ext cx="763929" cy="8070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23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25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25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250"/>
                                        <p:tgtEl>
                                          <p:spTgt spid="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500"/>
                            </p:stCondLst>
                            <p:childTnLst>
                              <p:par>
                                <p:cTn id="8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25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50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34" presetClass="emph" presetSubtype="0" fill="hold" grpId="1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96" dur="248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97" dur="126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98" dur="126" fill="hold">
                                          <p:stCondLst>
                                            <p:cond delay="12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99" dur="126" fill="hold">
                                          <p:stCondLst>
                                            <p:cond delay="24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00" dur="126" fill="hold">
                                          <p:stCondLst>
                                            <p:cond delay="37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1200"/>
                            </p:stCondLst>
                            <p:childTnLst>
                              <p:par>
                                <p:cTn id="10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250"/>
                                        <p:tgtEl>
                                          <p:spTgt spid="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3" dur="145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4" dur="456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166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166" tmFilter="0, 0; 0.125,0.2665; 0.25,0.4; 0.375,0.465; 0.5,0.5;  0.625,0.535; 0.75,0.6; 0.875,0.7335; 1,1">
                                          <p:stCondLst>
                                            <p:cond delay="166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83" tmFilter="0, 0; 0.125,0.2665; 0.25,0.4; 0.375,0.465; 0.5,0.5;  0.625,0.535; 0.75,0.6; 0.875,0.7335; 1,1">
                                          <p:stCondLst>
                                            <p:cond delay="331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41" tmFilter="0, 0; 0.125,0.2665; 0.25,0.4; 0.375,0.465; 0.5,0.5;  0.625,0.535; 0.75,0.6; 0.875,0.7335; 1,1">
                                          <p:stCondLst>
                                            <p:cond delay="414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29" dur="7">
                                          <p:stCondLst>
                                            <p:cond delay="162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30" dur="41" decel="50000">
                                          <p:stCondLst>
                                            <p:cond delay="169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31" dur="7">
                                          <p:stCondLst>
                                            <p:cond delay="328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32" dur="41" decel="50000">
                                          <p:stCondLst>
                                            <p:cond delay="335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33" dur="7">
                                          <p:stCondLst>
                                            <p:cond delay="41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34" dur="41" decel="50000">
                                          <p:stCondLst>
                                            <p:cond delay="417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35" dur="7">
                                          <p:stCondLst>
                                            <p:cond delay="452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36" dur="41" decel="50000">
                                          <p:stCondLst>
                                            <p:cond delay="459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500"/>
                                        <p:tgtEl>
                                          <p:spTgt spid="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500"/>
                                        <p:tgtEl>
                                          <p:spTgt spid="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500"/>
                                        <p:tgtEl>
                                          <p:spTgt spid="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229" grpId="0"/>
      <p:bldP spid="197" grpId="0"/>
      <p:bldP spid="230" grpId="0" animBg="1"/>
      <p:bldP spid="231" grpId="0"/>
      <p:bldP spid="232" grpId="0"/>
      <p:bldP spid="233" grpId="0" animBg="1"/>
      <p:bldP spid="234" grpId="0"/>
      <p:bldP spid="282" grpId="0"/>
      <p:bldP spid="283" grpId="0"/>
      <p:bldP spid="284" grpId="0"/>
      <p:bldP spid="296" grpId="0"/>
      <p:bldP spid="7" grpId="0"/>
      <p:bldP spid="7" grpId="1"/>
      <p:bldP spid="297" grpId="0"/>
      <p:bldP spid="298" grpId="0"/>
      <p:bldP spid="299" grpId="0"/>
      <p:bldP spid="300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6" name="组合 725"/>
          <p:cNvGrpSpPr/>
          <p:nvPr/>
        </p:nvGrpSpPr>
        <p:grpSpPr>
          <a:xfrm>
            <a:off x="4605244" y="2519821"/>
            <a:ext cx="3357504" cy="370801"/>
            <a:chOff x="4725052" y="745426"/>
            <a:chExt cx="3110750" cy="370801"/>
          </a:xfrm>
        </p:grpSpPr>
        <p:grpSp>
          <p:nvGrpSpPr>
            <p:cNvPr id="727" name="组合 726"/>
            <p:cNvGrpSpPr/>
            <p:nvPr/>
          </p:nvGrpSpPr>
          <p:grpSpPr>
            <a:xfrm>
              <a:off x="4725052" y="745426"/>
              <a:ext cx="3110750" cy="370801"/>
              <a:chOff x="3391798" y="1831619"/>
              <a:chExt cx="2179122" cy="184211"/>
            </a:xfrm>
          </p:grpSpPr>
          <p:sp>
            <p:nvSpPr>
              <p:cNvPr id="730" name="圆角矩形 729"/>
              <p:cNvSpPr/>
              <p:nvPr/>
            </p:nvSpPr>
            <p:spPr>
              <a:xfrm>
                <a:off x="3391798" y="1844597"/>
                <a:ext cx="2179121" cy="160961"/>
              </a:xfrm>
              <a:prstGeom prst="roundRect">
                <a:avLst/>
              </a:prstGeom>
              <a:gradFill>
                <a:gsLst>
                  <a:gs pos="100000">
                    <a:srgbClr val="31BDCA"/>
                  </a:gs>
                  <a:gs pos="0">
                    <a:srgbClr val="31BDCA">
                      <a:lumMod val="75000"/>
                    </a:srgbClr>
                  </a:gs>
                </a:gsLst>
                <a:lin ang="5400000" scaled="1"/>
              </a:gradFill>
              <a:ln w="28575" cap="flat">
                <a:gradFill>
                  <a:gsLst>
                    <a:gs pos="0">
                      <a:srgbClr val="31BDCA"/>
                    </a:gs>
                    <a:gs pos="100000">
                      <a:srgbClr val="31BDCA">
                        <a:lumMod val="75000"/>
                      </a:srgbClr>
                    </a:gs>
                  </a:gsLst>
                  <a:lin ang="5400000" scaled="1"/>
                </a:gradFill>
                <a:prstDash val="solid"/>
                <a:miter lim="800000"/>
              </a:ln>
              <a:effectLst>
                <a:outerShdw blurRad="228600" dist="101600" dir="5400000" algn="t" rotWithShape="0">
                  <a:sysClr val="windowText" lastClr="000000">
                    <a:lumMod val="85000"/>
                    <a:lumOff val="15000"/>
                    <a:alpha val="28000"/>
                  </a:sysClr>
                </a:outerShdw>
              </a:effectLst>
            </p:spPr>
            <p:txBody>
              <a:bodyPr vert="horz" wrap="square" lIns="121920" tIns="60960" rIns="121920" bIns="6096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endParaRPr>
              </a:p>
            </p:txBody>
          </p:sp>
          <p:sp>
            <p:nvSpPr>
              <p:cNvPr id="731" name="文本框 3"/>
              <p:cNvSpPr txBox="1">
                <a:spLocks noChangeArrowheads="1"/>
              </p:cNvSpPr>
              <p:nvPr/>
            </p:nvSpPr>
            <p:spPr bwMode="auto">
              <a:xfrm>
                <a:off x="3623286" y="1831619"/>
                <a:ext cx="1947634" cy="1842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defRPr sz="3200">
                    <a:gradFill flip="none" rotWithShape="1">
                      <a:gsLst>
                        <a:gs pos="0">
                          <a:schemeClr val="accent2"/>
                        </a:gs>
                        <a:gs pos="34000">
                          <a:schemeClr val="accent1"/>
                        </a:gs>
                        <a:gs pos="68000">
                          <a:schemeClr val="accent3"/>
                        </a:gs>
                        <a:gs pos="100000">
                          <a:schemeClr val="accent4"/>
                        </a:gs>
                      </a:gsLst>
                      <a:lin ang="0" scaled="1"/>
                    </a:gradFill>
                  </a:defRPr>
                </a:lvl1pPr>
              </a:lstStyle>
              <a:p>
                <a:pPr lvl="0"/>
                <a:r>
                  <a:rPr lang="en-US" altLang="zh-CN" sz="1800" kern="0" dirty="0">
                    <a:solidFill>
                      <a:prstClr val="white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Arial" panose="020B0604020202020204"/>
                  </a:rPr>
                  <a:t>3</a:t>
                </a:r>
                <a:r>
                  <a:rPr kumimoji="0" lang="en-US" altLang="zh-CN" sz="1800" b="0" i="0" u="none" strike="noStrike" kern="0" cap="none" spc="0" normalizeH="0" baseline="0" noProof="0" dirty="0" smtClean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Arial" panose="020B0604020202020204"/>
                  </a:rPr>
                  <a:t>.</a:t>
                </a:r>
                <a:r>
                  <a:rPr kumimoji="0" lang="zh-CN" altLang="en-US" sz="1800" b="0" i="0" u="none" strike="noStrike" kern="0" cap="none" spc="0" normalizeH="0" baseline="0" noProof="0" dirty="0" smtClean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Arial" panose="020B0604020202020204"/>
                  </a:rPr>
                  <a:t>为路由器之间的网络划分</a:t>
                </a: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endParaRPr>
              </a:p>
            </p:txBody>
          </p:sp>
        </p:grpSp>
        <p:sp>
          <p:nvSpPr>
            <p:cNvPr id="728" name="任意多边形 727"/>
            <p:cNvSpPr/>
            <p:nvPr/>
          </p:nvSpPr>
          <p:spPr>
            <a:xfrm>
              <a:off x="4845672" y="843558"/>
              <a:ext cx="79188" cy="163903"/>
            </a:xfrm>
            <a:custGeom>
              <a:avLst/>
              <a:gdLst>
                <a:gd name="connsiteX0" fmla="*/ 403860 w 403860"/>
                <a:gd name="connsiteY0" fmla="*/ 0 h 807720"/>
                <a:gd name="connsiteX1" fmla="*/ 0 w 403860"/>
                <a:gd name="connsiteY1" fmla="*/ 403860 h 807720"/>
                <a:gd name="connsiteX2" fmla="*/ 403860 w 403860"/>
                <a:gd name="connsiteY2" fmla="*/ 807720 h 807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03860" h="807720">
                  <a:moveTo>
                    <a:pt x="403860" y="0"/>
                  </a:moveTo>
                  <a:lnTo>
                    <a:pt x="0" y="403860"/>
                  </a:lnTo>
                  <a:lnTo>
                    <a:pt x="403860" y="807720"/>
                  </a:lnTo>
                </a:path>
              </a:pathLst>
            </a:custGeom>
            <a:noFill/>
            <a:ln w="12700" cap="flat" cmpd="sng" algn="ctr">
              <a:solidFill>
                <a:sysClr val="window" lastClr="FFFFFF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0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729" name="任意多边形 728"/>
            <p:cNvSpPr/>
            <p:nvPr/>
          </p:nvSpPr>
          <p:spPr>
            <a:xfrm>
              <a:off x="4924860" y="843558"/>
              <a:ext cx="79188" cy="163903"/>
            </a:xfrm>
            <a:custGeom>
              <a:avLst/>
              <a:gdLst>
                <a:gd name="connsiteX0" fmla="*/ 403860 w 403860"/>
                <a:gd name="connsiteY0" fmla="*/ 0 h 807720"/>
                <a:gd name="connsiteX1" fmla="*/ 0 w 403860"/>
                <a:gd name="connsiteY1" fmla="*/ 403860 h 807720"/>
                <a:gd name="connsiteX2" fmla="*/ 403860 w 403860"/>
                <a:gd name="connsiteY2" fmla="*/ 807720 h 807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03860" h="807720">
                  <a:moveTo>
                    <a:pt x="403860" y="0"/>
                  </a:moveTo>
                  <a:lnTo>
                    <a:pt x="0" y="403860"/>
                  </a:lnTo>
                  <a:lnTo>
                    <a:pt x="403860" y="807720"/>
                  </a:lnTo>
                </a:path>
              </a:pathLst>
            </a:custGeom>
            <a:noFill/>
            <a:ln w="12700" cap="flat" cmpd="sng" algn="ctr">
              <a:solidFill>
                <a:sysClr val="window" lastClr="FFFFFF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0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</p:grpSp>
      <p:grpSp>
        <p:nvGrpSpPr>
          <p:cNvPr id="720" name="组合 719"/>
          <p:cNvGrpSpPr/>
          <p:nvPr/>
        </p:nvGrpSpPr>
        <p:grpSpPr>
          <a:xfrm>
            <a:off x="4610707" y="1577024"/>
            <a:ext cx="3110750" cy="369331"/>
            <a:chOff x="4725052" y="745421"/>
            <a:chExt cx="3110750" cy="369331"/>
          </a:xfrm>
        </p:grpSpPr>
        <p:grpSp>
          <p:nvGrpSpPr>
            <p:cNvPr id="721" name="组合 720"/>
            <p:cNvGrpSpPr/>
            <p:nvPr/>
          </p:nvGrpSpPr>
          <p:grpSpPr>
            <a:xfrm>
              <a:off x="4725052" y="745421"/>
              <a:ext cx="3110750" cy="369331"/>
              <a:chOff x="3391798" y="1831619"/>
              <a:chExt cx="2179122" cy="183481"/>
            </a:xfrm>
          </p:grpSpPr>
          <p:sp>
            <p:nvSpPr>
              <p:cNvPr id="724" name="圆角矩形 723"/>
              <p:cNvSpPr/>
              <p:nvPr/>
            </p:nvSpPr>
            <p:spPr>
              <a:xfrm>
                <a:off x="3391798" y="1844597"/>
                <a:ext cx="2179121" cy="160961"/>
              </a:xfrm>
              <a:prstGeom prst="roundRect">
                <a:avLst/>
              </a:prstGeom>
              <a:gradFill>
                <a:gsLst>
                  <a:gs pos="100000">
                    <a:srgbClr val="31BDCA"/>
                  </a:gs>
                  <a:gs pos="0">
                    <a:srgbClr val="31BDCA">
                      <a:lumMod val="75000"/>
                    </a:srgbClr>
                  </a:gs>
                </a:gsLst>
                <a:lin ang="5400000" scaled="1"/>
              </a:gradFill>
              <a:ln w="28575" cap="flat">
                <a:gradFill>
                  <a:gsLst>
                    <a:gs pos="0">
                      <a:srgbClr val="31BDCA"/>
                    </a:gs>
                    <a:gs pos="100000">
                      <a:srgbClr val="31BDCA">
                        <a:lumMod val="75000"/>
                      </a:srgbClr>
                    </a:gs>
                  </a:gsLst>
                  <a:lin ang="5400000" scaled="1"/>
                </a:gradFill>
                <a:prstDash val="solid"/>
                <a:miter lim="800000"/>
              </a:ln>
              <a:effectLst>
                <a:outerShdw blurRad="228600" dist="101600" dir="5400000" algn="t" rotWithShape="0">
                  <a:sysClr val="windowText" lastClr="000000">
                    <a:lumMod val="85000"/>
                    <a:lumOff val="15000"/>
                    <a:alpha val="28000"/>
                  </a:sysClr>
                </a:outerShdw>
              </a:effectLst>
            </p:spPr>
            <p:txBody>
              <a:bodyPr vert="horz" wrap="square" lIns="121920" tIns="60960" rIns="121920" bIns="6096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endParaRPr>
              </a:p>
            </p:txBody>
          </p:sp>
          <p:sp>
            <p:nvSpPr>
              <p:cNvPr id="725" name="文本框 3"/>
              <p:cNvSpPr txBox="1">
                <a:spLocks noChangeArrowheads="1"/>
              </p:cNvSpPr>
              <p:nvPr/>
            </p:nvSpPr>
            <p:spPr bwMode="auto">
              <a:xfrm>
                <a:off x="3623286" y="1831619"/>
                <a:ext cx="1947634" cy="1834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defRPr sz="3200">
                    <a:gradFill flip="none" rotWithShape="1">
                      <a:gsLst>
                        <a:gs pos="0">
                          <a:schemeClr val="accent2"/>
                        </a:gs>
                        <a:gs pos="34000">
                          <a:schemeClr val="accent1"/>
                        </a:gs>
                        <a:gs pos="68000">
                          <a:schemeClr val="accent3"/>
                        </a:gs>
                        <a:gs pos="100000">
                          <a:schemeClr val="accent4"/>
                        </a:gs>
                      </a:gsLst>
                      <a:lin ang="0" scaled="1"/>
                    </a:gradFill>
                  </a:defRPr>
                </a:lvl1pPr>
              </a:lstStyle>
              <a:p>
                <a:pPr lvl="0"/>
                <a:r>
                  <a:rPr lang="en-US" altLang="zh-CN" sz="1800" kern="0" dirty="0">
                    <a:solidFill>
                      <a:prstClr val="white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Arial" panose="020B0604020202020204"/>
                  </a:rPr>
                  <a:t>2</a:t>
                </a:r>
                <a:r>
                  <a:rPr kumimoji="0" lang="en-US" altLang="zh-CN" sz="1800" b="0" i="0" u="none" strike="noStrike" kern="0" cap="none" spc="0" normalizeH="0" baseline="0" noProof="0" dirty="0" smtClean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Arial" panose="020B0604020202020204"/>
                  </a:rPr>
                  <a:t>.</a:t>
                </a:r>
                <a:r>
                  <a:rPr lang="zh-CN" altLang="en-US" sz="1800" kern="0" dirty="0" smtClean="0">
                    <a:solidFill>
                      <a:prstClr val="white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Arial" panose="020B0604020202020204"/>
                  </a:rPr>
                  <a:t>按照</a:t>
                </a:r>
                <a:r>
                  <a:rPr lang="zh-CN" altLang="en-US" sz="1800" kern="0" dirty="0">
                    <a:solidFill>
                      <a:prstClr val="white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Arial" panose="020B0604020202020204"/>
                  </a:rPr>
                  <a:t>八</a:t>
                </a:r>
                <a:r>
                  <a:rPr lang="zh-CN" altLang="en-US" sz="1800" kern="0" dirty="0" smtClean="0">
                    <a:solidFill>
                      <a:prstClr val="white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Arial" panose="020B0604020202020204"/>
                  </a:rPr>
                  <a:t>楼</a:t>
                </a:r>
                <a:r>
                  <a:rPr lang="zh-CN" altLang="en-US" sz="1800" kern="0" dirty="0">
                    <a:solidFill>
                      <a:prstClr val="white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Arial" panose="020B0604020202020204"/>
                  </a:rPr>
                  <a:t>的主机数划分</a:t>
                </a: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endParaRPr>
              </a:p>
            </p:txBody>
          </p:sp>
        </p:grpSp>
        <p:sp>
          <p:nvSpPr>
            <p:cNvPr id="722" name="任意多边形 721"/>
            <p:cNvSpPr/>
            <p:nvPr/>
          </p:nvSpPr>
          <p:spPr>
            <a:xfrm>
              <a:off x="4845672" y="843558"/>
              <a:ext cx="79188" cy="163903"/>
            </a:xfrm>
            <a:custGeom>
              <a:avLst/>
              <a:gdLst>
                <a:gd name="connsiteX0" fmla="*/ 403860 w 403860"/>
                <a:gd name="connsiteY0" fmla="*/ 0 h 807720"/>
                <a:gd name="connsiteX1" fmla="*/ 0 w 403860"/>
                <a:gd name="connsiteY1" fmla="*/ 403860 h 807720"/>
                <a:gd name="connsiteX2" fmla="*/ 403860 w 403860"/>
                <a:gd name="connsiteY2" fmla="*/ 807720 h 807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03860" h="807720">
                  <a:moveTo>
                    <a:pt x="403860" y="0"/>
                  </a:moveTo>
                  <a:lnTo>
                    <a:pt x="0" y="403860"/>
                  </a:lnTo>
                  <a:lnTo>
                    <a:pt x="403860" y="807720"/>
                  </a:lnTo>
                </a:path>
              </a:pathLst>
            </a:custGeom>
            <a:noFill/>
            <a:ln w="12700" cap="flat" cmpd="sng" algn="ctr">
              <a:solidFill>
                <a:sysClr val="window" lastClr="FFFFFF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0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723" name="任意多边形 722"/>
            <p:cNvSpPr/>
            <p:nvPr/>
          </p:nvSpPr>
          <p:spPr>
            <a:xfrm>
              <a:off x="4924860" y="843558"/>
              <a:ext cx="79188" cy="163903"/>
            </a:xfrm>
            <a:custGeom>
              <a:avLst/>
              <a:gdLst>
                <a:gd name="connsiteX0" fmla="*/ 403860 w 403860"/>
                <a:gd name="connsiteY0" fmla="*/ 0 h 807720"/>
                <a:gd name="connsiteX1" fmla="*/ 0 w 403860"/>
                <a:gd name="connsiteY1" fmla="*/ 403860 h 807720"/>
                <a:gd name="connsiteX2" fmla="*/ 403860 w 403860"/>
                <a:gd name="connsiteY2" fmla="*/ 807720 h 807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03860" h="807720">
                  <a:moveTo>
                    <a:pt x="403860" y="0"/>
                  </a:moveTo>
                  <a:lnTo>
                    <a:pt x="0" y="403860"/>
                  </a:lnTo>
                  <a:lnTo>
                    <a:pt x="403860" y="807720"/>
                  </a:lnTo>
                </a:path>
              </a:pathLst>
            </a:custGeom>
            <a:noFill/>
            <a:ln w="12700" cap="flat" cmpd="sng" algn="ctr">
              <a:solidFill>
                <a:sysClr val="window" lastClr="FFFFFF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0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</p:grpSp>
      <p:pic>
        <p:nvPicPr>
          <p:cNvPr id="2" name="Picture 3" descr="C:\Users\Administrator\Desktop\微立体创业计划\005.png"/>
          <p:cNvPicPr>
            <a:picLocks noChangeAspect="1" noChangeArrowheads="1"/>
          </p:cNvPicPr>
          <p:nvPr/>
        </p:nvPicPr>
        <p:blipFill>
          <a:blip r:embed="rId1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2473" y="149604"/>
            <a:ext cx="609601" cy="609601"/>
          </a:xfrm>
          <a:prstGeom prst="rect">
            <a:avLst/>
          </a:prstGeom>
          <a:noFill/>
          <a:effectLst>
            <a:outerShdw blurRad="127000" dist="63500" dir="3000000" sx="104000" sy="104000" algn="tl" rotWithShape="0">
              <a:prstClr val="black">
                <a:alpha val="34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 descr="C:\Users\Administrator\Desktop\微立体创业计划\004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872" y="158976"/>
            <a:ext cx="609601" cy="609601"/>
          </a:xfrm>
          <a:prstGeom prst="rect">
            <a:avLst/>
          </a:prstGeom>
          <a:noFill/>
          <a:effectLst>
            <a:outerShdw blurRad="127000" dist="63500" dir="3000000" sx="104000" sy="104000" algn="tl" rotWithShape="0">
              <a:prstClr val="black">
                <a:alpha val="34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文本框 12"/>
          <p:cNvSpPr txBox="1">
            <a:spLocks noChangeArrowheads="1"/>
          </p:cNvSpPr>
          <p:nvPr/>
        </p:nvSpPr>
        <p:spPr bwMode="auto">
          <a:xfrm>
            <a:off x="1187623" y="267494"/>
            <a:ext cx="3351886" cy="4042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5023" tIns="32511" rIns="65023" bIns="32511">
            <a:spAutoFit/>
          </a:bodyPr>
          <a:lstStyle>
            <a:lvl1pPr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9pPr>
          </a:lstStyle>
          <a:p>
            <a:r>
              <a:rPr lang="en-US" altLang="zh-CN" sz="2200" dirty="0" smtClean="0">
                <a:solidFill>
                  <a:srgbClr val="034E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</a:t>
            </a:r>
            <a:r>
              <a:rPr lang="zh-CN" altLang="en-US" sz="2200" dirty="0">
                <a:solidFill>
                  <a:srgbClr val="034E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变</a:t>
            </a:r>
            <a:r>
              <a:rPr lang="zh-CN" altLang="en-US" sz="2200" dirty="0" smtClean="0">
                <a:solidFill>
                  <a:srgbClr val="034E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长子网掩码</a:t>
            </a:r>
            <a:r>
              <a:rPr lang="en-US" altLang="zh-CN" sz="2200" dirty="0">
                <a:solidFill>
                  <a:srgbClr val="034E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V</a:t>
            </a:r>
            <a:r>
              <a:rPr lang="en-US" altLang="zh-CN" sz="2200" dirty="0" smtClean="0">
                <a:solidFill>
                  <a:srgbClr val="034E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LSM</a:t>
            </a:r>
            <a:endParaRPr lang="zh-CN" altLang="en-US" sz="2200" dirty="0">
              <a:solidFill>
                <a:srgbClr val="034EA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36" name="组合 235"/>
          <p:cNvGrpSpPr/>
          <p:nvPr/>
        </p:nvGrpSpPr>
        <p:grpSpPr>
          <a:xfrm>
            <a:off x="4788024" y="1319133"/>
            <a:ext cx="3297148" cy="326607"/>
            <a:chOff x="3386991" y="4887746"/>
            <a:chExt cx="3297148" cy="326607"/>
          </a:xfrm>
        </p:grpSpPr>
        <p:sp>
          <p:nvSpPr>
            <p:cNvPr id="237" name="矩形 236"/>
            <p:cNvSpPr/>
            <p:nvPr/>
          </p:nvSpPr>
          <p:spPr>
            <a:xfrm>
              <a:off x="3386991" y="4890353"/>
              <a:ext cx="1643887" cy="324000"/>
            </a:xfrm>
            <a:prstGeom prst="rect">
              <a:avLst/>
            </a:prstGeom>
            <a:solidFill>
              <a:srgbClr val="2D7FAE"/>
            </a:solid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rtlCol="0" anchor="ctr"/>
            <a:lstStyle/>
            <a:p>
              <a:pPr algn="ctr" defTabSz="914400"/>
              <a:r>
                <a:rPr lang="en-US" altLang="zh-CN" sz="1500" kern="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192.168.8.</a:t>
              </a:r>
              <a:endParaRPr lang="zh-CN" altLang="en-US" sz="1500" kern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8" name="矩形 237"/>
            <p:cNvSpPr/>
            <p:nvPr/>
          </p:nvSpPr>
          <p:spPr>
            <a:xfrm>
              <a:off x="5030788" y="4887746"/>
              <a:ext cx="1653351" cy="324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rtlCol="0" anchor="ctr"/>
            <a:lstStyle/>
            <a:p>
              <a:pPr algn="ctr" defTabSz="914400"/>
              <a:r>
                <a:rPr lang="en-US" altLang="zh-CN" sz="1500" kern="0" dirty="0" smtClean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</a:t>
              </a:r>
              <a:r>
                <a:rPr lang="en-US" altLang="zh-CN" sz="1500" kern="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0000000</a:t>
              </a:r>
              <a:endParaRPr lang="zh-CN" altLang="en-US" sz="1500" kern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40" name="Rectangle 3"/>
          <p:cNvSpPr txBox="1">
            <a:spLocks noChangeArrowheads="1"/>
          </p:cNvSpPr>
          <p:nvPr/>
        </p:nvSpPr>
        <p:spPr>
          <a:xfrm>
            <a:off x="5043136" y="968371"/>
            <a:ext cx="1495698" cy="3962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lvl="0" indent="-342900">
              <a:spcBef>
                <a:spcPct val="20000"/>
              </a:spcBef>
              <a:defRPr/>
            </a:pPr>
            <a:r>
              <a:rPr kumimoji="0" lang="en-US" altLang="zh-CN" sz="160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kumimoji="0" lang="en-US" altLang="zh-CN" sz="1600" b="1" i="0" u="none" strike="noStrike" kern="1200" cap="none" spc="0" normalizeH="0" baseline="30000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-2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≥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108</a:t>
            </a:r>
            <a:endParaRPr lang="zh-CN" altLang="en-US" sz="16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1" name="右箭头 240"/>
          <p:cNvSpPr/>
          <p:nvPr/>
        </p:nvSpPr>
        <p:spPr>
          <a:xfrm>
            <a:off x="6444208" y="1108865"/>
            <a:ext cx="304503" cy="72000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2" name="Rectangle 3"/>
          <p:cNvSpPr txBox="1">
            <a:spLocks noChangeArrowheads="1"/>
          </p:cNvSpPr>
          <p:nvPr/>
        </p:nvSpPr>
        <p:spPr>
          <a:xfrm>
            <a:off x="6948264" y="972953"/>
            <a:ext cx="1676357" cy="35752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lvl="0" indent="-342900">
              <a:spcBef>
                <a:spcPct val="20000"/>
              </a:spcBef>
              <a:defRPr/>
            </a:pPr>
            <a:r>
              <a:rPr lang="en-US" altLang="zh-CN" sz="16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n=7,</a:t>
            </a:r>
            <a:r>
              <a:rPr lang="zh-CN" altLang="en-US" sz="16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借</a:t>
            </a:r>
            <a:r>
              <a:rPr lang="en-US" altLang="zh-CN" sz="16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6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</a:t>
            </a:r>
            <a:endParaRPr kumimoji="0" lang="en-US" altLang="zh-CN" sz="1600" b="1" i="0" u="none" strike="noStrike" kern="1200" cap="none" spc="0" normalizeH="0" baseline="0" noProof="0" dirty="0" smtClean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3" name="TextBox 242"/>
          <p:cNvSpPr txBox="1"/>
          <p:nvPr/>
        </p:nvSpPr>
        <p:spPr>
          <a:xfrm>
            <a:off x="4463987" y="1678383"/>
            <a:ext cx="2340261" cy="3545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192.168.8.0/25</a:t>
            </a:r>
            <a:endParaRPr lang="zh-CN" altLang="en-US" sz="15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4" name="TextBox 243"/>
          <p:cNvSpPr txBox="1"/>
          <p:nvPr/>
        </p:nvSpPr>
        <p:spPr>
          <a:xfrm>
            <a:off x="4585425" y="1958271"/>
            <a:ext cx="2340261" cy="3545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192.168.8.128/25</a:t>
            </a:r>
            <a:endParaRPr lang="zh-CN" altLang="en-US" sz="15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5" name="矩形 244"/>
          <p:cNvSpPr/>
          <p:nvPr/>
        </p:nvSpPr>
        <p:spPr>
          <a:xfrm>
            <a:off x="6431145" y="1319133"/>
            <a:ext cx="1653351" cy="324000"/>
          </a:xfrm>
          <a:prstGeom prst="rect">
            <a:avLst/>
          </a:prstGeom>
          <a:solidFill>
            <a:srgbClr val="FFC000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algn="ctr" defTabSz="914400"/>
            <a:r>
              <a:rPr lang="en-US" altLang="zh-CN" sz="1500" kern="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en-US" altLang="zh-CN" sz="1500" kern="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0000000</a:t>
            </a:r>
            <a:endParaRPr lang="zh-CN" altLang="en-US" sz="1500" kern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6" name="Rectangle 3"/>
          <p:cNvSpPr txBox="1">
            <a:spLocks noChangeArrowheads="1"/>
          </p:cNvSpPr>
          <p:nvPr/>
        </p:nvSpPr>
        <p:spPr>
          <a:xfrm>
            <a:off x="6948264" y="959695"/>
            <a:ext cx="1261224" cy="39623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342900" lvl="0" indent="-342900">
              <a:spcBef>
                <a:spcPct val="20000"/>
              </a:spcBef>
              <a:defRPr/>
            </a:pPr>
            <a:r>
              <a:rPr lang="zh-CN" altLang="en-US" sz="15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七</a:t>
            </a:r>
            <a:r>
              <a:rPr lang="zh-CN" altLang="en-US" sz="1500" b="1" noProof="0" dirty="0" smtClean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楼使用</a:t>
            </a:r>
            <a:endParaRPr kumimoji="0" lang="en-US" altLang="zh-CN" sz="1500" b="1" i="0" u="none" strike="noStrike" kern="1200" cap="none" spc="0" normalizeH="0" baseline="0" noProof="0" dirty="0" smtClean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7" name="Rectangle 3"/>
          <p:cNvSpPr txBox="1">
            <a:spLocks noChangeArrowheads="1"/>
          </p:cNvSpPr>
          <p:nvPr/>
        </p:nvSpPr>
        <p:spPr>
          <a:xfrm>
            <a:off x="6948264" y="1254420"/>
            <a:ext cx="1512168" cy="39623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342900" lvl="0" indent="-342900">
              <a:spcBef>
                <a:spcPct val="20000"/>
              </a:spcBef>
              <a:defRPr/>
            </a:pPr>
            <a:r>
              <a:rPr kumimoji="0" lang="zh-CN" altLang="en-US" sz="15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其他网络使用</a:t>
            </a:r>
            <a:endParaRPr kumimoji="0" lang="en-US" altLang="zh-CN" sz="1500" b="1" i="0" u="none" strike="noStrike" kern="1200" cap="none" spc="0" normalizeH="0" baseline="0" noProof="0" dirty="0" smtClean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9" name="Rectangle 3"/>
          <p:cNvSpPr txBox="1">
            <a:spLocks noChangeArrowheads="1"/>
          </p:cNvSpPr>
          <p:nvPr/>
        </p:nvSpPr>
        <p:spPr>
          <a:xfrm>
            <a:off x="5043136" y="1937064"/>
            <a:ext cx="1495698" cy="3962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lvl="0" indent="-342900">
              <a:spcBef>
                <a:spcPct val="20000"/>
              </a:spcBef>
              <a:defRPr/>
            </a:pPr>
            <a:r>
              <a:rPr kumimoji="0" lang="en-US" altLang="zh-CN" sz="160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1600" b="1" baseline="30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-2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≥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52</a:t>
            </a:r>
            <a:endParaRPr lang="zh-CN" altLang="en-US" sz="16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0" name="右箭头 249"/>
          <p:cNvSpPr/>
          <p:nvPr/>
        </p:nvSpPr>
        <p:spPr>
          <a:xfrm>
            <a:off x="6444208" y="2086371"/>
            <a:ext cx="304503" cy="72000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1" name="Rectangle 3"/>
          <p:cNvSpPr txBox="1">
            <a:spLocks noChangeArrowheads="1"/>
          </p:cNvSpPr>
          <p:nvPr/>
        </p:nvSpPr>
        <p:spPr>
          <a:xfrm>
            <a:off x="6948264" y="1934087"/>
            <a:ext cx="1521170" cy="3830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lvl="0" indent="-342900">
              <a:spcBef>
                <a:spcPct val="20000"/>
              </a:spcBef>
              <a:defRPr/>
            </a:pPr>
            <a:r>
              <a:rPr lang="en-US" altLang="zh-CN" sz="16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n=6</a:t>
            </a:r>
            <a:r>
              <a:rPr lang="en-US" altLang="zh-CN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sz="16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借</a:t>
            </a:r>
            <a:r>
              <a:rPr lang="en-US" altLang="zh-CN" sz="16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6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</a:t>
            </a:r>
            <a:endParaRPr kumimoji="0" lang="en-US" altLang="zh-CN" sz="1600" b="1" i="0" u="none" strike="noStrike" kern="1200" cap="none" spc="0" normalizeH="0" baseline="0" noProof="0" dirty="0" smtClean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52" name="组合 251"/>
          <p:cNvGrpSpPr/>
          <p:nvPr/>
        </p:nvGrpSpPr>
        <p:grpSpPr>
          <a:xfrm>
            <a:off x="4788024" y="2308833"/>
            <a:ext cx="3297148" cy="329144"/>
            <a:chOff x="3386991" y="4898272"/>
            <a:chExt cx="3297148" cy="329144"/>
          </a:xfrm>
        </p:grpSpPr>
        <p:sp>
          <p:nvSpPr>
            <p:cNvPr id="253" name="矩形 252"/>
            <p:cNvSpPr/>
            <p:nvPr/>
          </p:nvSpPr>
          <p:spPr>
            <a:xfrm>
              <a:off x="3386991" y="4903416"/>
              <a:ext cx="1643887" cy="324000"/>
            </a:xfrm>
            <a:prstGeom prst="rect">
              <a:avLst/>
            </a:prstGeom>
            <a:solidFill>
              <a:srgbClr val="2D7FAE"/>
            </a:solid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rtlCol="0" anchor="ctr"/>
            <a:lstStyle/>
            <a:p>
              <a:pPr algn="ctr" defTabSz="914400"/>
              <a:r>
                <a:rPr lang="en-US" altLang="zh-CN" sz="1500" kern="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192.168.8.</a:t>
              </a:r>
              <a:endParaRPr lang="zh-CN" altLang="en-US" sz="1500" kern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4" name="矩形 253"/>
            <p:cNvSpPr/>
            <p:nvPr/>
          </p:nvSpPr>
          <p:spPr>
            <a:xfrm>
              <a:off x="5030788" y="4898272"/>
              <a:ext cx="1653351" cy="324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rtlCol="0" anchor="ctr"/>
            <a:lstStyle/>
            <a:p>
              <a:pPr algn="ctr" defTabSz="914400"/>
              <a:r>
                <a:rPr lang="en-US" altLang="zh-CN" sz="1500" kern="0" dirty="0" smtClean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r>
                <a:rPr lang="en-US" altLang="zh-CN" sz="1500" kern="0" dirty="0" smtClean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</a:t>
              </a:r>
              <a:r>
                <a:rPr lang="en-US" altLang="zh-CN" sz="1500" kern="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000000</a:t>
              </a:r>
              <a:endParaRPr lang="zh-CN" altLang="en-US" sz="1500" kern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55" name="矩形 254"/>
          <p:cNvSpPr/>
          <p:nvPr/>
        </p:nvSpPr>
        <p:spPr>
          <a:xfrm>
            <a:off x="6431145" y="2308833"/>
            <a:ext cx="1653351" cy="324000"/>
          </a:xfrm>
          <a:prstGeom prst="rect">
            <a:avLst/>
          </a:prstGeom>
          <a:solidFill>
            <a:srgbClr val="FFC000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algn="ctr" defTabSz="914400"/>
            <a:r>
              <a:rPr lang="en-US" altLang="zh-CN" sz="1500" kern="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en-US" altLang="zh-CN" sz="1500" kern="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en-US" altLang="zh-CN" sz="1500" kern="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000000</a:t>
            </a:r>
            <a:endParaRPr lang="zh-CN" altLang="en-US" sz="1500" kern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6" name="128八楼使用"/>
          <p:cNvSpPr txBox="1"/>
          <p:nvPr/>
        </p:nvSpPr>
        <p:spPr>
          <a:xfrm>
            <a:off x="4572000" y="2676900"/>
            <a:ext cx="2340261" cy="3545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192.168.8.128/26</a:t>
            </a:r>
            <a:endParaRPr lang="zh-CN" altLang="en-US" sz="15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7" name="192其它网络使用"/>
          <p:cNvSpPr txBox="1"/>
          <p:nvPr/>
        </p:nvSpPr>
        <p:spPr>
          <a:xfrm>
            <a:off x="4572000" y="2938806"/>
            <a:ext cx="2340261" cy="3545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192.168.8.192/26</a:t>
            </a:r>
            <a:endParaRPr lang="zh-CN" altLang="en-US" sz="15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58" name="直接连接符 257"/>
          <p:cNvCxnSpPr/>
          <p:nvPr/>
        </p:nvCxnSpPr>
        <p:spPr>
          <a:xfrm>
            <a:off x="4451517" y="483518"/>
            <a:ext cx="0" cy="1445181"/>
          </a:xfrm>
          <a:prstGeom prst="line">
            <a:avLst/>
          </a:prstGeom>
          <a:ln w="1587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9" name="直接连接符 258"/>
          <p:cNvCxnSpPr/>
          <p:nvPr/>
        </p:nvCxnSpPr>
        <p:spPr>
          <a:xfrm>
            <a:off x="4355976" y="565911"/>
            <a:ext cx="1899012" cy="0"/>
          </a:xfrm>
          <a:prstGeom prst="line">
            <a:avLst/>
          </a:prstGeom>
          <a:ln w="1587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0" name="Rectangle 3"/>
          <p:cNvSpPr txBox="1">
            <a:spLocks noChangeArrowheads="1"/>
          </p:cNvSpPr>
          <p:nvPr/>
        </p:nvSpPr>
        <p:spPr>
          <a:xfrm>
            <a:off x="7040028" y="1917631"/>
            <a:ext cx="1261224" cy="39623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342900" lvl="0" indent="-342900">
              <a:spcBef>
                <a:spcPct val="20000"/>
              </a:spcBef>
              <a:defRPr/>
            </a:pPr>
            <a:r>
              <a:rPr lang="zh-CN" altLang="en-US" sz="1500" b="1" dirty="0" smtClean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八</a:t>
            </a:r>
            <a:r>
              <a:rPr lang="zh-CN" altLang="en-US" sz="1500" b="1" noProof="0" dirty="0" smtClean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楼使用</a:t>
            </a:r>
            <a:endParaRPr kumimoji="0" lang="en-US" altLang="zh-CN" sz="1500" b="1" i="0" u="none" strike="noStrike" kern="1200" cap="none" spc="0" normalizeH="0" baseline="0" noProof="0" dirty="0" smtClean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1" name="Rectangle 3"/>
          <p:cNvSpPr txBox="1">
            <a:spLocks noChangeArrowheads="1"/>
          </p:cNvSpPr>
          <p:nvPr/>
        </p:nvSpPr>
        <p:spPr>
          <a:xfrm>
            <a:off x="6948264" y="2196148"/>
            <a:ext cx="1909296" cy="39623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342900" lvl="0" indent="-342900">
              <a:spcBef>
                <a:spcPct val="20000"/>
              </a:spcBef>
              <a:defRPr/>
            </a:pPr>
            <a:r>
              <a:rPr lang="zh-CN" altLang="en-US" sz="1500" b="1" dirty="0" smtClean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其他网络使用</a:t>
            </a:r>
            <a:endParaRPr kumimoji="0" lang="en-US" altLang="zh-CN" sz="1500" b="1" i="0" u="none" strike="noStrike" kern="1200" cap="none" spc="0" normalizeH="0" baseline="0" noProof="0" dirty="0" smtClean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3" name="Rectangle 3"/>
          <p:cNvSpPr txBox="1">
            <a:spLocks noChangeArrowheads="1"/>
          </p:cNvSpPr>
          <p:nvPr/>
        </p:nvSpPr>
        <p:spPr>
          <a:xfrm>
            <a:off x="5043136" y="2879861"/>
            <a:ext cx="1122945" cy="3962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lvl="0" indent="-342900">
              <a:spcBef>
                <a:spcPct val="20000"/>
              </a:spcBef>
              <a:defRPr/>
            </a:pPr>
            <a:r>
              <a:rPr kumimoji="0" lang="en-US" altLang="zh-CN" sz="160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1600" b="1" baseline="30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-2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≥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 sz="16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4" name="右箭头 263"/>
          <p:cNvSpPr/>
          <p:nvPr/>
        </p:nvSpPr>
        <p:spPr>
          <a:xfrm>
            <a:off x="6444208" y="3022997"/>
            <a:ext cx="304503" cy="72000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5" name="n=2,借6位"/>
          <p:cNvSpPr txBox="1">
            <a:spLocks noChangeArrowheads="1"/>
          </p:cNvSpPr>
          <p:nvPr/>
        </p:nvSpPr>
        <p:spPr>
          <a:xfrm>
            <a:off x="6972081" y="2869796"/>
            <a:ext cx="606795" cy="3962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lvl="0" indent="-342900">
              <a:spcBef>
                <a:spcPct val="20000"/>
              </a:spcBef>
              <a:defRPr/>
            </a:pPr>
            <a:r>
              <a:rPr lang="en-US" altLang="zh-CN" sz="16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n=2</a:t>
            </a:r>
            <a:endParaRPr kumimoji="0" lang="en-US" altLang="zh-CN" sz="1600" b="1" i="0" u="none" strike="noStrike" kern="1200" cap="none" spc="0" normalizeH="0" baseline="0" noProof="0" dirty="0" smtClean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66" name="组合 265"/>
          <p:cNvGrpSpPr/>
          <p:nvPr/>
        </p:nvGrpSpPr>
        <p:grpSpPr>
          <a:xfrm>
            <a:off x="4860032" y="3248048"/>
            <a:ext cx="3297148" cy="324001"/>
            <a:chOff x="3386991" y="4864226"/>
            <a:chExt cx="3297148" cy="324001"/>
          </a:xfrm>
        </p:grpSpPr>
        <p:sp>
          <p:nvSpPr>
            <p:cNvPr id="267" name="矩形 266"/>
            <p:cNvSpPr/>
            <p:nvPr/>
          </p:nvSpPr>
          <p:spPr>
            <a:xfrm>
              <a:off x="3386991" y="4864227"/>
              <a:ext cx="1643887" cy="324000"/>
            </a:xfrm>
            <a:prstGeom prst="rect">
              <a:avLst/>
            </a:prstGeom>
            <a:solidFill>
              <a:srgbClr val="2D7FAE"/>
            </a:solid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rtlCol="0" anchor="ctr"/>
            <a:lstStyle/>
            <a:p>
              <a:pPr algn="ctr" defTabSz="914400"/>
              <a:r>
                <a:rPr lang="en-US" altLang="zh-CN" sz="1600" kern="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192.168.8.</a:t>
              </a:r>
              <a:endParaRPr lang="zh-CN" altLang="en-US" sz="1600" kern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8" name="矩形 267"/>
            <p:cNvSpPr/>
            <p:nvPr/>
          </p:nvSpPr>
          <p:spPr>
            <a:xfrm>
              <a:off x="5030788" y="4864226"/>
              <a:ext cx="1653351" cy="324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rtlCol="0" anchor="ctr"/>
            <a:lstStyle/>
            <a:p>
              <a:pPr algn="ctr" defTabSz="914400"/>
              <a:r>
                <a:rPr lang="en-US" altLang="zh-CN" sz="1600" kern="0" dirty="0" smtClean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r>
                <a:rPr lang="en-US" altLang="zh-CN" sz="1600" kern="0" dirty="0" smtClean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r>
                <a:rPr lang="en-US" altLang="zh-CN" sz="1600" kern="0" dirty="0" smtClean="0">
                  <a:solidFill>
                    <a:srgbClr val="66006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0000  </a:t>
              </a:r>
              <a:r>
                <a:rPr lang="en-US" altLang="zh-CN" sz="1600" kern="0" dirty="0" smtClean="0">
                  <a:solidFill>
                    <a:srgbClr val="00B05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00</a:t>
              </a:r>
              <a:endParaRPr lang="zh-CN" altLang="en-US" sz="1600" kern="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69" name="192路由器之间使用"/>
          <p:cNvSpPr txBox="1"/>
          <p:nvPr/>
        </p:nvSpPr>
        <p:spPr>
          <a:xfrm>
            <a:off x="4572000" y="3568573"/>
            <a:ext cx="2340261" cy="3545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192.168.8.192/30</a:t>
            </a:r>
            <a:endParaRPr lang="zh-CN" altLang="en-US" sz="15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0" name="路由器之间使用"/>
          <p:cNvSpPr txBox="1">
            <a:spLocks noChangeArrowheads="1"/>
          </p:cNvSpPr>
          <p:nvPr/>
        </p:nvSpPr>
        <p:spPr>
          <a:xfrm>
            <a:off x="6857952" y="2871598"/>
            <a:ext cx="1909296" cy="39623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342900" lvl="0" indent="-342900">
              <a:spcBef>
                <a:spcPct val="20000"/>
              </a:spcBef>
              <a:defRPr/>
            </a:pPr>
            <a:r>
              <a:rPr kumimoji="0" lang="zh-CN" altLang="en-US" sz="15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路由器之间使用</a:t>
            </a:r>
            <a:endParaRPr kumimoji="0" lang="en-US" altLang="zh-CN" sz="1500" b="1" i="0" u="none" strike="noStrike" kern="1200" cap="none" spc="0" normalizeH="0" baseline="0" noProof="0" dirty="0" smtClean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714" name="组合 713"/>
          <p:cNvGrpSpPr/>
          <p:nvPr/>
        </p:nvGrpSpPr>
        <p:grpSpPr>
          <a:xfrm>
            <a:off x="4576549" y="590027"/>
            <a:ext cx="3110750" cy="369333"/>
            <a:chOff x="4725052" y="745421"/>
            <a:chExt cx="3110750" cy="369333"/>
          </a:xfrm>
        </p:grpSpPr>
        <p:grpSp>
          <p:nvGrpSpPr>
            <p:cNvPr id="715" name="组合 714"/>
            <p:cNvGrpSpPr/>
            <p:nvPr/>
          </p:nvGrpSpPr>
          <p:grpSpPr>
            <a:xfrm>
              <a:off x="4725052" y="745421"/>
              <a:ext cx="3110750" cy="369333"/>
              <a:chOff x="3391798" y="1831619"/>
              <a:chExt cx="2179122" cy="183482"/>
            </a:xfrm>
          </p:grpSpPr>
          <p:sp>
            <p:nvSpPr>
              <p:cNvPr id="718" name="圆角矩形 717"/>
              <p:cNvSpPr/>
              <p:nvPr/>
            </p:nvSpPr>
            <p:spPr>
              <a:xfrm>
                <a:off x="3391798" y="1844597"/>
                <a:ext cx="2179121" cy="160961"/>
              </a:xfrm>
              <a:prstGeom prst="roundRect">
                <a:avLst/>
              </a:prstGeom>
              <a:gradFill>
                <a:gsLst>
                  <a:gs pos="100000">
                    <a:srgbClr val="31BDCA"/>
                  </a:gs>
                  <a:gs pos="0">
                    <a:srgbClr val="31BDCA">
                      <a:lumMod val="75000"/>
                    </a:srgbClr>
                  </a:gs>
                </a:gsLst>
                <a:lin ang="5400000" scaled="1"/>
              </a:gradFill>
              <a:ln w="28575" cap="flat">
                <a:gradFill>
                  <a:gsLst>
                    <a:gs pos="0">
                      <a:srgbClr val="31BDCA"/>
                    </a:gs>
                    <a:gs pos="100000">
                      <a:srgbClr val="31BDCA">
                        <a:lumMod val="75000"/>
                      </a:srgbClr>
                    </a:gs>
                  </a:gsLst>
                  <a:lin ang="5400000" scaled="1"/>
                </a:gradFill>
                <a:prstDash val="solid"/>
                <a:miter lim="800000"/>
              </a:ln>
              <a:effectLst>
                <a:outerShdw blurRad="228600" dist="101600" dir="5400000" algn="t" rotWithShape="0">
                  <a:sysClr val="windowText" lastClr="000000">
                    <a:lumMod val="85000"/>
                    <a:lumOff val="15000"/>
                    <a:alpha val="28000"/>
                  </a:sysClr>
                </a:outerShdw>
              </a:effectLst>
            </p:spPr>
            <p:txBody>
              <a:bodyPr vert="horz" wrap="square" lIns="121920" tIns="60960" rIns="121920" bIns="6096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endParaRPr>
              </a:p>
            </p:txBody>
          </p:sp>
          <p:sp>
            <p:nvSpPr>
              <p:cNvPr id="719" name="文本框 3"/>
              <p:cNvSpPr txBox="1">
                <a:spLocks noChangeArrowheads="1"/>
              </p:cNvSpPr>
              <p:nvPr/>
            </p:nvSpPr>
            <p:spPr bwMode="auto">
              <a:xfrm>
                <a:off x="3623286" y="1831619"/>
                <a:ext cx="1947634" cy="1834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defRPr sz="3200">
                    <a:gradFill flip="none" rotWithShape="1">
                      <a:gsLst>
                        <a:gs pos="0">
                          <a:schemeClr val="accent2"/>
                        </a:gs>
                        <a:gs pos="34000">
                          <a:schemeClr val="accent1"/>
                        </a:gs>
                        <a:gs pos="68000">
                          <a:schemeClr val="accent3"/>
                        </a:gs>
                        <a:gs pos="100000">
                          <a:schemeClr val="accent4"/>
                        </a:gs>
                      </a:gsLst>
                      <a:lin ang="0" scaled="1"/>
                    </a:gradFill>
                  </a:defRPr>
                </a:lvl1pPr>
              </a:lstStyle>
              <a:p>
                <a:pPr lvl="0"/>
                <a:r>
                  <a:rPr kumimoji="0" lang="en-US" altLang="zh-CN" sz="1800" b="0" i="0" u="none" strike="noStrike" kern="0" cap="none" spc="0" normalizeH="0" baseline="0" noProof="0" dirty="0" smtClean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Arial" panose="020B0604020202020204"/>
                  </a:rPr>
                  <a:t>1.</a:t>
                </a:r>
                <a:r>
                  <a:rPr lang="zh-CN" altLang="en-US" sz="1800" kern="0" dirty="0">
                    <a:solidFill>
                      <a:prstClr val="white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Arial" panose="020B0604020202020204"/>
                  </a:rPr>
                  <a:t>按照七楼的主机数划分</a:t>
                </a: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endParaRPr>
              </a:p>
            </p:txBody>
          </p:sp>
        </p:grpSp>
        <p:sp>
          <p:nvSpPr>
            <p:cNvPr id="716" name="任意多边形 715"/>
            <p:cNvSpPr/>
            <p:nvPr/>
          </p:nvSpPr>
          <p:spPr>
            <a:xfrm>
              <a:off x="4845672" y="843558"/>
              <a:ext cx="79188" cy="163903"/>
            </a:xfrm>
            <a:custGeom>
              <a:avLst/>
              <a:gdLst>
                <a:gd name="connsiteX0" fmla="*/ 403860 w 403860"/>
                <a:gd name="connsiteY0" fmla="*/ 0 h 807720"/>
                <a:gd name="connsiteX1" fmla="*/ 0 w 403860"/>
                <a:gd name="connsiteY1" fmla="*/ 403860 h 807720"/>
                <a:gd name="connsiteX2" fmla="*/ 403860 w 403860"/>
                <a:gd name="connsiteY2" fmla="*/ 807720 h 807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03860" h="807720">
                  <a:moveTo>
                    <a:pt x="403860" y="0"/>
                  </a:moveTo>
                  <a:lnTo>
                    <a:pt x="0" y="403860"/>
                  </a:lnTo>
                  <a:lnTo>
                    <a:pt x="403860" y="807720"/>
                  </a:lnTo>
                </a:path>
              </a:pathLst>
            </a:custGeom>
            <a:noFill/>
            <a:ln w="12700" cap="flat" cmpd="sng" algn="ctr">
              <a:solidFill>
                <a:sysClr val="window" lastClr="FFFFFF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0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717" name="任意多边形 716"/>
            <p:cNvSpPr/>
            <p:nvPr/>
          </p:nvSpPr>
          <p:spPr>
            <a:xfrm>
              <a:off x="4924860" y="843558"/>
              <a:ext cx="79188" cy="163903"/>
            </a:xfrm>
            <a:custGeom>
              <a:avLst/>
              <a:gdLst>
                <a:gd name="connsiteX0" fmla="*/ 403860 w 403860"/>
                <a:gd name="connsiteY0" fmla="*/ 0 h 807720"/>
                <a:gd name="connsiteX1" fmla="*/ 0 w 403860"/>
                <a:gd name="connsiteY1" fmla="*/ 403860 h 807720"/>
                <a:gd name="connsiteX2" fmla="*/ 403860 w 403860"/>
                <a:gd name="connsiteY2" fmla="*/ 807720 h 807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03860" h="807720">
                  <a:moveTo>
                    <a:pt x="403860" y="0"/>
                  </a:moveTo>
                  <a:lnTo>
                    <a:pt x="0" y="403860"/>
                  </a:lnTo>
                  <a:lnTo>
                    <a:pt x="403860" y="807720"/>
                  </a:lnTo>
                </a:path>
              </a:pathLst>
            </a:custGeom>
            <a:noFill/>
            <a:ln w="12700" cap="flat" cmpd="sng" algn="ctr">
              <a:solidFill>
                <a:sysClr val="window" lastClr="FFFFFF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0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</p:grpSp>
      <p:sp>
        <p:nvSpPr>
          <p:cNvPr id="203" name="TextBox 202"/>
          <p:cNvSpPr txBox="1"/>
          <p:nvPr/>
        </p:nvSpPr>
        <p:spPr>
          <a:xfrm>
            <a:off x="6047479" y="3239100"/>
            <a:ext cx="2340261" cy="3545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192.168.8.192/30</a:t>
            </a:r>
            <a:endParaRPr lang="zh-CN" altLang="en-US" sz="15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4" name="Rectangle 3"/>
          <p:cNvSpPr txBox="1">
            <a:spLocks noChangeArrowheads="1"/>
          </p:cNvSpPr>
          <p:nvPr/>
        </p:nvSpPr>
        <p:spPr>
          <a:xfrm>
            <a:off x="4669404" y="3270300"/>
            <a:ext cx="1100606" cy="39623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342900" lvl="0" indent="-342900">
              <a:spcBef>
                <a:spcPct val="20000"/>
              </a:spcBef>
              <a:defRPr/>
            </a:pPr>
            <a:r>
              <a:rPr lang="zh-CN" altLang="en-US" sz="1500" b="1" noProof="0" dirty="0" smtClean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网络地址</a:t>
            </a:r>
            <a:endParaRPr kumimoji="0" lang="en-US" altLang="zh-CN" sz="1500" b="1" i="0" u="none" strike="noStrike" kern="1200" cap="none" spc="0" normalizeH="0" baseline="0" noProof="0" dirty="0" smtClean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5" name="TextBox 204"/>
          <p:cNvSpPr txBox="1"/>
          <p:nvPr/>
        </p:nvSpPr>
        <p:spPr>
          <a:xfrm>
            <a:off x="6361192" y="3489717"/>
            <a:ext cx="2340261" cy="3545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192.168.8.195/30</a:t>
            </a:r>
            <a:endParaRPr lang="zh-CN" altLang="en-US" sz="15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6" name="Rectangle 3"/>
          <p:cNvSpPr txBox="1">
            <a:spLocks noChangeArrowheads="1"/>
          </p:cNvSpPr>
          <p:nvPr/>
        </p:nvSpPr>
        <p:spPr>
          <a:xfrm>
            <a:off x="4662679" y="3526581"/>
            <a:ext cx="1909296" cy="39623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342900" lvl="0" indent="-342900">
              <a:spcBef>
                <a:spcPct val="20000"/>
              </a:spcBef>
              <a:defRPr/>
            </a:pPr>
            <a:r>
              <a:rPr kumimoji="0" lang="zh-CN" altLang="en-US" sz="15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广播地址</a:t>
            </a:r>
            <a:endParaRPr kumimoji="0" lang="en-US" altLang="zh-CN" sz="1500" b="1" i="0" u="none" strike="noStrike" kern="1200" cap="none" spc="0" normalizeH="0" baseline="0" noProof="0" dirty="0" smtClean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7" name="TextBox 206"/>
          <p:cNvSpPr txBox="1"/>
          <p:nvPr/>
        </p:nvSpPr>
        <p:spPr>
          <a:xfrm>
            <a:off x="4614722" y="4097970"/>
            <a:ext cx="4085112" cy="634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z="1600" b="1" dirty="0">
                <a:solidFill>
                  <a:srgbClr val="C00000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VLSM</a:t>
            </a:r>
            <a:r>
              <a:rPr lang="zh-CN" altLang="en-US" sz="1600" b="1" dirty="0">
                <a:solidFill>
                  <a:srgbClr val="C00000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的特点就是</a:t>
            </a:r>
            <a:r>
              <a:rPr lang="zh-CN" altLang="en-US" sz="1600" dirty="0"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对子网进行层次化编址，最有效的利用现有的地址空间。</a:t>
            </a:r>
            <a:endParaRPr lang="zh-CN" altLang="en-US" sz="1600" dirty="0"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208" name="193-194"/>
          <p:cNvSpPr txBox="1"/>
          <p:nvPr/>
        </p:nvSpPr>
        <p:spPr>
          <a:xfrm>
            <a:off x="6101490" y="3738560"/>
            <a:ext cx="2340261" cy="3545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192.168.8.193-194</a:t>
            </a:r>
            <a:endParaRPr lang="zh-CN" altLang="en-US" sz="15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9" name="Rectangle 3"/>
          <p:cNvSpPr txBox="1">
            <a:spLocks noChangeArrowheads="1"/>
          </p:cNvSpPr>
          <p:nvPr/>
        </p:nvSpPr>
        <p:spPr>
          <a:xfrm>
            <a:off x="4644008" y="3762971"/>
            <a:ext cx="1909296" cy="39623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342900" lvl="0" indent="-342900">
              <a:spcBef>
                <a:spcPct val="20000"/>
              </a:spcBef>
              <a:defRPr/>
            </a:pPr>
            <a:r>
              <a:rPr kumimoji="0" lang="zh-CN" altLang="en-US" sz="15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路由器接口地址</a:t>
            </a:r>
            <a:endParaRPr kumimoji="0" lang="en-US" altLang="zh-CN" sz="1500" b="1" i="0" u="none" strike="noStrike" kern="1200" cap="none" spc="0" normalizeH="0" baseline="0" noProof="0" dirty="0" smtClean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虚线框"/>
          <p:cNvSpPr/>
          <p:nvPr/>
        </p:nvSpPr>
        <p:spPr>
          <a:xfrm>
            <a:off x="4644008" y="3290144"/>
            <a:ext cx="3825426" cy="792000"/>
          </a:xfrm>
          <a:prstGeom prst="rect">
            <a:avLst/>
          </a:prstGeom>
          <a:noFill/>
          <a:ln>
            <a:solidFill>
              <a:schemeClr val="accent6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" name="小箭头"/>
          <p:cNvCxnSpPr/>
          <p:nvPr/>
        </p:nvCxnSpPr>
        <p:spPr>
          <a:xfrm>
            <a:off x="6515208" y="3114995"/>
            <a:ext cx="0" cy="144000"/>
          </a:xfrm>
          <a:prstGeom prst="straightConnector1">
            <a:avLst/>
          </a:prstGeom>
          <a:ln w="22225">
            <a:solidFill>
              <a:schemeClr val="accent6"/>
            </a:solidFill>
            <a:prstDash val="soli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2" name="矩形 211"/>
          <p:cNvSpPr/>
          <p:nvPr/>
        </p:nvSpPr>
        <p:spPr>
          <a:xfrm>
            <a:off x="107506" y="661388"/>
            <a:ext cx="4320478" cy="16065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案</a:t>
            </a:r>
            <a:r>
              <a:rPr lang="zh-CN" altLang="en-US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例：</a:t>
            </a:r>
            <a:r>
              <a:rPr lang="zh-CN" altLang="en-US" sz="1600" dirty="0" smtClean="0">
                <a:solidFill>
                  <a:srgbClr val="31BDCA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某宾馆有</a:t>
            </a:r>
            <a:r>
              <a:rPr lang="zh-CN" altLang="en-US" sz="1600" dirty="0">
                <a:solidFill>
                  <a:srgbClr val="31BDCA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两</a:t>
            </a:r>
            <a:r>
              <a:rPr lang="zh-CN" altLang="en-US" sz="1600" dirty="0" smtClean="0">
                <a:solidFill>
                  <a:srgbClr val="31BDCA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层为客房部</a:t>
            </a:r>
            <a:r>
              <a:rPr lang="zh-CN" altLang="zh-CN" sz="1600" dirty="0" smtClean="0">
                <a:solidFill>
                  <a:srgbClr val="31BDCA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，</a:t>
            </a:r>
            <a:r>
              <a:rPr lang="zh-CN" altLang="en-US" sz="1600" dirty="0" smtClean="0">
                <a:solidFill>
                  <a:srgbClr val="31BDCA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七楼需要</a:t>
            </a:r>
            <a:r>
              <a:rPr lang="en-US" altLang="zh-CN" sz="1600" dirty="0" smtClean="0">
                <a:solidFill>
                  <a:srgbClr val="31BDCA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108</a:t>
            </a:r>
            <a:r>
              <a:rPr lang="zh-CN" altLang="en-US" sz="1600" dirty="0" smtClean="0">
                <a:solidFill>
                  <a:srgbClr val="31BDCA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个信息点</a:t>
            </a:r>
            <a:r>
              <a:rPr lang="zh-CN" altLang="zh-CN" sz="1600" dirty="0" smtClean="0">
                <a:solidFill>
                  <a:srgbClr val="31BDCA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，</a:t>
            </a:r>
            <a:r>
              <a:rPr lang="en-US" altLang="zh-CN" sz="1600" dirty="0">
                <a:solidFill>
                  <a:srgbClr val="31BDCA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 </a:t>
            </a:r>
            <a:r>
              <a:rPr lang="zh-CN" altLang="en-US" sz="1600" dirty="0">
                <a:solidFill>
                  <a:srgbClr val="31BDCA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八</a:t>
            </a:r>
            <a:r>
              <a:rPr lang="zh-CN" altLang="en-US" sz="1600" dirty="0" smtClean="0">
                <a:solidFill>
                  <a:srgbClr val="31BDCA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楼需要</a:t>
            </a:r>
            <a:r>
              <a:rPr lang="en-US" altLang="zh-CN" sz="1600" dirty="0" smtClean="0">
                <a:solidFill>
                  <a:srgbClr val="31BDCA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52</a:t>
            </a:r>
            <a:r>
              <a:rPr lang="zh-CN" altLang="en-US" sz="1600" dirty="0" smtClean="0">
                <a:solidFill>
                  <a:srgbClr val="31BDCA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个</a:t>
            </a:r>
            <a:r>
              <a:rPr lang="zh-CN" altLang="en-US" sz="1600" dirty="0">
                <a:solidFill>
                  <a:srgbClr val="31BDCA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信息点</a:t>
            </a:r>
            <a:r>
              <a:rPr lang="zh-CN" altLang="zh-CN" sz="1600" dirty="0" smtClean="0">
                <a:solidFill>
                  <a:srgbClr val="31BDCA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，</a:t>
            </a:r>
            <a:r>
              <a:rPr lang="zh-CN" altLang="en-US" sz="1600" dirty="0" smtClean="0">
                <a:solidFill>
                  <a:srgbClr val="31BDCA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两台路由器需要</a:t>
            </a:r>
            <a:r>
              <a:rPr lang="en-US" altLang="zh-CN" sz="1600" dirty="0" smtClean="0">
                <a:solidFill>
                  <a:srgbClr val="31BDCA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2</a:t>
            </a:r>
            <a:r>
              <a:rPr lang="zh-CN" altLang="en-US" sz="1600" dirty="0" smtClean="0">
                <a:solidFill>
                  <a:srgbClr val="31BDCA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个信息点</a:t>
            </a:r>
            <a:r>
              <a:rPr lang="zh-CN" altLang="zh-CN" sz="1600" dirty="0" smtClean="0">
                <a:solidFill>
                  <a:srgbClr val="31BDCA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。</a:t>
            </a:r>
            <a:r>
              <a:rPr lang="zh-CN" altLang="zh-CN" sz="1600" dirty="0">
                <a:solidFill>
                  <a:srgbClr val="31BDCA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现</a:t>
            </a:r>
            <a:r>
              <a:rPr lang="zh-CN" altLang="zh-CN" sz="1600" dirty="0" smtClean="0">
                <a:solidFill>
                  <a:srgbClr val="31BDCA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给</a:t>
            </a:r>
            <a:r>
              <a:rPr lang="zh-CN" altLang="en-US" sz="1600" dirty="0" smtClean="0">
                <a:solidFill>
                  <a:srgbClr val="31BDCA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定</a:t>
            </a:r>
            <a:r>
              <a:rPr lang="zh-CN" altLang="zh-CN" sz="1600" dirty="0" smtClean="0">
                <a:solidFill>
                  <a:srgbClr val="31BDCA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一</a:t>
            </a:r>
            <a:r>
              <a:rPr lang="en-US" altLang="zh-CN" sz="1600" dirty="0">
                <a:solidFill>
                  <a:srgbClr val="31BDCA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C</a:t>
            </a:r>
            <a:r>
              <a:rPr lang="zh-CN" altLang="zh-CN" sz="1600" dirty="0">
                <a:solidFill>
                  <a:srgbClr val="31BDCA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类网络</a:t>
            </a:r>
            <a:r>
              <a:rPr lang="zh-CN" altLang="zh-CN" sz="1600" dirty="0" smtClean="0">
                <a:solidFill>
                  <a:srgbClr val="31BDCA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地址</a:t>
            </a:r>
            <a:r>
              <a:rPr lang="zh-CN" altLang="en-US" sz="1600" dirty="0" smtClean="0">
                <a:solidFill>
                  <a:srgbClr val="31BDCA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为</a:t>
            </a:r>
            <a:r>
              <a:rPr lang="en-US" altLang="zh-CN" sz="1600" dirty="0" smtClean="0">
                <a:solidFill>
                  <a:srgbClr val="31BDCA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 </a:t>
            </a:r>
            <a:endParaRPr lang="en-US" altLang="zh-CN" sz="1600" dirty="0" smtClean="0">
              <a:solidFill>
                <a:srgbClr val="31BDCA">
                  <a:lumMod val="5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  <a:p>
            <a:pPr>
              <a:lnSpc>
                <a:spcPct val="120000"/>
              </a:lnSpc>
            </a:pPr>
            <a:r>
              <a:rPr lang="en-US" altLang="zh-CN" sz="1600" dirty="0" smtClean="0">
                <a:solidFill>
                  <a:srgbClr val="31BDCA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                           </a:t>
            </a:r>
            <a:r>
              <a:rPr lang="zh-CN" altLang="zh-CN" sz="1600" dirty="0" smtClean="0">
                <a:solidFill>
                  <a:srgbClr val="31BDCA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请</a:t>
            </a:r>
            <a:r>
              <a:rPr lang="zh-CN" altLang="zh-CN" sz="1600" dirty="0">
                <a:solidFill>
                  <a:srgbClr val="31BDCA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将其进行子网</a:t>
            </a:r>
            <a:r>
              <a:rPr lang="zh-CN" altLang="zh-CN" sz="1600" dirty="0" smtClean="0">
                <a:solidFill>
                  <a:srgbClr val="31BDCA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划分</a:t>
            </a:r>
            <a:r>
              <a:rPr lang="zh-CN" altLang="en-US" sz="1600" dirty="0" smtClean="0">
                <a:solidFill>
                  <a:srgbClr val="31BDCA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，</a:t>
            </a:r>
            <a:r>
              <a:rPr lang="zh-CN" altLang="zh-CN" sz="1600" dirty="0" smtClean="0">
                <a:solidFill>
                  <a:srgbClr val="31BDCA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分配给</a:t>
            </a:r>
            <a:r>
              <a:rPr lang="zh-CN" altLang="en-US" sz="1600" dirty="0">
                <a:solidFill>
                  <a:srgbClr val="31BDCA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该</a:t>
            </a:r>
            <a:r>
              <a:rPr lang="zh-CN" altLang="en-US" sz="1600" dirty="0" smtClean="0">
                <a:solidFill>
                  <a:srgbClr val="31BDCA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宾馆</a:t>
            </a:r>
            <a:r>
              <a:rPr lang="zh-CN" altLang="zh-CN" sz="1600" dirty="0" smtClean="0">
                <a:solidFill>
                  <a:srgbClr val="31BDCA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使用</a:t>
            </a:r>
            <a:r>
              <a:rPr lang="zh-CN" altLang="en-US" sz="1600" dirty="0">
                <a:solidFill>
                  <a:srgbClr val="31BDCA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。</a:t>
            </a:r>
            <a:endParaRPr lang="zh-CN" altLang="en-US" sz="1600" dirty="0">
              <a:solidFill>
                <a:srgbClr val="31BDCA">
                  <a:lumMod val="5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213" name="TextBox 212"/>
          <p:cNvSpPr txBox="1"/>
          <p:nvPr/>
        </p:nvSpPr>
        <p:spPr>
          <a:xfrm>
            <a:off x="107504" y="1608794"/>
            <a:ext cx="180999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smtClean="0">
                <a:solidFill>
                  <a:srgbClr val="31BDCA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192.168.8.0/24</a:t>
            </a:r>
            <a:r>
              <a:rPr lang="zh-CN" altLang="en-US" sz="1600" dirty="0" smtClean="0">
                <a:solidFill>
                  <a:srgbClr val="31BDCA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，</a:t>
            </a:r>
            <a:endParaRPr lang="zh-CN" altLang="en-US" sz="1600" dirty="0">
              <a:solidFill>
                <a:srgbClr val="C00000"/>
              </a:solidFill>
            </a:endParaRPr>
          </a:p>
        </p:txBody>
      </p:sp>
      <p:grpSp>
        <p:nvGrpSpPr>
          <p:cNvPr id="214" name="组合 213"/>
          <p:cNvGrpSpPr/>
          <p:nvPr/>
        </p:nvGrpSpPr>
        <p:grpSpPr>
          <a:xfrm>
            <a:off x="-108520" y="2278166"/>
            <a:ext cx="4456146" cy="2448000"/>
            <a:chOff x="-108520" y="2343481"/>
            <a:chExt cx="4456146" cy="2448000"/>
          </a:xfrm>
        </p:grpSpPr>
        <p:grpSp>
          <p:nvGrpSpPr>
            <p:cNvPr id="215" name="组合 214"/>
            <p:cNvGrpSpPr/>
            <p:nvPr/>
          </p:nvGrpSpPr>
          <p:grpSpPr>
            <a:xfrm>
              <a:off x="-108520" y="2343481"/>
              <a:ext cx="3240360" cy="2448000"/>
              <a:chOff x="-25482" y="2460796"/>
              <a:chExt cx="4648540" cy="4261570"/>
            </a:xfrm>
          </p:grpSpPr>
          <p:grpSp>
            <p:nvGrpSpPr>
              <p:cNvPr id="278" name="组合 277"/>
              <p:cNvGrpSpPr/>
              <p:nvPr/>
            </p:nvGrpSpPr>
            <p:grpSpPr>
              <a:xfrm flipH="1">
                <a:off x="896360" y="5312588"/>
                <a:ext cx="3698663" cy="1329362"/>
                <a:chOff x="1614488" y="1476949"/>
                <a:chExt cx="3768925" cy="1247202"/>
              </a:xfrm>
            </p:grpSpPr>
            <p:sp>
              <p:nvSpPr>
                <p:cNvPr id="368" name="Freeform 130"/>
                <p:cNvSpPr/>
                <p:nvPr/>
              </p:nvSpPr>
              <p:spPr bwMode="auto">
                <a:xfrm>
                  <a:off x="2378075" y="1944688"/>
                  <a:ext cx="0" cy="4763"/>
                </a:xfrm>
                <a:custGeom>
                  <a:avLst/>
                  <a:gdLst>
                    <a:gd name="T0" fmla="*/ 0 h 1"/>
                    <a:gd name="T1" fmla="*/ 1 h 1"/>
                    <a:gd name="T2" fmla="*/ 0 h 1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  <a:cxn ang="0">
                      <a:pos x="0" y="T2"/>
                    </a:cxn>
                  </a:cxnLst>
                  <a:rect l="0" t="0" r="r" b="b"/>
                  <a:pathLst>
                    <a:path h="1">
                      <a:moveTo>
                        <a:pt x="0" y="0"/>
                      </a:moveTo>
                      <a:cubicBezTo>
                        <a:pt x="0" y="0"/>
                        <a:pt x="0" y="1"/>
                        <a:pt x="0" y="1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solidFill>
                  <a:srgbClr val="DEAF4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>
                    <a:solidFill>
                      <a:prstClr val="black"/>
                    </a:solidFill>
                    <a:latin typeface="Arial" panose="020B0604020202020204"/>
                    <a:ea typeface="微软雅黑" panose="020B0503020204020204" pitchFamily="34" charset="-122"/>
                    <a:cs typeface="Arial" panose="020B0604020202020204"/>
                  </a:endParaRPr>
                </a:p>
              </p:txBody>
            </p:sp>
            <p:sp>
              <p:nvSpPr>
                <p:cNvPr id="369" name="Freeform 132"/>
                <p:cNvSpPr/>
                <p:nvPr/>
              </p:nvSpPr>
              <p:spPr bwMode="auto">
                <a:xfrm>
                  <a:off x="5077025" y="1476949"/>
                  <a:ext cx="306388" cy="1157288"/>
                </a:xfrm>
                <a:custGeom>
                  <a:avLst/>
                  <a:gdLst>
                    <a:gd name="T0" fmla="*/ 178 w 193"/>
                    <a:gd name="T1" fmla="*/ 212 h 729"/>
                    <a:gd name="T2" fmla="*/ 178 w 193"/>
                    <a:gd name="T3" fmla="*/ 136 h 729"/>
                    <a:gd name="T4" fmla="*/ 143 w 193"/>
                    <a:gd name="T5" fmla="*/ 136 h 729"/>
                    <a:gd name="T6" fmla="*/ 143 w 193"/>
                    <a:gd name="T7" fmla="*/ 64 h 729"/>
                    <a:gd name="T8" fmla="*/ 110 w 193"/>
                    <a:gd name="T9" fmla="*/ 64 h 729"/>
                    <a:gd name="T10" fmla="*/ 110 w 193"/>
                    <a:gd name="T11" fmla="*/ 17 h 729"/>
                    <a:gd name="T12" fmla="*/ 105 w 193"/>
                    <a:gd name="T13" fmla="*/ 17 h 729"/>
                    <a:gd name="T14" fmla="*/ 105 w 193"/>
                    <a:gd name="T15" fmla="*/ 64 h 729"/>
                    <a:gd name="T16" fmla="*/ 98 w 193"/>
                    <a:gd name="T17" fmla="*/ 64 h 729"/>
                    <a:gd name="T18" fmla="*/ 98 w 193"/>
                    <a:gd name="T19" fmla="*/ 0 h 729"/>
                    <a:gd name="T20" fmla="*/ 86 w 193"/>
                    <a:gd name="T21" fmla="*/ 0 h 729"/>
                    <a:gd name="T22" fmla="*/ 86 w 193"/>
                    <a:gd name="T23" fmla="*/ 64 h 729"/>
                    <a:gd name="T24" fmla="*/ 53 w 193"/>
                    <a:gd name="T25" fmla="*/ 64 h 729"/>
                    <a:gd name="T26" fmla="*/ 53 w 193"/>
                    <a:gd name="T27" fmla="*/ 136 h 729"/>
                    <a:gd name="T28" fmla="*/ 17 w 193"/>
                    <a:gd name="T29" fmla="*/ 136 h 729"/>
                    <a:gd name="T30" fmla="*/ 17 w 193"/>
                    <a:gd name="T31" fmla="*/ 212 h 729"/>
                    <a:gd name="T32" fmla="*/ 0 w 193"/>
                    <a:gd name="T33" fmla="*/ 212 h 729"/>
                    <a:gd name="T34" fmla="*/ 0 w 193"/>
                    <a:gd name="T35" fmla="*/ 729 h 729"/>
                    <a:gd name="T36" fmla="*/ 193 w 193"/>
                    <a:gd name="T37" fmla="*/ 729 h 729"/>
                    <a:gd name="T38" fmla="*/ 193 w 193"/>
                    <a:gd name="T39" fmla="*/ 212 h 729"/>
                    <a:gd name="T40" fmla="*/ 178 w 193"/>
                    <a:gd name="T41" fmla="*/ 212 h 7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</a:cxnLst>
                  <a:rect l="0" t="0" r="r" b="b"/>
                  <a:pathLst>
                    <a:path w="193" h="729">
                      <a:moveTo>
                        <a:pt x="178" y="212"/>
                      </a:moveTo>
                      <a:lnTo>
                        <a:pt x="178" y="136"/>
                      </a:lnTo>
                      <a:lnTo>
                        <a:pt x="143" y="136"/>
                      </a:lnTo>
                      <a:lnTo>
                        <a:pt x="143" y="64"/>
                      </a:lnTo>
                      <a:lnTo>
                        <a:pt x="110" y="64"/>
                      </a:lnTo>
                      <a:lnTo>
                        <a:pt x="110" y="17"/>
                      </a:lnTo>
                      <a:lnTo>
                        <a:pt x="105" y="17"/>
                      </a:lnTo>
                      <a:lnTo>
                        <a:pt x="105" y="64"/>
                      </a:lnTo>
                      <a:lnTo>
                        <a:pt x="98" y="64"/>
                      </a:lnTo>
                      <a:lnTo>
                        <a:pt x="98" y="0"/>
                      </a:lnTo>
                      <a:lnTo>
                        <a:pt x="86" y="0"/>
                      </a:lnTo>
                      <a:lnTo>
                        <a:pt x="86" y="64"/>
                      </a:lnTo>
                      <a:lnTo>
                        <a:pt x="53" y="64"/>
                      </a:lnTo>
                      <a:lnTo>
                        <a:pt x="53" y="136"/>
                      </a:lnTo>
                      <a:lnTo>
                        <a:pt x="17" y="136"/>
                      </a:lnTo>
                      <a:lnTo>
                        <a:pt x="17" y="212"/>
                      </a:lnTo>
                      <a:lnTo>
                        <a:pt x="0" y="212"/>
                      </a:lnTo>
                      <a:lnTo>
                        <a:pt x="0" y="729"/>
                      </a:lnTo>
                      <a:lnTo>
                        <a:pt x="193" y="729"/>
                      </a:lnTo>
                      <a:lnTo>
                        <a:pt x="193" y="212"/>
                      </a:lnTo>
                      <a:lnTo>
                        <a:pt x="178" y="212"/>
                      </a:lnTo>
                      <a:close/>
                    </a:path>
                  </a:pathLst>
                </a:custGeom>
                <a:solidFill>
                  <a:srgbClr val="746A5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>
                    <a:solidFill>
                      <a:prstClr val="black"/>
                    </a:solidFill>
                    <a:latin typeface="Arial" panose="020B0604020202020204"/>
                    <a:ea typeface="微软雅黑" panose="020B0503020204020204" pitchFamily="34" charset="-122"/>
                    <a:cs typeface="Arial" panose="020B0604020202020204"/>
                  </a:endParaRPr>
                </a:p>
              </p:txBody>
            </p:sp>
            <p:sp>
              <p:nvSpPr>
                <p:cNvPr id="370" name="Freeform 135"/>
                <p:cNvSpPr/>
                <p:nvPr/>
              </p:nvSpPr>
              <p:spPr bwMode="auto">
                <a:xfrm>
                  <a:off x="2419350" y="2012950"/>
                  <a:ext cx="0" cy="3175"/>
                </a:xfrm>
                <a:custGeom>
                  <a:avLst/>
                  <a:gdLst>
                    <a:gd name="T0" fmla="*/ 0 h 1"/>
                    <a:gd name="T1" fmla="*/ 0 h 1"/>
                    <a:gd name="T2" fmla="*/ 1 h 1"/>
                    <a:gd name="T3" fmla="*/ 0 h 1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  <a:cxn ang="0">
                      <a:pos x="0" y="T2"/>
                    </a:cxn>
                    <a:cxn ang="0">
                      <a:pos x="0" y="T3"/>
                    </a:cxn>
                  </a:cxnLst>
                  <a:rect l="0" t="0" r="r" b="b"/>
                  <a:pathLst>
                    <a:path h="1"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1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452918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>
                    <a:solidFill>
                      <a:prstClr val="black"/>
                    </a:solidFill>
                    <a:latin typeface="Arial" panose="020B0604020202020204"/>
                    <a:ea typeface="微软雅黑" panose="020B0503020204020204" pitchFamily="34" charset="-122"/>
                    <a:cs typeface="Arial" panose="020B0604020202020204"/>
                  </a:endParaRPr>
                </a:p>
              </p:txBody>
            </p:sp>
            <p:sp>
              <p:nvSpPr>
                <p:cNvPr id="371" name="Freeform 136"/>
                <p:cNvSpPr/>
                <p:nvPr/>
              </p:nvSpPr>
              <p:spPr bwMode="auto">
                <a:xfrm>
                  <a:off x="2171700" y="1971675"/>
                  <a:ext cx="247650" cy="747713"/>
                </a:xfrm>
                <a:custGeom>
                  <a:avLst/>
                  <a:gdLst>
                    <a:gd name="T0" fmla="*/ 65 w 66"/>
                    <a:gd name="T1" fmla="*/ 12 h 198"/>
                    <a:gd name="T2" fmla="*/ 65 w 66"/>
                    <a:gd name="T3" fmla="*/ 11 h 198"/>
                    <a:gd name="T4" fmla="*/ 65 w 66"/>
                    <a:gd name="T5" fmla="*/ 11 h 198"/>
                    <a:gd name="T6" fmla="*/ 42 w 66"/>
                    <a:gd name="T7" fmla="*/ 0 h 198"/>
                    <a:gd name="T8" fmla="*/ 20 w 66"/>
                    <a:gd name="T9" fmla="*/ 11 h 198"/>
                    <a:gd name="T10" fmla="*/ 19 w 66"/>
                    <a:gd name="T11" fmla="*/ 11 h 198"/>
                    <a:gd name="T12" fmla="*/ 19 w 66"/>
                    <a:gd name="T13" fmla="*/ 11 h 198"/>
                    <a:gd name="T14" fmla="*/ 19 w 66"/>
                    <a:gd name="T15" fmla="*/ 11 h 198"/>
                    <a:gd name="T16" fmla="*/ 19 w 66"/>
                    <a:gd name="T17" fmla="*/ 12 h 198"/>
                    <a:gd name="T18" fmla="*/ 19 w 66"/>
                    <a:gd name="T19" fmla="*/ 11 h 198"/>
                    <a:gd name="T20" fmla="*/ 19 w 66"/>
                    <a:gd name="T21" fmla="*/ 44 h 198"/>
                    <a:gd name="T22" fmla="*/ 19 w 66"/>
                    <a:gd name="T23" fmla="*/ 44 h 198"/>
                    <a:gd name="T24" fmla="*/ 18 w 66"/>
                    <a:gd name="T25" fmla="*/ 43 h 198"/>
                    <a:gd name="T26" fmla="*/ 9 w 66"/>
                    <a:gd name="T27" fmla="*/ 39 h 198"/>
                    <a:gd name="T28" fmla="*/ 1 w 66"/>
                    <a:gd name="T29" fmla="*/ 43 h 198"/>
                    <a:gd name="T30" fmla="*/ 0 w 66"/>
                    <a:gd name="T31" fmla="*/ 44 h 198"/>
                    <a:gd name="T32" fmla="*/ 0 w 66"/>
                    <a:gd name="T33" fmla="*/ 198 h 198"/>
                    <a:gd name="T34" fmla="*/ 9 w 66"/>
                    <a:gd name="T35" fmla="*/ 198 h 198"/>
                    <a:gd name="T36" fmla="*/ 19 w 66"/>
                    <a:gd name="T37" fmla="*/ 198 h 198"/>
                    <a:gd name="T38" fmla="*/ 46 w 66"/>
                    <a:gd name="T39" fmla="*/ 198 h 198"/>
                    <a:gd name="T40" fmla="*/ 65 w 66"/>
                    <a:gd name="T41" fmla="*/ 198 h 198"/>
                    <a:gd name="T42" fmla="*/ 65 w 66"/>
                    <a:gd name="T43" fmla="*/ 12 h 198"/>
                    <a:gd name="T44" fmla="*/ 66 w 66"/>
                    <a:gd name="T45" fmla="*/ 12 h 198"/>
                    <a:gd name="T46" fmla="*/ 65 w 66"/>
                    <a:gd name="T47" fmla="*/ 12 h 1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66" h="198">
                      <a:moveTo>
                        <a:pt x="65" y="12"/>
                      </a:moveTo>
                      <a:cubicBezTo>
                        <a:pt x="65" y="11"/>
                        <a:pt x="65" y="11"/>
                        <a:pt x="65" y="11"/>
                      </a:cubicBezTo>
                      <a:cubicBezTo>
                        <a:pt x="65" y="11"/>
                        <a:pt x="65" y="11"/>
                        <a:pt x="65" y="11"/>
                      </a:cubicBezTo>
                      <a:cubicBezTo>
                        <a:pt x="59" y="5"/>
                        <a:pt x="51" y="0"/>
                        <a:pt x="42" y="0"/>
                      </a:cubicBezTo>
                      <a:cubicBezTo>
                        <a:pt x="33" y="0"/>
                        <a:pt x="25" y="5"/>
                        <a:pt x="20" y="11"/>
                      </a:cubicBezTo>
                      <a:cubicBezTo>
                        <a:pt x="19" y="11"/>
                        <a:pt x="19" y="11"/>
                        <a:pt x="19" y="11"/>
                      </a:cubicBezTo>
                      <a:cubicBezTo>
                        <a:pt x="19" y="11"/>
                        <a:pt x="19" y="11"/>
                        <a:pt x="19" y="11"/>
                      </a:cubicBezTo>
                      <a:cubicBezTo>
                        <a:pt x="19" y="11"/>
                        <a:pt x="19" y="11"/>
                        <a:pt x="19" y="11"/>
                      </a:cubicBezTo>
                      <a:cubicBezTo>
                        <a:pt x="19" y="12"/>
                        <a:pt x="19" y="12"/>
                        <a:pt x="19" y="12"/>
                      </a:cubicBezTo>
                      <a:cubicBezTo>
                        <a:pt x="19" y="11"/>
                        <a:pt x="19" y="11"/>
                        <a:pt x="19" y="11"/>
                      </a:cubicBezTo>
                      <a:cubicBezTo>
                        <a:pt x="19" y="44"/>
                        <a:pt x="19" y="44"/>
                        <a:pt x="19" y="44"/>
                      </a:cubicBezTo>
                      <a:cubicBezTo>
                        <a:pt x="19" y="44"/>
                        <a:pt x="19" y="44"/>
                        <a:pt x="19" y="44"/>
                      </a:cubicBezTo>
                      <a:cubicBezTo>
                        <a:pt x="18" y="43"/>
                        <a:pt x="18" y="43"/>
                        <a:pt x="18" y="43"/>
                      </a:cubicBezTo>
                      <a:cubicBezTo>
                        <a:pt x="16" y="40"/>
                        <a:pt x="13" y="39"/>
                        <a:pt x="9" y="39"/>
                      </a:cubicBezTo>
                      <a:cubicBezTo>
                        <a:pt x="6" y="39"/>
                        <a:pt x="3" y="40"/>
                        <a:pt x="1" y="43"/>
                      </a:cubicBezTo>
                      <a:cubicBezTo>
                        <a:pt x="0" y="44"/>
                        <a:pt x="0" y="44"/>
                        <a:pt x="0" y="44"/>
                      </a:cubicBezTo>
                      <a:cubicBezTo>
                        <a:pt x="0" y="198"/>
                        <a:pt x="0" y="198"/>
                        <a:pt x="0" y="198"/>
                      </a:cubicBezTo>
                      <a:cubicBezTo>
                        <a:pt x="9" y="198"/>
                        <a:pt x="9" y="198"/>
                        <a:pt x="9" y="198"/>
                      </a:cubicBezTo>
                      <a:cubicBezTo>
                        <a:pt x="19" y="198"/>
                        <a:pt x="19" y="198"/>
                        <a:pt x="19" y="198"/>
                      </a:cubicBezTo>
                      <a:cubicBezTo>
                        <a:pt x="46" y="198"/>
                        <a:pt x="46" y="198"/>
                        <a:pt x="46" y="198"/>
                      </a:cubicBezTo>
                      <a:cubicBezTo>
                        <a:pt x="65" y="198"/>
                        <a:pt x="65" y="198"/>
                        <a:pt x="65" y="198"/>
                      </a:cubicBezTo>
                      <a:cubicBezTo>
                        <a:pt x="65" y="12"/>
                        <a:pt x="65" y="12"/>
                        <a:pt x="65" y="12"/>
                      </a:cubicBezTo>
                      <a:cubicBezTo>
                        <a:pt x="66" y="12"/>
                        <a:pt x="66" y="12"/>
                        <a:pt x="66" y="12"/>
                      </a:cubicBezTo>
                      <a:cubicBezTo>
                        <a:pt x="66" y="12"/>
                        <a:pt x="65" y="12"/>
                        <a:pt x="65" y="12"/>
                      </a:cubicBezTo>
                      <a:close/>
                    </a:path>
                  </a:pathLst>
                </a:custGeom>
                <a:solidFill>
                  <a:srgbClr val="5C4E4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>
                    <a:solidFill>
                      <a:prstClr val="black"/>
                    </a:solidFill>
                    <a:latin typeface="Arial" panose="020B0604020202020204"/>
                    <a:ea typeface="微软雅黑" panose="020B0503020204020204" pitchFamily="34" charset="-122"/>
                    <a:cs typeface="Arial" panose="020B0604020202020204"/>
                  </a:endParaRPr>
                </a:p>
              </p:txBody>
            </p:sp>
            <p:sp>
              <p:nvSpPr>
                <p:cNvPr id="372" name="Freeform 149"/>
                <p:cNvSpPr/>
                <p:nvPr/>
              </p:nvSpPr>
              <p:spPr bwMode="auto">
                <a:xfrm>
                  <a:off x="1806575" y="1608138"/>
                  <a:ext cx="47625" cy="34925"/>
                </a:xfrm>
                <a:custGeom>
                  <a:avLst/>
                  <a:gdLst>
                    <a:gd name="T0" fmla="*/ 0 w 30"/>
                    <a:gd name="T1" fmla="*/ 22 h 22"/>
                    <a:gd name="T2" fmla="*/ 30 w 30"/>
                    <a:gd name="T3" fmla="*/ 22 h 22"/>
                    <a:gd name="T4" fmla="*/ 16 w 30"/>
                    <a:gd name="T5" fmla="*/ 0 h 22"/>
                    <a:gd name="T6" fmla="*/ 0 w 30"/>
                    <a:gd name="T7" fmla="*/ 22 h 2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0" h="22">
                      <a:moveTo>
                        <a:pt x="0" y="22"/>
                      </a:moveTo>
                      <a:lnTo>
                        <a:pt x="30" y="22"/>
                      </a:lnTo>
                      <a:lnTo>
                        <a:pt x="16" y="0"/>
                      </a:lnTo>
                      <a:lnTo>
                        <a:pt x="0" y="22"/>
                      </a:lnTo>
                      <a:close/>
                    </a:path>
                  </a:pathLst>
                </a:custGeom>
                <a:solidFill>
                  <a:srgbClr val="746A5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>
                    <a:solidFill>
                      <a:prstClr val="black"/>
                    </a:solidFill>
                    <a:latin typeface="Arial" panose="020B0604020202020204"/>
                    <a:ea typeface="微软雅黑" panose="020B0503020204020204" pitchFamily="34" charset="-122"/>
                    <a:cs typeface="Arial" panose="020B0604020202020204"/>
                  </a:endParaRPr>
                </a:p>
              </p:txBody>
            </p:sp>
            <p:sp>
              <p:nvSpPr>
                <p:cNvPr id="373" name="Rectangle 151"/>
                <p:cNvSpPr>
                  <a:spLocks noChangeArrowheads="1"/>
                </p:cNvSpPr>
                <p:nvPr/>
              </p:nvSpPr>
              <p:spPr bwMode="auto">
                <a:xfrm>
                  <a:off x="1831975" y="2089150"/>
                  <a:ext cx="30163" cy="30163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>
                    <a:solidFill>
                      <a:prstClr val="black"/>
                    </a:solidFill>
                    <a:latin typeface="Arial" panose="020B0604020202020204"/>
                    <a:ea typeface="微软雅黑" panose="020B0503020204020204" pitchFamily="34" charset="-122"/>
                    <a:cs typeface="Arial" panose="020B0604020202020204"/>
                  </a:endParaRPr>
                </a:p>
              </p:txBody>
            </p:sp>
            <p:sp>
              <p:nvSpPr>
                <p:cNvPr id="374" name="Rectangle 152"/>
                <p:cNvSpPr>
                  <a:spLocks noChangeArrowheads="1"/>
                </p:cNvSpPr>
                <p:nvPr/>
              </p:nvSpPr>
              <p:spPr bwMode="auto">
                <a:xfrm>
                  <a:off x="1677988" y="2174875"/>
                  <a:ext cx="30163" cy="34925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>
                    <a:solidFill>
                      <a:prstClr val="black"/>
                    </a:solidFill>
                    <a:latin typeface="Arial" panose="020B0604020202020204"/>
                    <a:ea typeface="微软雅黑" panose="020B0503020204020204" pitchFamily="34" charset="-122"/>
                    <a:cs typeface="Arial" panose="020B0604020202020204"/>
                  </a:endParaRPr>
                </a:p>
              </p:txBody>
            </p:sp>
            <p:sp>
              <p:nvSpPr>
                <p:cNvPr id="375" name="Rectangle 153"/>
                <p:cNvSpPr>
                  <a:spLocks noChangeArrowheads="1"/>
                </p:cNvSpPr>
                <p:nvPr/>
              </p:nvSpPr>
              <p:spPr bwMode="auto">
                <a:xfrm>
                  <a:off x="1708150" y="2278063"/>
                  <a:ext cx="30163" cy="33338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>
                    <a:solidFill>
                      <a:prstClr val="black"/>
                    </a:solidFill>
                    <a:latin typeface="Arial" panose="020B0604020202020204"/>
                    <a:ea typeface="微软雅黑" panose="020B0503020204020204" pitchFamily="34" charset="-122"/>
                    <a:cs typeface="Arial" panose="020B0604020202020204"/>
                  </a:endParaRPr>
                </a:p>
              </p:txBody>
            </p:sp>
            <p:sp>
              <p:nvSpPr>
                <p:cNvPr id="376" name="Rectangle 154"/>
                <p:cNvSpPr>
                  <a:spLocks noChangeArrowheads="1"/>
                </p:cNvSpPr>
                <p:nvPr/>
              </p:nvSpPr>
              <p:spPr bwMode="auto">
                <a:xfrm>
                  <a:off x="1651000" y="2455863"/>
                  <a:ext cx="34925" cy="30163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>
                    <a:solidFill>
                      <a:prstClr val="black"/>
                    </a:solidFill>
                    <a:latin typeface="Arial" panose="020B0604020202020204"/>
                    <a:ea typeface="微软雅黑" panose="020B0503020204020204" pitchFamily="34" charset="-122"/>
                    <a:cs typeface="Arial" panose="020B0604020202020204"/>
                  </a:endParaRPr>
                </a:p>
              </p:txBody>
            </p:sp>
            <p:sp>
              <p:nvSpPr>
                <p:cNvPr id="377" name="Rectangle 155"/>
                <p:cNvSpPr>
                  <a:spLocks noChangeArrowheads="1"/>
                </p:cNvSpPr>
                <p:nvPr/>
              </p:nvSpPr>
              <p:spPr bwMode="auto">
                <a:xfrm>
                  <a:off x="1614488" y="2571750"/>
                  <a:ext cx="33338" cy="34925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>
                    <a:solidFill>
                      <a:prstClr val="black"/>
                    </a:solidFill>
                    <a:latin typeface="Arial" panose="020B0604020202020204"/>
                    <a:ea typeface="微软雅黑" panose="020B0503020204020204" pitchFamily="34" charset="-122"/>
                    <a:cs typeface="Arial" panose="020B0604020202020204"/>
                  </a:endParaRPr>
                </a:p>
              </p:txBody>
            </p:sp>
            <p:sp>
              <p:nvSpPr>
                <p:cNvPr id="378" name="Rectangle 156"/>
                <p:cNvSpPr>
                  <a:spLocks noChangeArrowheads="1"/>
                </p:cNvSpPr>
                <p:nvPr/>
              </p:nvSpPr>
              <p:spPr bwMode="auto">
                <a:xfrm>
                  <a:off x="1812925" y="2251075"/>
                  <a:ext cx="34925" cy="33338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>
                    <a:solidFill>
                      <a:prstClr val="black"/>
                    </a:solidFill>
                    <a:latin typeface="Arial" panose="020B0604020202020204"/>
                    <a:ea typeface="微软雅黑" panose="020B0503020204020204" pitchFamily="34" charset="-122"/>
                    <a:cs typeface="Arial" panose="020B0604020202020204"/>
                  </a:endParaRPr>
                </a:p>
              </p:txBody>
            </p:sp>
            <p:sp>
              <p:nvSpPr>
                <p:cNvPr id="379" name="Rectangle 157"/>
                <p:cNvSpPr>
                  <a:spLocks noChangeArrowheads="1"/>
                </p:cNvSpPr>
                <p:nvPr/>
              </p:nvSpPr>
              <p:spPr bwMode="auto">
                <a:xfrm>
                  <a:off x="1722438" y="2527300"/>
                  <a:ext cx="34925" cy="30163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>
                    <a:solidFill>
                      <a:prstClr val="black"/>
                    </a:solidFill>
                    <a:latin typeface="Arial" panose="020B0604020202020204"/>
                    <a:ea typeface="微软雅黑" panose="020B0503020204020204" pitchFamily="34" charset="-122"/>
                    <a:cs typeface="Arial" panose="020B0604020202020204"/>
                  </a:endParaRPr>
                </a:p>
              </p:txBody>
            </p:sp>
            <p:sp>
              <p:nvSpPr>
                <p:cNvPr id="380" name="Rectangle 158"/>
                <p:cNvSpPr>
                  <a:spLocks noChangeArrowheads="1"/>
                </p:cNvSpPr>
                <p:nvPr/>
              </p:nvSpPr>
              <p:spPr bwMode="auto">
                <a:xfrm>
                  <a:off x="1708150" y="2644775"/>
                  <a:ext cx="30163" cy="33338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>
                    <a:solidFill>
                      <a:prstClr val="black"/>
                    </a:solidFill>
                    <a:latin typeface="Arial" panose="020B0604020202020204"/>
                    <a:ea typeface="微软雅黑" panose="020B0503020204020204" pitchFamily="34" charset="-122"/>
                    <a:cs typeface="Arial" panose="020B0604020202020204"/>
                  </a:endParaRPr>
                </a:p>
              </p:txBody>
            </p:sp>
            <p:sp>
              <p:nvSpPr>
                <p:cNvPr id="381" name="Rectangle 159"/>
                <p:cNvSpPr>
                  <a:spLocks noChangeArrowheads="1"/>
                </p:cNvSpPr>
                <p:nvPr/>
              </p:nvSpPr>
              <p:spPr bwMode="auto">
                <a:xfrm>
                  <a:off x="1670050" y="1895475"/>
                  <a:ext cx="33338" cy="34925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>
                    <a:solidFill>
                      <a:prstClr val="black"/>
                    </a:solidFill>
                    <a:latin typeface="Arial" panose="020B0604020202020204"/>
                    <a:ea typeface="微软雅黑" panose="020B0503020204020204" pitchFamily="34" charset="-122"/>
                    <a:cs typeface="Arial" panose="020B0604020202020204"/>
                  </a:endParaRPr>
                </a:p>
              </p:txBody>
            </p:sp>
            <p:sp>
              <p:nvSpPr>
                <p:cNvPr id="382" name="Rectangle 160"/>
                <p:cNvSpPr>
                  <a:spLocks noChangeArrowheads="1"/>
                </p:cNvSpPr>
                <p:nvPr/>
              </p:nvSpPr>
              <p:spPr bwMode="auto">
                <a:xfrm>
                  <a:off x="1812925" y="1955800"/>
                  <a:ext cx="34925" cy="34925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>
                    <a:solidFill>
                      <a:prstClr val="black"/>
                    </a:solidFill>
                    <a:latin typeface="Arial" panose="020B0604020202020204"/>
                    <a:ea typeface="微软雅黑" panose="020B0503020204020204" pitchFamily="34" charset="-122"/>
                    <a:cs typeface="Arial" panose="020B0604020202020204"/>
                  </a:endParaRPr>
                </a:p>
              </p:txBody>
            </p:sp>
            <p:sp>
              <p:nvSpPr>
                <p:cNvPr id="383" name="Rectangle 170"/>
                <p:cNvSpPr>
                  <a:spLocks noChangeArrowheads="1"/>
                </p:cNvSpPr>
                <p:nvPr/>
              </p:nvSpPr>
              <p:spPr bwMode="auto">
                <a:xfrm>
                  <a:off x="1858963" y="2413000"/>
                  <a:ext cx="384175" cy="287338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>
                    <a:solidFill>
                      <a:prstClr val="black"/>
                    </a:solidFill>
                    <a:latin typeface="Arial" panose="020B0604020202020204"/>
                    <a:ea typeface="微软雅黑" panose="020B0503020204020204" pitchFamily="34" charset="-122"/>
                    <a:cs typeface="Arial" panose="020B0604020202020204"/>
                  </a:endParaRPr>
                </a:p>
              </p:txBody>
            </p:sp>
            <p:sp>
              <p:nvSpPr>
                <p:cNvPr id="384" name="Freeform 171"/>
                <p:cNvSpPr>
                  <a:spLocks noEditPoints="1"/>
                </p:cNvSpPr>
                <p:nvPr/>
              </p:nvSpPr>
              <p:spPr bwMode="auto">
                <a:xfrm>
                  <a:off x="1847850" y="2420938"/>
                  <a:ext cx="398463" cy="303213"/>
                </a:xfrm>
                <a:custGeom>
                  <a:avLst/>
                  <a:gdLst>
                    <a:gd name="T0" fmla="*/ 0 w 106"/>
                    <a:gd name="T1" fmla="*/ 80 h 80"/>
                    <a:gd name="T2" fmla="*/ 106 w 106"/>
                    <a:gd name="T3" fmla="*/ 0 h 80"/>
                    <a:gd name="T4" fmla="*/ 15 w 106"/>
                    <a:gd name="T5" fmla="*/ 65 h 80"/>
                    <a:gd name="T6" fmla="*/ 9 w 106"/>
                    <a:gd name="T7" fmla="*/ 58 h 80"/>
                    <a:gd name="T8" fmla="*/ 15 w 106"/>
                    <a:gd name="T9" fmla="*/ 65 h 80"/>
                    <a:gd name="T10" fmla="*/ 9 w 106"/>
                    <a:gd name="T11" fmla="*/ 57 h 80"/>
                    <a:gd name="T12" fmla="*/ 15 w 106"/>
                    <a:gd name="T13" fmla="*/ 47 h 80"/>
                    <a:gd name="T14" fmla="*/ 15 w 106"/>
                    <a:gd name="T15" fmla="*/ 24 h 80"/>
                    <a:gd name="T16" fmla="*/ 9 w 106"/>
                    <a:gd name="T17" fmla="*/ 17 h 80"/>
                    <a:gd name="T18" fmla="*/ 15 w 106"/>
                    <a:gd name="T19" fmla="*/ 24 h 80"/>
                    <a:gd name="T20" fmla="*/ 9 w 106"/>
                    <a:gd name="T21" fmla="*/ 15 h 80"/>
                    <a:gd name="T22" fmla="*/ 15 w 106"/>
                    <a:gd name="T23" fmla="*/ 6 h 80"/>
                    <a:gd name="T24" fmla="*/ 22 w 106"/>
                    <a:gd name="T25" fmla="*/ 65 h 80"/>
                    <a:gd name="T26" fmla="*/ 16 w 106"/>
                    <a:gd name="T27" fmla="*/ 58 h 80"/>
                    <a:gd name="T28" fmla="*/ 22 w 106"/>
                    <a:gd name="T29" fmla="*/ 65 h 80"/>
                    <a:gd name="T30" fmla="*/ 16 w 106"/>
                    <a:gd name="T31" fmla="*/ 57 h 80"/>
                    <a:gd name="T32" fmla="*/ 22 w 106"/>
                    <a:gd name="T33" fmla="*/ 54 h 80"/>
                    <a:gd name="T34" fmla="*/ 22 w 106"/>
                    <a:gd name="T35" fmla="*/ 24 h 80"/>
                    <a:gd name="T36" fmla="*/ 16 w 106"/>
                    <a:gd name="T37" fmla="*/ 17 h 80"/>
                    <a:gd name="T38" fmla="*/ 22 w 106"/>
                    <a:gd name="T39" fmla="*/ 24 h 80"/>
                    <a:gd name="T40" fmla="*/ 16 w 106"/>
                    <a:gd name="T41" fmla="*/ 15 h 80"/>
                    <a:gd name="T42" fmla="*/ 22 w 106"/>
                    <a:gd name="T43" fmla="*/ 13 h 80"/>
                    <a:gd name="T44" fmla="*/ 40 w 106"/>
                    <a:gd name="T45" fmla="*/ 24 h 80"/>
                    <a:gd name="T46" fmla="*/ 34 w 106"/>
                    <a:gd name="T47" fmla="*/ 17 h 80"/>
                    <a:gd name="T48" fmla="*/ 40 w 106"/>
                    <a:gd name="T49" fmla="*/ 24 h 80"/>
                    <a:gd name="T50" fmla="*/ 34 w 106"/>
                    <a:gd name="T51" fmla="*/ 15 h 80"/>
                    <a:gd name="T52" fmla="*/ 40 w 106"/>
                    <a:gd name="T53" fmla="*/ 6 h 80"/>
                    <a:gd name="T54" fmla="*/ 47 w 106"/>
                    <a:gd name="T55" fmla="*/ 24 h 80"/>
                    <a:gd name="T56" fmla="*/ 42 w 106"/>
                    <a:gd name="T57" fmla="*/ 17 h 80"/>
                    <a:gd name="T58" fmla="*/ 47 w 106"/>
                    <a:gd name="T59" fmla="*/ 24 h 80"/>
                    <a:gd name="T60" fmla="*/ 42 w 106"/>
                    <a:gd name="T61" fmla="*/ 15 h 80"/>
                    <a:gd name="T62" fmla="*/ 47 w 106"/>
                    <a:gd name="T63" fmla="*/ 13 h 80"/>
                    <a:gd name="T64" fmla="*/ 66 w 106"/>
                    <a:gd name="T65" fmla="*/ 24 h 80"/>
                    <a:gd name="T66" fmla="*/ 60 w 106"/>
                    <a:gd name="T67" fmla="*/ 17 h 80"/>
                    <a:gd name="T68" fmla="*/ 66 w 106"/>
                    <a:gd name="T69" fmla="*/ 24 h 80"/>
                    <a:gd name="T70" fmla="*/ 60 w 106"/>
                    <a:gd name="T71" fmla="*/ 15 h 80"/>
                    <a:gd name="T72" fmla="*/ 66 w 106"/>
                    <a:gd name="T73" fmla="*/ 6 h 80"/>
                    <a:gd name="T74" fmla="*/ 73 w 106"/>
                    <a:gd name="T75" fmla="*/ 24 h 80"/>
                    <a:gd name="T76" fmla="*/ 67 w 106"/>
                    <a:gd name="T77" fmla="*/ 17 h 80"/>
                    <a:gd name="T78" fmla="*/ 73 w 106"/>
                    <a:gd name="T79" fmla="*/ 24 h 80"/>
                    <a:gd name="T80" fmla="*/ 67 w 106"/>
                    <a:gd name="T81" fmla="*/ 15 h 80"/>
                    <a:gd name="T82" fmla="*/ 73 w 106"/>
                    <a:gd name="T83" fmla="*/ 13 h 80"/>
                    <a:gd name="T84" fmla="*/ 91 w 106"/>
                    <a:gd name="T85" fmla="*/ 65 h 80"/>
                    <a:gd name="T86" fmla="*/ 85 w 106"/>
                    <a:gd name="T87" fmla="*/ 58 h 80"/>
                    <a:gd name="T88" fmla="*/ 91 w 106"/>
                    <a:gd name="T89" fmla="*/ 65 h 80"/>
                    <a:gd name="T90" fmla="*/ 85 w 106"/>
                    <a:gd name="T91" fmla="*/ 57 h 80"/>
                    <a:gd name="T92" fmla="*/ 91 w 106"/>
                    <a:gd name="T93" fmla="*/ 47 h 80"/>
                    <a:gd name="T94" fmla="*/ 91 w 106"/>
                    <a:gd name="T95" fmla="*/ 24 h 80"/>
                    <a:gd name="T96" fmla="*/ 85 w 106"/>
                    <a:gd name="T97" fmla="*/ 17 h 80"/>
                    <a:gd name="T98" fmla="*/ 91 w 106"/>
                    <a:gd name="T99" fmla="*/ 24 h 80"/>
                    <a:gd name="T100" fmla="*/ 85 w 106"/>
                    <a:gd name="T101" fmla="*/ 15 h 80"/>
                    <a:gd name="T102" fmla="*/ 91 w 106"/>
                    <a:gd name="T103" fmla="*/ 6 h 80"/>
                    <a:gd name="T104" fmla="*/ 99 w 106"/>
                    <a:gd name="T105" fmla="*/ 65 h 80"/>
                    <a:gd name="T106" fmla="*/ 93 w 106"/>
                    <a:gd name="T107" fmla="*/ 58 h 80"/>
                    <a:gd name="T108" fmla="*/ 99 w 106"/>
                    <a:gd name="T109" fmla="*/ 65 h 80"/>
                    <a:gd name="T110" fmla="*/ 93 w 106"/>
                    <a:gd name="T111" fmla="*/ 57 h 80"/>
                    <a:gd name="T112" fmla="*/ 99 w 106"/>
                    <a:gd name="T113" fmla="*/ 54 h 80"/>
                    <a:gd name="T114" fmla="*/ 99 w 106"/>
                    <a:gd name="T115" fmla="*/ 24 h 80"/>
                    <a:gd name="T116" fmla="*/ 93 w 106"/>
                    <a:gd name="T117" fmla="*/ 17 h 80"/>
                    <a:gd name="T118" fmla="*/ 99 w 106"/>
                    <a:gd name="T119" fmla="*/ 24 h 80"/>
                    <a:gd name="T120" fmla="*/ 93 w 106"/>
                    <a:gd name="T121" fmla="*/ 15 h 80"/>
                    <a:gd name="T122" fmla="*/ 99 w 106"/>
                    <a:gd name="T123" fmla="*/ 13 h 8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  <a:cxn ang="0">
                      <a:pos x="T118" y="T119"/>
                    </a:cxn>
                    <a:cxn ang="0">
                      <a:pos x="T120" y="T121"/>
                    </a:cxn>
                    <a:cxn ang="0">
                      <a:pos x="T122" y="T123"/>
                    </a:cxn>
                  </a:cxnLst>
                  <a:rect l="0" t="0" r="r" b="b"/>
                  <a:pathLst>
                    <a:path w="106" h="80">
                      <a:moveTo>
                        <a:pt x="0" y="0"/>
                      </a:moveTo>
                      <a:cubicBezTo>
                        <a:pt x="0" y="80"/>
                        <a:pt x="0" y="80"/>
                        <a:pt x="0" y="80"/>
                      </a:cubicBezTo>
                      <a:cubicBezTo>
                        <a:pt x="106" y="80"/>
                        <a:pt x="106" y="80"/>
                        <a:pt x="106" y="80"/>
                      </a:cubicBezTo>
                      <a:cubicBezTo>
                        <a:pt x="106" y="0"/>
                        <a:pt x="106" y="0"/>
                        <a:pt x="106" y="0"/>
                      </a:cubicBezTo>
                      <a:lnTo>
                        <a:pt x="0" y="0"/>
                      </a:lnTo>
                      <a:close/>
                      <a:moveTo>
                        <a:pt x="15" y="65"/>
                      </a:moveTo>
                      <a:cubicBezTo>
                        <a:pt x="9" y="65"/>
                        <a:pt x="9" y="65"/>
                        <a:pt x="9" y="65"/>
                      </a:cubicBezTo>
                      <a:cubicBezTo>
                        <a:pt x="9" y="58"/>
                        <a:pt x="9" y="58"/>
                        <a:pt x="9" y="58"/>
                      </a:cubicBezTo>
                      <a:cubicBezTo>
                        <a:pt x="15" y="58"/>
                        <a:pt x="15" y="58"/>
                        <a:pt x="15" y="58"/>
                      </a:cubicBezTo>
                      <a:lnTo>
                        <a:pt x="15" y="65"/>
                      </a:lnTo>
                      <a:close/>
                      <a:moveTo>
                        <a:pt x="15" y="57"/>
                      </a:moveTo>
                      <a:cubicBezTo>
                        <a:pt x="9" y="57"/>
                        <a:pt x="9" y="57"/>
                        <a:pt x="9" y="57"/>
                      </a:cubicBezTo>
                      <a:cubicBezTo>
                        <a:pt x="9" y="54"/>
                        <a:pt x="9" y="54"/>
                        <a:pt x="9" y="54"/>
                      </a:cubicBezTo>
                      <a:cubicBezTo>
                        <a:pt x="9" y="51"/>
                        <a:pt x="11" y="48"/>
                        <a:pt x="15" y="47"/>
                      </a:cubicBezTo>
                      <a:lnTo>
                        <a:pt x="15" y="57"/>
                      </a:lnTo>
                      <a:close/>
                      <a:moveTo>
                        <a:pt x="15" y="24"/>
                      </a:moveTo>
                      <a:cubicBezTo>
                        <a:pt x="9" y="24"/>
                        <a:pt x="9" y="24"/>
                        <a:pt x="9" y="24"/>
                      </a:cubicBezTo>
                      <a:cubicBezTo>
                        <a:pt x="9" y="17"/>
                        <a:pt x="9" y="17"/>
                        <a:pt x="9" y="17"/>
                      </a:cubicBezTo>
                      <a:cubicBezTo>
                        <a:pt x="15" y="17"/>
                        <a:pt x="15" y="17"/>
                        <a:pt x="15" y="17"/>
                      </a:cubicBezTo>
                      <a:lnTo>
                        <a:pt x="15" y="24"/>
                      </a:lnTo>
                      <a:close/>
                      <a:moveTo>
                        <a:pt x="15" y="15"/>
                      </a:moveTo>
                      <a:cubicBezTo>
                        <a:pt x="9" y="15"/>
                        <a:pt x="9" y="15"/>
                        <a:pt x="9" y="15"/>
                      </a:cubicBezTo>
                      <a:cubicBezTo>
                        <a:pt x="9" y="13"/>
                        <a:pt x="9" y="13"/>
                        <a:pt x="9" y="13"/>
                      </a:cubicBezTo>
                      <a:cubicBezTo>
                        <a:pt x="9" y="9"/>
                        <a:pt x="11" y="6"/>
                        <a:pt x="15" y="6"/>
                      </a:cubicBezTo>
                      <a:lnTo>
                        <a:pt x="15" y="15"/>
                      </a:lnTo>
                      <a:close/>
                      <a:moveTo>
                        <a:pt x="22" y="65"/>
                      </a:moveTo>
                      <a:cubicBezTo>
                        <a:pt x="16" y="65"/>
                        <a:pt x="16" y="65"/>
                        <a:pt x="16" y="65"/>
                      </a:cubicBezTo>
                      <a:cubicBezTo>
                        <a:pt x="16" y="58"/>
                        <a:pt x="16" y="58"/>
                        <a:pt x="16" y="58"/>
                      </a:cubicBezTo>
                      <a:cubicBezTo>
                        <a:pt x="22" y="58"/>
                        <a:pt x="22" y="58"/>
                        <a:pt x="22" y="58"/>
                      </a:cubicBezTo>
                      <a:lnTo>
                        <a:pt x="22" y="65"/>
                      </a:lnTo>
                      <a:close/>
                      <a:moveTo>
                        <a:pt x="22" y="57"/>
                      </a:moveTo>
                      <a:cubicBezTo>
                        <a:pt x="16" y="57"/>
                        <a:pt x="16" y="57"/>
                        <a:pt x="16" y="57"/>
                      </a:cubicBezTo>
                      <a:cubicBezTo>
                        <a:pt x="16" y="47"/>
                        <a:pt x="16" y="47"/>
                        <a:pt x="16" y="47"/>
                      </a:cubicBezTo>
                      <a:cubicBezTo>
                        <a:pt x="19" y="48"/>
                        <a:pt x="22" y="51"/>
                        <a:pt x="22" y="54"/>
                      </a:cubicBezTo>
                      <a:lnTo>
                        <a:pt x="22" y="57"/>
                      </a:lnTo>
                      <a:close/>
                      <a:moveTo>
                        <a:pt x="22" y="24"/>
                      </a:moveTo>
                      <a:cubicBezTo>
                        <a:pt x="16" y="24"/>
                        <a:pt x="16" y="24"/>
                        <a:pt x="16" y="24"/>
                      </a:cubicBezTo>
                      <a:cubicBezTo>
                        <a:pt x="16" y="17"/>
                        <a:pt x="16" y="17"/>
                        <a:pt x="16" y="17"/>
                      </a:cubicBezTo>
                      <a:cubicBezTo>
                        <a:pt x="22" y="17"/>
                        <a:pt x="22" y="17"/>
                        <a:pt x="22" y="17"/>
                      </a:cubicBezTo>
                      <a:lnTo>
                        <a:pt x="22" y="24"/>
                      </a:lnTo>
                      <a:close/>
                      <a:moveTo>
                        <a:pt x="22" y="15"/>
                      </a:moveTo>
                      <a:cubicBezTo>
                        <a:pt x="16" y="15"/>
                        <a:pt x="16" y="15"/>
                        <a:pt x="16" y="15"/>
                      </a:cubicBezTo>
                      <a:cubicBezTo>
                        <a:pt x="16" y="6"/>
                        <a:pt x="16" y="6"/>
                        <a:pt x="16" y="6"/>
                      </a:cubicBezTo>
                      <a:cubicBezTo>
                        <a:pt x="19" y="6"/>
                        <a:pt x="22" y="9"/>
                        <a:pt x="22" y="13"/>
                      </a:cubicBezTo>
                      <a:lnTo>
                        <a:pt x="22" y="15"/>
                      </a:lnTo>
                      <a:close/>
                      <a:moveTo>
                        <a:pt x="40" y="24"/>
                      </a:moveTo>
                      <a:cubicBezTo>
                        <a:pt x="34" y="24"/>
                        <a:pt x="34" y="24"/>
                        <a:pt x="34" y="24"/>
                      </a:cubicBezTo>
                      <a:cubicBezTo>
                        <a:pt x="34" y="17"/>
                        <a:pt x="34" y="17"/>
                        <a:pt x="34" y="17"/>
                      </a:cubicBezTo>
                      <a:cubicBezTo>
                        <a:pt x="40" y="17"/>
                        <a:pt x="40" y="17"/>
                        <a:pt x="40" y="17"/>
                      </a:cubicBezTo>
                      <a:lnTo>
                        <a:pt x="40" y="24"/>
                      </a:lnTo>
                      <a:close/>
                      <a:moveTo>
                        <a:pt x="40" y="15"/>
                      </a:moveTo>
                      <a:cubicBezTo>
                        <a:pt x="34" y="15"/>
                        <a:pt x="34" y="15"/>
                        <a:pt x="34" y="15"/>
                      </a:cubicBezTo>
                      <a:cubicBezTo>
                        <a:pt x="34" y="13"/>
                        <a:pt x="34" y="13"/>
                        <a:pt x="34" y="13"/>
                      </a:cubicBezTo>
                      <a:cubicBezTo>
                        <a:pt x="34" y="9"/>
                        <a:pt x="37" y="6"/>
                        <a:pt x="40" y="6"/>
                      </a:cubicBezTo>
                      <a:lnTo>
                        <a:pt x="40" y="15"/>
                      </a:lnTo>
                      <a:close/>
                      <a:moveTo>
                        <a:pt x="47" y="24"/>
                      </a:moveTo>
                      <a:cubicBezTo>
                        <a:pt x="42" y="24"/>
                        <a:pt x="42" y="24"/>
                        <a:pt x="42" y="24"/>
                      </a:cubicBezTo>
                      <a:cubicBezTo>
                        <a:pt x="42" y="17"/>
                        <a:pt x="42" y="17"/>
                        <a:pt x="42" y="17"/>
                      </a:cubicBezTo>
                      <a:cubicBezTo>
                        <a:pt x="47" y="17"/>
                        <a:pt x="47" y="17"/>
                        <a:pt x="47" y="17"/>
                      </a:cubicBezTo>
                      <a:lnTo>
                        <a:pt x="47" y="24"/>
                      </a:lnTo>
                      <a:close/>
                      <a:moveTo>
                        <a:pt x="47" y="15"/>
                      </a:moveTo>
                      <a:cubicBezTo>
                        <a:pt x="42" y="15"/>
                        <a:pt x="42" y="15"/>
                        <a:pt x="42" y="15"/>
                      </a:cubicBezTo>
                      <a:cubicBezTo>
                        <a:pt x="42" y="6"/>
                        <a:pt x="42" y="6"/>
                        <a:pt x="42" y="6"/>
                      </a:cubicBezTo>
                      <a:cubicBezTo>
                        <a:pt x="45" y="6"/>
                        <a:pt x="47" y="9"/>
                        <a:pt x="47" y="13"/>
                      </a:cubicBezTo>
                      <a:lnTo>
                        <a:pt x="47" y="15"/>
                      </a:lnTo>
                      <a:close/>
                      <a:moveTo>
                        <a:pt x="66" y="24"/>
                      </a:moveTo>
                      <a:cubicBezTo>
                        <a:pt x="60" y="24"/>
                        <a:pt x="60" y="24"/>
                        <a:pt x="60" y="24"/>
                      </a:cubicBezTo>
                      <a:cubicBezTo>
                        <a:pt x="60" y="17"/>
                        <a:pt x="60" y="17"/>
                        <a:pt x="60" y="17"/>
                      </a:cubicBezTo>
                      <a:cubicBezTo>
                        <a:pt x="66" y="17"/>
                        <a:pt x="66" y="17"/>
                        <a:pt x="66" y="17"/>
                      </a:cubicBezTo>
                      <a:lnTo>
                        <a:pt x="66" y="24"/>
                      </a:lnTo>
                      <a:close/>
                      <a:moveTo>
                        <a:pt x="66" y="15"/>
                      </a:moveTo>
                      <a:cubicBezTo>
                        <a:pt x="60" y="15"/>
                        <a:pt x="60" y="15"/>
                        <a:pt x="60" y="15"/>
                      </a:cubicBezTo>
                      <a:cubicBezTo>
                        <a:pt x="60" y="13"/>
                        <a:pt x="60" y="13"/>
                        <a:pt x="60" y="13"/>
                      </a:cubicBezTo>
                      <a:cubicBezTo>
                        <a:pt x="60" y="9"/>
                        <a:pt x="62" y="6"/>
                        <a:pt x="66" y="6"/>
                      </a:cubicBezTo>
                      <a:lnTo>
                        <a:pt x="66" y="15"/>
                      </a:lnTo>
                      <a:close/>
                      <a:moveTo>
                        <a:pt x="73" y="24"/>
                      </a:moveTo>
                      <a:cubicBezTo>
                        <a:pt x="67" y="24"/>
                        <a:pt x="67" y="24"/>
                        <a:pt x="67" y="24"/>
                      </a:cubicBezTo>
                      <a:cubicBezTo>
                        <a:pt x="67" y="17"/>
                        <a:pt x="67" y="17"/>
                        <a:pt x="67" y="17"/>
                      </a:cubicBezTo>
                      <a:cubicBezTo>
                        <a:pt x="73" y="17"/>
                        <a:pt x="73" y="17"/>
                        <a:pt x="73" y="17"/>
                      </a:cubicBezTo>
                      <a:lnTo>
                        <a:pt x="73" y="24"/>
                      </a:lnTo>
                      <a:close/>
                      <a:moveTo>
                        <a:pt x="73" y="15"/>
                      </a:moveTo>
                      <a:cubicBezTo>
                        <a:pt x="67" y="15"/>
                        <a:pt x="67" y="15"/>
                        <a:pt x="67" y="15"/>
                      </a:cubicBezTo>
                      <a:cubicBezTo>
                        <a:pt x="67" y="6"/>
                        <a:pt x="67" y="6"/>
                        <a:pt x="67" y="6"/>
                      </a:cubicBezTo>
                      <a:cubicBezTo>
                        <a:pt x="70" y="6"/>
                        <a:pt x="73" y="9"/>
                        <a:pt x="73" y="13"/>
                      </a:cubicBezTo>
                      <a:lnTo>
                        <a:pt x="73" y="15"/>
                      </a:lnTo>
                      <a:close/>
                      <a:moveTo>
                        <a:pt x="91" y="65"/>
                      </a:moveTo>
                      <a:cubicBezTo>
                        <a:pt x="85" y="65"/>
                        <a:pt x="85" y="65"/>
                        <a:pt x="85" y="65"/>
                      </a:cubicBezTo>
                      <a:cubicBezTo>
                        <a:pt x="85" y="58"/>
                        <a:pt x="85" y="58"/>
                        <a:pt x="85" y="58"/>
                      </a:cubicBezTo>
                      <a:cubicBezTo>
                        <a:pt x="91" y="58"/>
                        <a:pt x="91" y="58"/>
                        <a:pt x="91" y="58"/>
                      </a:cubicBezTo>
                      <a:lnTo>
                        <a:pt x="91" y="65"/>
                      </a:lnTo>
                      <a:close/>
                      <a:moveTo>
                        <a:pt x="91" y="57"/>
                      </a:moveTo>
                      <a:cubicBezTo>
                        <a:pt x="85" y="57"/>
                        <a:pt x="85" y="57"/>
                        <a:pt x="85" y="57"/>
                      </a:cubicBezTo>
                      <a:cubicBezTo>
                        <a:pt x="85" y="54"/>
                        <a:pt x="85" y="54"/>
                        <a:pt x="85" y="54"/>
                      </a:cubicBezTo>
                      <a:cubicBezTo>
                        <a:pt x="85" y="51"/>
                        <a:pt x="88" y="48"/>
                        <a:pt x="91" y="47"/>
                      </a:cubicBezTo>
                      <a:lnTo>
                        <a:pt x="91" y="57"/>
                      </a:lnTo>
                      <a:close/>
                      <a:moveTo>
                        <a:pt x="91" y="24"/>
                      </a:moveTo>
                      <a:cubicBezTo>
                        <a:pt x="85" y="24"/>
                        <a:pt x="85" y="24"/>
                        <a:pt x="85" y="24"/>
                      </a:cubicBezTo>
                      <a:cubicBezTo>
                        <a:pt x="85" y="17"/>
                        <a:pt x="85" y="17"/>
                        <a:pt x="85" y="17"/>
                      </a:cubicBezTo>
                      <a:cubicBezTo>
                        <a:pt x="91" y="17"/>
                        <a:pt x="91" y="17"/>
                        <a:pt x="91" y="17"/>
                      </a:cubicBezTo>
                      <a:lnTo>
                        <a:pt x="91" y="24"/>
                      </a:lnTo>
                      <a:close/>
                      <a:moveTo>
                        <a:pt x="91" y="15"/>
                      </a:moveTo>
                      <a:cubicBezTo>
                        <a:pt x="85" y="15"/>
                        <a:pt x="85" y="15"/>
                        <a:pt x="85" y="15"/>
                      </a:cubicBezTo>
                      <a:cubicBezTo>
                        <a:pt x="85" y="13"/>
                        <a:pt x="85" y="13"/>
                        <a:pt x="85" y="13"/>
                      </a:cubicBezTo>
                      <a:cubicBezTo>
                        <a:pt x="85" y="9"/>
                        <a:pt x="88" y="6"/>
                        <a:pt x="91" y="6"/>
                      </a:cubicBezTo>
                      <a:lnTo>
                        <a:pt x="91" y="15"/>
                      </a:lnTo>
                      <a:close/>
                      <a:moveTo>
                        <a:pt x="99" y="65"/>
                      </a:moveTo>
                      <a:cubicBezTo>
                        <a:pt x="93" y="65"/>
                        <a:pt x="93" y="65"/>
                        <a:pt x="93" y="65"/>
                      </a:cubicBezTo>
                      <a:cubicBezTo>
                        <a:pt x="93" y="58"/>
                        <a:pt x="93" y="58"/>
                        <a:pt x="93" y="58"/>
                      </a:cubicBezTo>
                      <a:cubicBezTo>
                        <a:pt x="99" y="58"/>
                        <a:pt x="99" y="58"/>
                        <a:pt x="99" y="58"/>
                      </a:cubicBezTo>
                      <a:lnTo>
                        <a:pt x="99" y="65"/>
                      </a:lnTo>
                      <a:close/>
                      <a:moveTo>
                        <a:pt x="99" y="57"/>
                      </a:moveTo>
                      <a:cubicBezTo>
                        <a:pt x="93" y="57"/>
                        <a:pt x="93" y="57"/>
                        <a:pt x="93" y="57"/>
                      </a:cubicBezTo>
                      <a:cubicBezTo>
                        <a:pt x="93" y="47"/>
                        <a:pt x="93" y="47"/>
                        <a:pt x="93" y="47"/>
                      </a:cubicBezTo>
                      <a:cubicBezTo>
                        <a:pt x="96" y="48"/>
                        <a:pt x="99" y="51"/>
                        <a:pt x="99" y="54"/>
                      </a:cubicBezTo>
                      <a:lnTo>
                        <a:pt x="99" y="57"/>
                      </a:lnTo>
                      <a:close/>
                      <a:moveTo>
                        <a:pt x="99" y="24"/>
                      </a:moveTo>
                      <a:cubicBezTo>
                        <a:pt x="93" y="24"/>
                        <a:pt x="93" y="24"/>
                        <a:pt x="93" y="24"/>
                      </a:cubicBezTo>
                      <a:cubicBezTo>
                        <a:pt x="93" y="17"/>
                        <a:pt x="93" y="17"/>
                        <a:pt x="93" y="17"/>
                      </a:cubicBezTo>
                      <a:cubicBezTo>
                        <a:pt x="99" y="17"/>
                        <a:pt x="99" y="17"/>
                        <a:pt x="99" y="17"/>
                      </a:cubicBezTo>
                      <a:lnTo>
                        <a:pt x="99" y="24"/>
                      </a:lnTo>
                      <a:close/>
                      <a:moveTo>
                        <a:pt x="99" y="15"/>
                      </a:moveTo>
                      <a:cubicBezTo>
                        <a:pt x="93" y="15"/>
                        <a:pt x="93" y="15"/>
                        <a:pt x="93" y="15"/>
                      </a:cubicBezTo>
                      <a:cubicBezTo>
                        <a:pt x="93" y="6"/>
                        <a:pt x="93" y="6"/>
                        <a:pt x="93" y="6"/>
                      </a:cubicBezTo>
                      <a:cubicBezTo>
                        <a:pt x="96" y="6"/>
                        <a:pt x="99" y="9"/>
                        <a:pt x="99" y="13"/>
                      </a:cubicBezTo>
                      <a:lnTo>
                        <a:pt x="99" y="15"/>
                      </a:lnTo>
                      <a:close/>
                    </a:path>
                  </a:pathLst>
                </a:custGeom>
                <a:solidFill>
                  <a:srgbClr val="C2B8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>
                    <a:solidFill>
                      <a:prstClr val="black"/>
                    </a:solidFill>
                    <a:latin typeface="Arial" panose="020B0604020202020204"/>
                    <a:ea typeface="微软雅黑" panose="020B0503020204020204" pitchFamily="34" charset="-122"/>
                    <a:cs typeface="Arial" panose="020B0604020202020204"/>
                  </a:endParaRPr>
                </a:p>
              </p:txBody>
            </p:sp>
            <p:sp>
              <p:nvSpPr>
                <p:cNvPr id="385" name="Rectangle 172"/>
                <p:cNvSpPr>
                  <a:spLocks noChangeArrowheads="1"/>
                </p:cNvSpPr>
                <p:nvPr/>
              </p:nvSpPr>
              <p:spPr bwMode="auto">
                <a:xfrm>
                  <a:off x="1963738" y="2587625"/>
                  <a:ext cx="166688" cy="136525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>
                    <a:solidFill>
                      <a:prstClr val="black"/>
                    </a:solidFill>
                    <a:latin typeface="Arial" panose="020B0604020202020204"/>
                    <a:ea typeface="微软雅黑" panose="020B0503020204020204" pitchFamily="34" charset="-122"/>
                    <a:cs typeface="Arial" panose="020B0604020202020204"/>
                  </a:endParaRPr>
                </a:p>
              </p:txBody>
            </p:sp>
            <p:sp>
              <p:nvSpPr>
                <p:cNvPr id="386" name="Freeform 173"/>
                <p:cNvSpPr/>
                <p:nvPr/>
              </p:nvSpPr>
              <p:spPr bwMode="auto">
                <a:xfrm>
                  <a:off x="1836738" y="2333625"/>
                  <a:ext cx="425450" cy="95250"/>
                </a:xfrm>
                <a:custGeom>
                  <a:avLst/>
                  <a:gdLst>
                    <a:gd name="T0" fmla="*/ 234 w 268"/>
                    <a:gd name="T1" fmla="*/ 0 h 60"/>
                    <a:gd name="T2" fmla="*/ 33 w 268"/>
                    <a:gd name="T3" fmla="*/ 0 h 60"/>
                    <a:gd name="T4" fmla="*/ 0 w 268"/>
                    <a:gd name="T5" fmla="*/ 60 h 60"/>
                    <a:gd name="T6" fmla="*/ 268 w 268"/>
                    <a:gd name="T7" fmla="*/ 60 h 60"/>
                    <a:gd name="T8" fmla="*/ 234 w 268"/>
                    <a:gd name="T9" fmla="*/ 0 h 6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68" h="60">
                      <a:moveTo>
                        <a:pt x="234" y="0"/>
                      </a:moveTo>
                      <a:lnTo>
                        <a:pt x="33" y="0"/>
                      </a:lnTo>
                      <a:lnTo>
                        <a:pt x="0" y="60"/>
                      </a:lnTo>
                      <a:lnTo>
                        <a:pt x="268" y="60"/>
                      </a:lnTo>
                      <a:lnTo>
                        <a:pt x="234" y="0"/>
                      </a:lnTo>
                      <a:close/>
                    </a:path>
                  </a:pathLst>
                </a:custGeom>
                <a:solidFill>
                  <a:srgbClr val="9A8878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>
                    <a:solidFill>
                      <a:prstClr val="black"/>
                    </a:solidFill>
                    <a:latin typeface="Arial" panose="020B0604020202020204"/>
                    <a:ea typeface="微软雅黑" panose="020B0503020204020204" pitchFamily="34" charset="-122"/>
                    <a:cs typeface="Arial" panose="020B0604020202020204"/>
                  </a:endParaRPr>
                </a:p>
              </p:txBody>
            </p:sp>
            <p:sp>
              <p:nvSpPr>
                <p:cNvPr id="387" name="Rectangle 174"/>
                <p:cNvSpPr>
                  <a:spLocks noChangeArrowheads="1"/>
                </p:cNvSpPr>
                <p:nvPr/>
              </p:nvSpPr>
              <p:spPr bwMode="auto">
                <a:xfrm>
                  <a:off x="1847850" y="2413000"/>
                  <a:ext cx="398463" cy="12700"/>
                </a:xfrm>
                <a:prstGeom prst="rect">
                  <a:avLst/>
                </a:prstGeom>
                <a:solidFill>
                  <a:srgbClr val="9A8878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>
                    <a:solidFill>
                      <a:prstClr val="black"/>
                    </a:solidFill>
                    <a:latin typeface="Arial" panose="020B0604020202020204"/>
                    <a:ea typeface="微软雅黑" panose="020B0503020204020204" pitchFamily="34" charset="-122"/>
                    <a:cs typeface="Arial" panose="020B0604020202020204"/>
                  </a:endParaRPr>
                </a:p>
              </p:txBody>
            </p:sp>
            <p:sp>
              <p:nvSpPr>
                <p:cNvPr id="388" name="Rectangle 175"/>
                <p:cNvSpPr>
                  <a:spLocks noChangeArrowheads="1"/>
                </p:cNvSpPr>
                <p:nvPr/>
              </p:nvSpPr>
              <p:spPr bwMode="auto">
                <a:xfrm>
                  <a:off x="1847850" y="2538413"/>
                  <a:ext cx="398463" cy="11113"/>
                </a:xfrm>
                <a:prstGeom prst="rect">
                  <a:avLst/>
                </a:prstGeom>
                <a:solidFill>
                  <a:srgbClr val="9A8878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>
                    <a:solidFill>
                      <a:prstClr val="black"/>
                    </a:solidFill>
                    <a:latin typeface="Arial" panose="020B0604020202020204"/>
                    <a:ea typeface="微软雅黑" panose="020B0503020204020204" pitchFamily="34" charset="-122"/>
                    <a:cs typeface="Arial" panose="020B0604020202020204"/>
                  </a:endParaRPr>
                </a:p>
              </p:txBody>
            </p:sp>
            <p:sp>
              <p:nvSpPr>
                <p:cNvPr id="389" name="Rectangle 176"/>
                <p:cNvSpPr>
                  <a:spLocks noChangeArrowheads="1"/>
                </p:cNvSpPr>
                <p:nvPr/>
              </p:nvSpPr>
              <p:spPr bwMode="auto">
                <a:xfrm>
                  <a:off x="1960563" y="2595563"/>
                  <a:ext cx="7938" cy="128588"/>
                </a:xfrm>
                <a:prstGeom prst="rect">
                  <a:avLst/>
                </a:prstGeom>
                <a:solidFill>
                  <a:srgbClr val="9A8878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>
                    <a:solidFill>
                      <a:prstClr val="black"/>
                    </a:solidFill>
                    <a:latin typeface="Arial" panose="020B0604020202020204"/>
                    <a:ea typeface="微软雅黑" panose="020B0503020204020204" pitchFamily="34" charset="-122"/>
                    <a:cs typeface="Arial" panose="020B0604020202020204"/>
                  </a:endParaRPr>
                </a:p>
              </p:txBody>
            </p:sp>
            <p:sp>
              <p:nvSpPr>
                <p:cNvPr id="390" name="Rectangle 177"/>
                <p:cNvSpPr>
                  <a:spLocks noChangeArrowheads="1"/>
                </p:cNvSpPr>
                <p:nvPr/>
              </p:nvSpPr>
              <p:spPr bwMode="auto">
                <a:xfrm>
                  <a:off x="2125663" y="2595563"/>
                  <a:ext cx="11113" cy="128588"/>
                </a:xfrm>
                <a:prstGeom prst="rect">
                  <a:avLst/>
                </a:prstGeom>
                <a:solidFill>
                  <a:srgbClr val="9A8878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>
                    <a:solidFill>
                      <a:prstClr val="black"/>
                    </a:solidFill>
                    <a:latin typeface="Arial" panose="020B0604020202020204"/>
                    <a:ea typeface="微软雅黑" panose="020B0503020204020204" pitchFamily="34" charset="-122"/>
                    <a:cs typeface="Arial" panose="020B0604020202020204"/>
                  </a:endParaRPr>
                </a:p>
              </p:txBody>
            </p:sp>
            <p:sp>
              <p:nvSpPr>
                <p:cNvPr id="391" name="Freeform 178"/>
                <p:cNvSpPr/>
                <p:nvPr/>
              </p:nvSpPr>
              <p:spPr bwMode="auto">
                <a:xfrm>
                  <a:off x="1941513" y="2560638"/>
                  <a:ext cx="211138" cy="49213"/>
                </a:xfrm>
                <a:custGeom>
                  <a:avLst/>
                  <a:gdLst>
                    <a:gd name="T0" fmla="*/ 116 w 133"/>
                    <a:gd name="T1" fmla="*/ 0 h 31"/>
                    <a:gd name="T2" fmla="*/ 17 w 133"/>
                    <a:gd name="T3" fmla="*/ 0 h 31"/>
                    <a:gd name="T4" fmla="*/ 0 w 133"/>
                    <a:gd name="T5" fmla="*/ 31 h 31"/>
                    <a:gd name="T6" fmla="*/ 133 w 133"/>
                    <a:gd name="T7" fmla="*/ 31 h 31"/>
                    <a:gd name="T8" fmla="*/ 116 w 133"/>
                    <a:gd name="T9" fmla="*/ 0 h 3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3" h="31">
                      <a:moveTo>
                        <a:pt x="116" y="0"/>
                      </a:moveTo>
                      <a:lnTo>
                        <a:pt x="17" y="0"/>
                      </a:lnTo>
                      <a:lnTo>
                        <a:pt x="0" y="31"/>
                      </a:lnTo>
                      <a:lnTo>
                        <a:pt x="133" y="31"/>
                      </a:lnTo>
                      <a:lnTo>
                        <a:pt x="116" y="0"/>
                      </a:lnTo>
                      <a:close/>
                    </a:path>
                  </a:pathLst>
                </a:custGeom>
                <a:solidFill>
                  <a:srgbClr val="9A8878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>
                    <a:solidFill>
                      <a:prstClr val="black"/>
                    </a:solidFill>
                    <a:latin typeface="Arial" panose="020B0604020202020204"/>
                    <a:ea typeface="微软雅黑" panose="020B0503020204020204" pitchFamily="34" charset="-122"/>
                    <a:cs typeface="Arial" panose="020B0604020202020204"/>
                  </a:endParaRPr>
                </a:p>
              </p:txBody>
            </p:sp>
          </p:grpSp>
          <p:grpSp>
            <p:nvGrpSpPr>
              <p:cNvPr id="279" name="组合 278"/>
              <p:cNvGrpSpPr/>
              <p:nvPr/>
            </p:nvGrpSpPr>
            <p:grpSpPr>
              <a:xfrm flipH="1">
                <a:off x="319504" y="5657521"/>
                <a:ext cx="773482" cy="987933"/>
                <a:chOff x="3967257" y="2209800"/>
                <a:chExt cx="437381" cy="514351"/>
              </a:xfrm>
            </p:grpSpPr>
            <p:sp>
              <p:nvSpPr>
                <p:cNvPr id="358" name="Rectangle 141"/>
                <p:cNvSpPr>
                  <a:spLocks noChangeArrowheads="1"/>
                </p:cNvSpPr>
                <p:nvPr/>
              </p:nvSpPr>
              <p:spPr bwMode="auto">
                <a:xfrm>
                  <a:off x="4351338" y="2398713"/>
                  <a:ext cx="30163" cy="30163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>
                    <a:solidFill>
                      <a:prstClr val="black"/>
                    </a:solidFill>
                    <a:latin typeface="Arial" panose="020B0604020202020204"/>
                    <a:ea typeface="微软雅黑" panose="020B0503020204020204" pitchFamily="34" charset="-122"/>
                    <a:cs typeface="Arial" panose="020B0604020202020204"/>
                  </a:endParaRPr>
                </a:p>
              </p:txBody>
            </p:sp>
            <p:sp>
              <p:nvSpPr>
                <p:cNvPr id="359" name="Rectangle 142"/>
                <p:cNvSpPr>
                  <a:spLocks noChangeArrowheads="1"/>
                </p:cNvSpPr>
                <p:nvPr/>
              </p:nvSpPr>
              <p:spPr bwMode="auto">
                <a:xfrm>
                  <a:off x="4310063" y="2516188"/>
                  <a:ext cx="33338" cy="33338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>
                    <a:solidFill>
                      <a:prstClr val="black"/>
                    </a:solidFill>
                    <a:latin typeface="Arial" panose="020B0604020202020204"/>
                    <a:ea typeface="微软雅黑" panose="020B0503020204020204" pitchFamily="34" charset="-122"/>
                    <a:cs typeface="Arial" panose="020B0604020202020204"/>
                  </a:endParaRPr>
                </a:p>
              </p:txBody>
            </p:sp>
            <p:sp>
              <p:nvSpPr>
                <p:cNvPr id="360" name="Freeform 162"/>
                <p:cNvSpPr>
                  <a:spLocks noEditPoints="1"/>
                </p:cNvSpPr>
                <p:nvPr/>
              </p:nvSpPr>
              <p:spPr bwMode="auto">
                <a:xfrm>
                  <a:off x="3983127" y="2300288"/>
                  <a:ext cx="398463" cy="423863"/>
                </a:xfrm>
                <a:custGeom>
                  <a:avLst/>
                  <a:gdLst>
                    <a:gd name="T0" fmla="*/ 106 w 106"/>
                    <a:gd name="T1" fmla="*/ 0 h 112"/>
                    <a:gd name="T2" fmla="*/ 91 w 106"/>
                    <a:gd name="T3" fmla="*/ 18 h 112"/>
                    <a:gd name="T4" fmla="*/ 91 w 106"/>
                    <a:gd name="T5" fmla="*/ 19 h 112"/>
                    <a:gd name="T6" fmla="*/ 85 w 106"/>
                    <a:gd name="T7" fmla="*/ 47 h 112"/>
                    <a:gd name="T8" fmla="*/ 85 w 106"/>
                    <a:gd name="T9" fmla="*/ 47 h 112"/>
                    <a:gd name="T10" fmla="*/ 85 w 106"/>
                    <a:gd name="T11" fmla="*/ 58 h 112"/>
                    <a:gd name="T12" fmla="*/ 91 w 106"/>
                    <a:gd name="T13" fmla="*/ 89 h 112"/>
                    <a:gd name="T14" fmla="*/ 65 w 106"/>
                    <a:gd name="T15" fmla="*/ 9 h 112"/>
                    <a:gd name="T16" fmla="*/ 59 w 106"/>
                    <a:gd name="T17" fmla="*/ 19 h 112"/>
                    <a:gd name="T18" fmla="*/ 59 w 106"/>
                    <a:gd name="T19" fmla="*/ 19 h 112"/>
                    <a:gd name="T20" fmla="*/ 59 w 106"/>
                    <a:gd name="T21" fmla="*/ 49 h 112"/>
                    <a:gd name="T22" fmla="*/ 40 w 106"/>
                    <a:gd name="T23" fmla="*/ 18 h 112"/>
                    <a:gd name="T24" fmla="*/ 40 w 106"/>
                    <a:gd name="T25" fmla="*/ 19 h 112"/>
                    <a:gd name="T26" fmla="*/ 34 w 106"/>
                    <a:gd name="T27" fmla="*/ 47 h 112"/>
                    <a:gd name="T28" fmla="*/ 34 w 106"/>
                    <a:gd name="T29" fmla="*/ 47 h 112"/>
                    <a:gd name="T30" fmla="*/ 8 w 106"/>
                    <a:gd name="T31" fmla="*/ 18 h 112"/>
                    <a:gd name="T32" fmla="*/ 14 w 106"/>
                    <a:gd name="T33" fmla="*/ 26 h 112"/>
                    <a:gd name="T34" fmla="*/ 14 w 106"/>
                    <a:gd name="T35" fmla="*/ 40 h 112"/>
                    <a:gd name="T36" fmla="*/ 8 w 106"/>
                    <a:gd name="T37" fmla="*/ 51 h 112"/>
                    <a:gd name="T38" fmla="*/ 8 w 106"/>
                    <a:gd name="T39" fmla="*/ 51 h 112"/>
                    <a:gd name="T40" fmla="*/ 8 w 106"/>
                    <a:gd name="T41" fmla="*/ 89 h 112"/>
                    <a:gd name="T42" fmla="*/ 14 w 106"/>
                    <a:gd name="T43" fmla="*/ 91 h 112"/>
                    <a:gd name="T44" fmla="*/ 16 w 106"/>
                    <a:gd name="T45" fmla="*/ 98 h 112"/>
                    <a:gd name="T46" fmla="*/ 21 w 106"/>
                    <a:gd name="T47" fmla="*/ 89 h 112"/>
                    <a:gd name="T48" fmla="*/ 21 w 106"/>
                    <a:gd name="T49" fmla="*/ 89 h 112"/>
                    <a:gd name="T50" fmla="*/ 21 w 106"/>
                    <a:gd name="T51" fmla="*/ 51 h 112"/>
                    <a:gd name="T52" fmla="*/ 16 w 106"/>
                    <a:gd name="T53" fmla="*/ 40 h 112"/>
                    <a:gd name="T54" fmla="*/ 16 w 106"/>
                    <a:gd name="T55" fmla="*/ 26 h 112"/>
                    <a:gd name="T56" fmla="*/ 21 w 106"/>
                    <a:gd name="T57" fmla="*/ 18 h 112"/>
                    <a:gd name="T58" fmla="*/ 21 w 106"/>
                    <a:gd name="T59" fmla="*/ 18 h 112"/>
                    <a:gd name="T60" fmla="*/ 40 w 106"/>
                    <a:gd name="T61" fmla="*/ 58 h 112"/>
                    <a:gd name="T62" fmla="*/ 41 w 106"/>
                    <a:gd name="T63" fmla="*/ 51 h 112"/>
                    <a:gd name="T64" fmla="*/ 41 w 106"/>
                    <a:gd name="T65" fmla="*/ 49 h 112"/>
                    <a:gd name="T66" fmla="*/ 47 w 106"/>
                    <a:gd name="T67" fmla="*/ 26 h 112"/>
                    <a:gd name="T68" fmla="*/ 47 w 106"/>
                    <a:gd name="T69" fmla="*/ 26 h 112"/>
                    <a:gd name="T70" fmla="*/ 47 w 106"/>
                    <a:gd name="T71" fmla="*/ 15 h 112"/>
                    <a:gd name="T72" fmla="*/ 65 w 106"/>
                    <a:gd name="T73" fmla="*/ 51 h 112"/>
                    <a:gd name="T74" fmla="*/ 67 w 106"/>
                    <a:gd name="T75" fmla="*/ 58 h 112"/>
                    <a:gd name="T76" fmla="*/ 73 w 106"/>
                    <a:gd name="T77" fmla="*/ 49 h 112"/>
                    <a:gd name="T78" fmla="*/ 73 w 106"/>
                    <a:gd name="T79" fmla="*/ 49 h 112"/>
                    <a:gd name="T80" fmla="*/ 73 w 106"/>
                    <a:gd name="T81" fmla="*/ 19 h 112"/>
                    <a:gd name="T82" fmla="*/ 67 w 106"/>
                    <a:gd name="T83" fmla="*/ 9 h 112"/>
                    <a:gd name="T84" fmla="*/ 85 w 106"/>
                    <a:gd name="T85" fmla="*/ 91 h 112"/>
                    <a:gd name="T86" fmla="*/ 98 w 106"/>
                    <a:gd name="T87" fmla="*/ 98 h 112"/>
                    <a:gd name="T88" fmla="*/ 98 w 106"/>
                    <a:gd name="T89" fmla="*/ 98 h 112"/>
                    <a:gd name="T90" fmla="*/ 98 w 106"/>
                    <a:gd name="T91" fmla="*/ 87 h 112"/>
                    <a:gd name="T92" fmla="*/ 92 w 106"/>
                    <a:gd name="T93" fmla="*/ 51 h 112"/>
                    <a:gd name="T94" fmla="*/ 92 w 106"/>
                    <a:gd name="T95" fmla="*/ 49 h 112"/>
                    <a:gd name="T96" fmla="*/ 98 w 106"/>
                    <a:gd name="T97" fmla="*/ 26 h 112"/>
                    <a:gd name="T98" fmla="*/ 98 w 106"/>
                    <a:gd name="T99" fmla="*/ 26 h 112"/>
                    <a:gd name="T100" fmla="*/ 98 w 106"/>
                    <a:gd name="T101" fmla="*/ 15 h 1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</a:cxnLst>
                  <a:rect l="0" t="0" r="r" b="b"/>
                  <a:pathLst>
                    <a:path w="106" h="112">
                      <a:moveTo>
                        <a:pt x="0" y="0"/>
                      </a:moveTo>
                      <a:cubicBezTo>
                        <a:pt x="0" y="112"/>
                        <a:pt x="0" y="112"/>
                        <a:pt x="0" y="112"/>
                      </a:cubicBezTo>
                      <a:cubicBezTo>
                        <a:pt x="106" y="112"/>
                        <a:pt x="106" y="112"/>
                        <a:pt x="106" y="112"/>
                      </a:cubicBezTo>
                      <a:cubicBezTo>
                        <a:pt x="106" y="0"/>
                        <a:pt x="106" y="0"/>
                        <a:pt x="106" y="0"/>
                      </a:cubicBezTo>
                      <a:lnTo>
                        <a:pt x="0" y="0"/>
                      </a:lnTo>
                      <a:close/>
                      <a:moveTo>
                        <a:pt x="85" y="15"/>
                      </a:moveTo>
                      <a:cubicBezTo>
                        <a:pt x="85" y="12"/>
                        <a:pt x="88" y="9"/>
                        <a:pt x="91" y="9"/>
                      </a:cubicBezTo>
                      <a:cubicBezTo>
                        <a:pt x="91" y="18"/>
                        <a:pt x="91" y="18"/>
                        <a:pt x="91" y="18"/>
                      </a:cubicBezTo>
                      <a:cubicBezTo>
                        <a:pt x="85" y="18"/>
                        <a:pt x="85" y="18"/>
                        <a:pt x="85" y="18"/>
                      </a:cubicBezTo>
                      <a:lnTo>
                        <a:pt x="85" y="15"/>
                      </a:lnTo>
                      <a:close/>
                      <a:moveTo>
                        <a:pt x="85" y="19"/>
                      </a:moveTo>
                      <a:cubicBezTo>
                        <a:pt x="91" y="19"/>
                        <a:pt x="91" y="19"/>
                        <a:pt x="91" y="19"/>
                      </a:cubicBezTo>
                      <a:cubicBezTo>
                        <a:pt x="91" y="26"/>
                        <a:pt x="91" y="26"/>
                        <a:pt x="91" y="26"/>
                      </a:cubicBezTo>
                      <a:cubicBezTo>
                        <a:pt x="85" y="26"/>
                        <a:pt x="85" y="26"/>
                        <a:pt x="85" y="26"/>
                      </a:cubicBezTo>
                      <a:lnTo>
                        <a:pt x="85" y="19"/>
                      </a:lnTo>
                      <a:close/>
                      <a:moveTo>
                        <a:pt x="85" y="47"/>
                      </a:moveTo>
                      <a:cubicBezTo>
                        <a:pt x="85" y="43"/>
                        <a:pt x="88" y="41"/>
                        <a:pt x="91" y="40"/>
                      </a:cubicBezTo>
                      <a:cubicBezTo>
                        <a:pt x="91" y="49"/>
                        <a:pt x="91" y="49"/>
                        <a:pt x="91" y="49"/>
                      </a:cubicBezTo>
                      <a:cubicBezTo>
                        <a:pt x="85" y="49"/>
                        <a:pt x="85" y="49"/>
                        <a:pt x="85" y="49"/>
                      </a:cubicBezTo>
                      <a:lnTo>
                        <a:pt x="85" y="47"/>
                      </a:lnTo>
                      <a:close/>
                      <a:moveTo>
                        <a:pt x="85" y="51"/>
                      </a:moveTo>
                      <a:cubicBezTo>
                        <a:pt x="91" y="51"/>
                        <a:pt x="91" y="51"/>
                        <a:pt x="91" y="51"/>
                      </a:cubicBezTo>
                      <a:cubicBezTo>
                        <a:pt x="91" y="58"/>
                        <a:pt x="91" y="58"/>
                        <a:pt x="91" y="58"/>
                      </a:cubicBezTo>
                      <a:cubicBezTo>
                        <a:pt x="85" y="58"/>
                        <a:pt x="85" y="58"/>
                        <a:pt x="85" y="58"/>
                      </a:cubicBezTo>
                      <a:lnTo>
                        <a:pt x="85" y="51"/>
                      </a:lnTo>
                      <a:close/>
                      <a:moveTo>
                        <a:pt x="85" y="87"/>
                      </a:moveTo>
                      <a:cubicBezTo>
                        <a:pt x="85" y="84"/>
                        <a:pt x="88" y="81"/>
                        <a:pt x="91" y="80"/>
                      </a:cubicBezTo>
                      <a:cubicBezTo>
                        <a:pt x="91" y="89"/>
                        <a:pt x="91" y="89"/>
                        <a:pt x="91" y="89"/>
                      </a:cubicBezTo>
                      <a:cubicBezTo>
                        <a:pt x="85" y="89"/>
                        <a:pt x="85" y="89"/>
                        <a:pt x="85" y="89"/>
                      </a:cubicBezTo>
                      <a:lnTo>
                        <a:pt x="85" y="87"/>
                      </a:lnTo>
                      <a:close/>
                      <a:moveTo>
                        <a:pt x="59" y="15"/>
                      </a:moveTo>
                      <a:cubicBezTo>
                        <a:pt x="59" y="12"/>
                        <a:pt x="62" y="9"/>
                        <a:pt x="65" y="9"/>
                      </a:cubicBezTo>
                      <a:cubicBezTo>
                        <a:pt x="65" y="18"/>
                        <a:pt x="65" y="18"/>
                        <a:pt x="65" y="18"/>
                      </a:cubicBezTo>
                      <a:cubicBezTo>
                        <a:pt x="59" y="18"/>
                        <a:pt x="59" y="18"/>
                        <a:pt x="59" y="18"/>
                      </a:cubicBezTo>
                      <a:lnTo>
                        <a:pt x="59" y="15"/>
                      </a:lnTo>
                      <a:close/>
                      <a:moveTo>
                        <a:pt x="59" y="19"/>
                      </a:moveTo>
                      <a:cubicBezTo>
                        <a:pt x="65" y="19"/>
                        <a:pt x="65" y="19"/>
                        <a:pt x="65" y="19"/>
                      </a:cubicBezTo>
                      <a:cubicBezTo>
                        <a:pt x="65" y="26"/>
                        <a:pt x="65" y="26"/>
                        <a:pt x="65" y="26"/>
                      </a:cubicBezTo>
                      <a:cubicBezTo>
                        <a:pt x="59" y="26"/>
                        <a:pt x="59" y="26"/>
                        <a:pt x="59" y="26"/>
                      </a:cubicBezTo>
                      <a:lnTo>
                        <a:pt x="59" y="19"/>
                      </a:lnTo>
                      <a:close/>
                      <a:moveTo>
                        <a:pt x="59" y="47"/>
                      </a:moveTo>
                      <a:cubicBezTo>
                        <a:pt x="59" y="43"/>
                        <a:pt x="62" y="41"/>
                        <a:pt x="65" y="40"/>
                      </a:cubicBezTo>
                      <a:cubicBezTo>
                        <a:pt x="65" y="49"/>
                        <a:pt x="65" y="49"/>
                        <a:pt x="65" y="49"/>
                      </a:cubicBezTo>
                      <a:cubicBezTo>
                        <a:pt x="59" y="49"/>
                        <a:pt x="59" y="49"/>
                        <a:pt x="59" y="49"/>
                      </a:cubicBezTo>
                      <a:lnTo>
                        <a:pt x="59" y="47"/>
                      </a:lnTo>
                      <a:close/>
                      <a:moveTo>
                        <a:pt x="34" y="15"/>
                      </a:moveTo>
                      <a:cubicBezTo>
                        <a:pt x="34" y="12"/>
                        <a:pt x="36" y="9"/>
                        <a:pt x="40" y="9"/>
                      </a:cubicBezTo>
                      <a:cubicBezTo>
                        <a:pt x="40" y="18"/>
                        <a:pt x="40" y="18"/>
                        <a:pt x="40" y="18"/>
                      </a:cubicBezTo>
                      <a:cubicBezTo>
                        <a:pt x="34" y="18"/>
                        <a:pt x="34" y="18"/>
                        <a:pt x="34" y="18"/>
                      </a:cubicBezTo>
                      <a:lnTo>
                        <a:pt x="34" y="15"/>
                      </a:lnTo>
                      <a:close/>
                      <a:moveTo>
                        <a:pt x="34" y="19"/>
                      </a:moveTo>
                      <a:cubicBezTo>
                        <a:pt x="40" y="19"/>
                        <a:pt x="40" y="19"/>
                        <a:pt x="40" y="19"/>
                      </a:cubicBezTo>
                      <a:cubicBezTo>
                        <a:pt x="40" y="26"/>
                        <a:pt x="40" y="26"/>
                        <a:pt x="40" y="26"/>
                      </a:cubicBezTo>
                      <a:cubicBezTo>
                        <a:pt x="34" y="26"/>
                        <a:pt x="34" y="26"/>
                        <a:pt x="34" y="26"/>
                      </a:cubicBezTo>
                      <a:lnTo>
                        <a:pt x="34" y="19"/>
                      </a:lnTo>
                      <a:close/>
                      <a:moveTo>
                        <a:pt x="34" y="47"/>
                      </a:moveTo>
                      <a:cubicBezTo>
                        <a:pt x="34" y="43"/>
                        <a:pt x="36" y="41"/>
                        <a:pt x="40" y="40"/>
                      </a:cubicBezTo>
                      <a:cubicBezTo>
                        <a:pt x="40" y="49"/>
                        <a:pt x="40" y="49"/>
                        <a:pt x="40" y="49"/>
                      </a:cubicBezTo>
                      <a:cubicBezTo>
                        <a:pt x="34" y="49"/>
                        <a:pt x="34" y="49"/>
                        <a:pt x="34" y="49"/>
                      </a:cubicBezTo>
                      <a:lnTo>
                        <a:pt x="34" y="47"/>
                      </a:lnTo>
                      <a:close/>
                      <a:moveTo>
                        <a:pt x="8" y="15"/>
                      </a:moveTo>
                      <a:cubicBezTo>
                        <a:pt x="8" y="12"/>
                        <a:pt x="11" y="9"/>
                        <a:pt x="14" y="9"/>
                      </a:cubicBezTo>
                      <a:cubicBezTo>
                        <a:pt x="14" y="18"/>
                        <a:pt x="14" y="18"/>
                        <a:pt x="14" y="18"/>
                      </a:cubicBezTo>
                      <a:cubicBezTo>
                        <a:pt x="8" y="18"/>
                        <a:pt x="8" y="18"/>
                        <a:pt x="8" y="18"/>
                      </a:cubicBezTo>
                      <a:lnTo>
                        <a:pt x="8" y="15"/>
                      </a:lnTo>
                      <a:close/>
                      <a:moveTo>
                        <a:pt x="8" y="19"/>
                      </a:moveTo>
                      <a:cubicBezTo>
                        <a:pt x="14" y="19"/>
                        <a:pt x="14" y="19"/>
                        <a:pt x="14" y="19"/>
                      </a:cubicBezTo>
                      <a:cubicBezTo>
                        <a:pt x="14" y="26"/>
                        <a:pt x="14" y="26"/>
                        <a:pt x="14" y="26"/>
                      </a:cubicBezTo>
                      <a:cubicBezTo>
                        <a:pt x="8" y="26"/>
                        <a:pt x="8" y="26"/>
                        <a:pt x="8" y="26"/>
                      </a:cubicBezTo>
                      <a:lnTo>
                        <a:pt x="8" y="19"/>
                      </a:lnTo>
                      <a:close/>
                      <a:moveTo>
                        <a:pt x="8" y="47"/>
                      </a:moveTo>
                      <a:cubicBezTo>
                        <a:pt x="8" y="43"/>
                        <a:pt x="11" y="41"/>
                        <a:pt x="14" y="40"/>
                      </a:cubicBezTo>
                      <a:cubicBezTo>
                        <a:pt x="14" y="49"/>
                        <a:pt x="14" y="49"/>
                        <a:pt x="14" y="49"/>
                      </a:cubicBezTo>
                      <a:cubicBezTo>
                        <a:pt x="8" y="49"/>
                        <a:pt x="8" y="49"/>
                        <a:pt x="8" y="49"/>
                      </a:cubicBezTo>
                      <a:lnTo>
                        <a:pt x="8" y="47"/>
                      </a:lnTo>
                      <a:close/>
                      <a:moveTo>
                        <a:pt x="8" y="51"/>
                      </a:moveTo>
                      <a:cubicBezTo>
                        <a:pt x="14" y="51"/>
                        <a:pt x="14" y="51"/>
                        <a:pt x="14" y="51"/>
                      </a:cubicBezTo>
                      <a:cubicBezTo>
                        <a:pt x="14" y="58"/>
                        <a:pt x="14" y="58"/>
                        <a:pt x="14" y="58"/>
                      </a:cubicBezTo>
                      <a:cubicBezTo>
                        <a:pt x="8" y="58"/>
                        <a:pt x="8" y="58"/>
                        <a:pt x="8" y="58"/>
                      </a:cubicBezTo>
                      <a:lnTo>
                        <a:pt x="8" y="51"/>
                      </a:lnTo>
                      <a:close/>
                      <a:moveTo>
                        <a:pt x="8" y="87"/>
                      </a:moveTo>
                      <a:cubicBezTo>
                        <a:pt x="8" y="84"/>
                        <a:pt x="11" y="81"/>
                        <a:pt x="14" y="80"/>
                      </a:cubicBezTo>
                      <a:cubicBezTo>
                        <a:pt x="14" y="89"/>
                        <a:pt x="14" y="89"/>
                        <a:pt x="14" y="89"/>
                      </a:cubicBezTo>
                      <a:cubicBezTo>
                        <a:pt x="8" y="89"/>
                        <a:pt x="8" y="89"/>
                        <a:pt x="8" y="89"/>
                      </a:cubicBezTo>
                      <a:lnTo>
                        <a:pt x="8" y="87"/>
                      </a:lnTo>
                      <a:close/>
                      <a:moveTo>
                        <a:pt x="8" y="98"/>
                      </a:moveTo>
                      <a:cubicBezTo>
                        <a:pt x="8" y="91"/>
                        <a:pt x="8" y="91"/>
                        <a:pt x="8" y="91"/>
                      </a:cubicBezTo>
                      <a:cubicBezTo>
                        <a:pt x="14" y="91"/>
                        <a:pt x="14" y="91"/>
                        <a:pt x="14" y="91"/>
                      </a:cubicBezTo>
                      <a:cubicBezTo>
                        <a:pt x="14" y="98"/>
                        <a:pt x="14" y="98"/>
                        <a:pt x="14" y="98"/>
                      </a:cubicBezTo>
                      <a:lnTo>
                        <a:pt x="8" y="98"/>
                      </a:lnTo>
                      <a:close/>
                      <a:moveTo>
                        <a:pt x="21" y="98"/>
                      </a:moveTo>
                      <a:cubicBezTo>
                        <a:pt x="16" y="98"/>
                        <a:pt x="16" y="98"/>
                        <a:pt x="16" y="98"/>
                      </a:cubicBezTo>
                      <a:cubicBezTo>
                        <a:pt x="16" y="91"/>
                        <a:pt x="16" y="91"/>
                        <a:pt x="16" y="91"/>
                      </a:cubicBezTo>
                      <a:cubicBezTo>
                        <a:pt x="21" y="91"/>
                        <a:pt x="21" y="91"/>
                        <a:pt x="21" y="91"/>
                      </a:cubicBezTo>
                      <a:lnTo>
                        <a:pt x="21" y="98"/>
                      </a:lnTo>
                      <a:close/>
                      <a:moveTo>
                        <a:pt x="21" y="89"/>
                      </a:moveTo>
                      <a:cubicBezTo>
                        <a:pt x="16" y="89"/>
                        <a:pt x="16" y="89"/>
                        <a:pt x="16" y="89"/>
                      </a:cubicBezTo>
                      <a:cubicBezTo>
                        <a:pt x="16" y="80"/>
                        <a:pt x="16" y="80"/>
                        <a:pt x="16" y="80"/>
                      </a:cubicBezTo>
                      <a:cubicBezTo>
                        <a:pt x="19" y="81"/>
                        <a:pt x="21" y="84"/>
                        <a:pt x="21" y="87"/>
                      </a:cubicBezTo>
                      <a:lnTo>
                        <a:pt x="21" y="89"/>
                      </a:lnTo>
                      <a:close/>
                      <a:moveTo>
                        <a:pt x="21" y="58"/>
                      </a:moveTo>
                      <a:cubicBezTo>
                        <a:pt x="16" y="58"/>
                        <a:pt x="16" y="58"/>
                        <a:pt x="16" y="58"/>
                      </a:cubicBezTo>
                      <a:cubicBezTo>
                        <a:pt x="16" y="51"/>
                        <a:pt x="16" y="51"/>
                        <a:pt x="16" y="51"/>
                      </a:cubicBezTo>
                      <a:cubicBezTo>
                        <a:pt x="21" y="51"/>
                        <a:pt x="21" y="51"/>
                        <a:pt x="21" y="51"/>
                      </a:cubicBezTo>
                      <a:lnTo>
                        <a:pt x="21" y="58"/>
                      </a:lnTo>
                      <a:close/>
                      <a:moveTo>
                        <a:pt x="21" y="49"/>
                      </a:moveTo>
                      <a:cubicBezTo>
                        <a:pt x="16" y="49"/>
                        <a:pt x="16" y="49"/>
                        <a:pt x="16" y="49"/>
                      </a:cubicBezTo>
                      <a:cubicBezTo>
                        <a:pt x="16" y="40"/>
                        <a:pt x="16" y="40"/>
                        <a:pt x="16" y="40"/>
                      </a:cubicBezTo>
                      <a:cubicBezTo>
                        <a:pt x="19" y="41"/>
                        <a:pt x="21" y="43"/>
                        <a:pt x="21" y="47"/>
                      </a:cubicBezTo>
                      <a:lnTo>
                        <a:pt x="21" y="49"/>
                      </a:lnTo>
                      <a:close/>
                      <a:moveTo>
                        <a:pt x="21" y="26"/>
                      </a:moveTo>
                      <a:cubicBezTo>
                        <a:pt x="16" y="26"/>
                        <a:pt x="16" y="26"/>
                        <a:pt x="16" y="26"/>
                      </a:cubicBezTo>
                      <a:cubicBezTo>
                        <a:pt x="16" y="19"/>
                        <a:pt x="16" y="19"/>
                        <a:pt x="16" y="19"/>
                      </a:cubicBezTo>
                      <a:cubicBezTo>
                        <a:pt x="21" y="19"/>
                        <a:pt x="21" y="19"/>
                        <a:pt x="21" y="19"/>
                      </a:cubicBezTo>
                      <a:lnTo>
                        <a:pt x="21" y="26"/>
                      </a:lnTo>
                      <a:close/>
                      <a:moveTo>
                        <a:pt x="21" y="18"/>
                      </a:moveTo>
                      <a:cubicBezTo>
                        <a:pt x="16" y="18"/>
                        <a:pt x="16" y="18"/>
                        <a:pt x="16" y="18"/>
                      </a:cubicBezTo>
                      <a:cubicBezTo>
                        <a:pt x="16" y="9"/>
                        <a:pt x="16" y="9"/>
                        <a:pt x="16" y="9"/>
                      </a:cubicBezTo>
                      <a:cubicBezTo>
                        <a:pt x="19" y="9"/>
                        <a:pt x="21" y="12"/>
                        <a:pt x="21" y="15"/>
                      </a:cubicBezTo>
                      <a:lnTo>
                        <a:pt x="21" y="18"/>
                      </a:lnTo>
                      <a:close/>
                      <a:moveTo>
                        <a:pt x="34" y="58"/>
                      </a:moveTo>
                      <a:cubicBezTo>
                        <a:pt x="34" y="51"/>
                        <a:pt x="34" y="51"/>
                        <a:pt x="34" y="51"/>
                      </a:cubicBezTo>
                      <a:cubicBezTo>
                        <a:pt x="40" y="51"/>
                        <a:pt x="40" y="51"/>
                        <a:pt x="40" y="51"/>
                      </a:cubicBezTo>
                      <a:cubicBezTo>
                        <a:pt x="40" y="58"/>
                        <a:pt x="40" y="58"/>
                        <a:pt x="40" y="58"/>
                      </a:cubicBezTo>
                      <a:lnTo>
                        <a:pt x="34" y="58"/>
                      </a:lnTo>
                      <a:close/>
                      <a:moveTo>
                        <a:pt x="47" y="58"/>
                      </a:moveTo>
                      <a:cubicBezTo>
                        <a:pt x="41" y="58"/>
                        <a:pt x="41" y="58"/>
                        <a:pt x="41" y="58"/>
                      </a:cubicBezTo>
                      <a:cubicBezTo>
                        <a:pt x="41" y="51"/>
                        <a:pt x="41" y="51"/>
                        <a:pt x="41" y="51"/>
                      </a:cubicBezTo>
                      <a:cubicBezTo>
                        <a:pt x="47" y="51"/>
                        <a:pt x="47" y="51"/>
                        <a:pt x="47" y="51"/>
                      </a:cubicBezTo>
                      <a:lnTo>
                        <a:pt x="47" y="58"/>
                      </a:lnTo>
                      <a:close/>
                      <a:moveTo>
                        <a:pt x="47" y="49"/>
                      </a:moveTo>
                      <a:cubicBezTo>
                        <a:pt x="41" y="49"/>
                        <a:pt x="41" y="49"/>
                        <a:pt x="41" y="49"/>
                      </a:cubicBezTo>
                      <a:cubicBezTo>
                        <a:pt x="41" y="40"/>
                        <a:pt x="41" y="40"/>
                        <a:pt x="41" y="40"/>
                      </a:cubicBezTo>
                      <a:cubicBezTo>
                        <a:pt x="44" y="41"/>
                        <a:pt x="47" y="43"/>
                        <a:pt x="47" y="47"/>
                      </a:cubicBezTo>
                      <a:lnTo>
                        <a:pt x="47" y="49"/>
                      </a:lnTo>
                      <a:close/>
                      <a:moveTo>
                        <a:pt x="47" y="26"/>
                      </a:moveTo>
                      <a:cubicBezTo>
                        <a:pt x="41" y="26"/>
                        <a:pt x="41" y="26"/>
                        <a:pt x="41" y="26"/>
                      </a:cubicBezTo>
                      <a:cubicBezTo>
                        <a:pt x="41" y="19"/>
                        <a:pt x="41" y="19"/>
                        <a:pt x="41" y="19"/>
                      </a:cubicBezTo>
                      <a:cubicBezTo>
                        <a:pt x="47" y="19"/>
                        <a:pt x="47" y="19"/>
                        <a:pt x="47" y="19"/>
                      </a:cubicBezTo>
                      <a:lnTo>
                        <a:pt x="47" y="26"/>
                      </a:lnTo>
                      <a:close/>
                      <a:moveTo>
                        <a:pt x="47" y="18"/>
                      </a:moveTo>
                      <a:cubicBezTo>
                        <a:pt x="41" y="18"/>
                        <a:pt x="41" y="18"/>
                        <a:pt x="41" y="18"/>
                      </a:cubicBezTo>
                      <a:cubicBezTo>
                        <a:pt x="41" y="9"/>
                        <a:pt x="41" y="9"/>
                        <a:pt x="41" y="9"/>
                      </a:cubicBezTo>
                      <a:cubicBezTo>
                        <a:pt x="44" y="9"/>
                        <a:pt x="47" y="12"/>
                        <a:pt x="47" y="15"/>
                      </a:cubicBezTo>
                      <a:lnTo>
                        <a:pt x="47" y="18"/>
                      </a:lnTo>
                      <a:close/>
                      <a:moveTo>
                        <a:pt x="59" y="58"/>
                      </a:moveTo>
                      <a:cubicBezTo>
                        <a:pt x="59" y="51"/>
                        <a:pt x="59" y="51"/>
                        <a:pt x="59" y="51"/>
                      </a:cubicBezTo>
                      <a:cubicBezTo>
                        <a:pt x="65" y="51"/>
                        <a:pt x="65" y="51"/>
                        <a:pt x="65" y="51"/>
                      </a:cubicBezTo>
                      <a:cubicBezTo>
                        <a:pt x="65" y="58"/>
                        <a:pt x="65" y="58"/>
                        <a:pt x="65" y="58"/>
                      </a:cubicBezTo>
                      <a:lnTo>
                        <a:pt x="59" y="58"/>
                      </a:lnTo>
                      <a:close/>
                      <a:moveTo>
                        <a:pt x="73" y="58"/>
                      </a:moveTo>
                      <a:cubicBezTo>
                        <a:pt x="67" y="58"/>
                        <a:pt x="67" y="58"/>
                        <a:pt x="67" y="58"/>
                      </a:cubicBezTo>
                      <a:cubicBezTo>
                        <a:pt x="67" y="51"/>
                        <a:pt x="67" y="51"/>
                        <a:pt x="67" y="51"/>
                      </a:cubicBezTo>
                      <a:cubicBezTo>
                        <a:pt x="73" y="51"/>
                        <a:pt x="73" y="51"/>
                        <a:pt x="73" y="51"/>
                      </a:cubicBezTo>
                      <a:lnTo>
                        <a:pt x="73" y="58"/>
                      </a:lnTo>
                      <a:close/>
                      <a:moveTo>
                        <a:pt x="73" y="49"/>
                      </a:moveTo>
                      <a:cubicBezTo>
                        <a:pt x="67" y="49"/>
                        <a:pt x="67" y="49"/>
                        <a:pt x="67" y="49"/>
                      </a:cubicBezTo>
                      <a:cubicBezTo>
                        <a:pt x="67" y="40"/>
                        <a:pt x="67" y="40"/>
                        <a:pt x="67" y="40"/>
                      </a:cubicBezTo>
                      <a:cubicBezTo>
                        <a:pt x="70" y="41"/>
                        <a:pt x="73" y="43"/>
                        <a:pt x="73" y="47"/>
                      </a:cubicBezTo>
                      <a:lnTo>
                        <a:pt x="73" y="49"/>
                      </a:lnTo>
                      <a:close/>
                      <a:moveTo>
                        <a:pt x="73" y="26"/>
                      </a:moveTo>
                      <a:cubicBezTo>
                        <a:pt x="67" y="26"/>
                        <a:pt x="67" y="26"/>
                        <a:pt x="67" y="26"/>
                      </a:cubicBezTo>
                      <a:cubicBezTo>
                        <a:pt x="67" y="19"/>
                        <a:pt x="67" y="19"/>
                        <a:pt x="67" y="19"/>
                      </a:cubicBezTo>
                      <a:cubicBezTo>
                        <a:pt x="73" y="19"/>
                        <a:pt x="73" y="19"/>
                        <a:pt x="73" y="19"/>
                      </a:cubicBezTo>
                      <a:lnTo>
                        <a:pt x="73" y="26"/>
                      </a:lnTo>
                      <a:close/>
                      <a:moveTo>
                        <a:pt x="73" y="18"/>
                      </a:moveTo>
                      <a:cubicBezTo>
                        <a:pt x="67" y="18"/>
                        <a:pt x="67" y="18"/>
                        <a:pt x="67" y="18"/>
                      </a:cubicBezTo>
                      <a:cubicBezTo>
                        <a:pt x="67" y="9"/>
                        <a:pt x="67" y="9"/>
                        <a:pt x="67" y="9"/>
                      </a:cubicBezTo>
                      <a:cubicBezTo>
                        <a:pt x="70" y="9"/>
                        <a:pt x="73" y="12"/>
                        <a:pt x="73" y="15"/>
                      </a:cubicBezTo>
                      <a:lnTo>
                        <a:pt x="73" y="18"/>
                      </a:lnTo>
                      <a:close/>
                      <a:moveTo>
                        <a:pt x="85" y="98"/>
                      </a:moveTo>
                      <a:cubicBezTo>
                        <a:pt x="85" y="91"/>
                        <a:pt x="85" y="91"/>
                        <a:pt x="85" y="91"/>
                      </a:cubicBezTo>
                      <a:cubicBezTo>
                        <a:pt x="91" y="91"/>
                        <a:pt x="91" y="91"/>
                        <a:pt x="91" y="91"/>
                      </a:cubicBezTo>
                      <a:cubicBezTo>
                        <a:pt x="91" y="98"/>
                        <a:pt x="91" y="98"/>
                        <a:pt x="91" y="98"/>
                      </a:cubicBezTo>
                      <a:lnTo>
                        <a:pt x="85" y="98"/>
                      </a:lnTo>
                      <a:close/>
                      <a:moveTo>
                        <a:pt x="98" y="98"/>
                      </a:moveTo>
                      <a:cubicBezTo>
                        <a:pt x="92" y="98"/>
                        <a:pt x="92" y="98"/>
                        <a:pt x="92" y="98"/>
                      </a:cubicBezTo>
                      <a:cubicBezTo>
                        <a:pt x="92" y="91"/>
                        <a:pt x="92" y="91"/>
                        <a:pt x="92" y="91"/>
                      </a:cubicBezTo>
                      <a:cubicBezTo>
                        <a:pt x="98" y="91"/>
                        <a:pt x="98" y="91"/>
                        <a:pt x="98" y="91"/>
                      </a:cubicBezTo>
                      <a:lnTo>
                        <a:pt x="98" y="98"/>
                      </a:lnTo>
                      <a:close/>
                      <a:moveTo>
                        <a:pt x="98" y="89"/>
                      </a:moveTo>
                      <a:cubicBezTo>
                        <a:pt x="92" y="89"/>
                        <a:pt x="92" y="89"/>
                        <a:pt x="92" y="89"/>
                      </a:cubicBezTo>
                      <a:cubicBezTo>
                        <a:pt x="92" y="80"/>
                        <a:pt x="92" y="80"/>
                        <a:pt x="92" y="80"/>
                      </a:cubicBezTo>
                      <a:cubicBezTo>
                        <a:pt x="96" y="81"/>
                        <a:pt x="98" y="84"/>
                        <a:pt x="98" y="87"/>
                      </a:cubicBezTo>
                      <a:lnTo>
                        <a:pt x="98" y="89"/>
                      </a:lnTo>
                      <a:close/>
                      <a:moveTo>
                        <a:pt x="98" y="58"/>
                      </a:moveTo>
                      <a:cubicBezTo>
                        <a:pt x="92" y="58"/>
                        <a:pt x="92" y="58"/>
                        <a:pt x="92" y="58"/>
                      </a:cubicBezTo>
                      <a:cubicBezTo>
                        <a:pt x="92" y="51"/>
                        <a:pt x="92" y="51"/>
                        <a:pt x="92" y="51"/>
                      </a:cubicBezTo>
                      <a:cubicBezTo>
                        <a:pt x="98" y="51"/>
                        <a:pt x="98" y="51"/>
                        <a:pt x="98" y="51"/>
                      </a:cubicBezTo>
                      <a:lnTo>
                        <a:pt x="98" y="58"/>
                      </a:lnTo>
                      <a:close/>
                      <a:moveTo>
                        <a:pt x="98" y="49"/>
                      </a:moveTo>
                      <a:cubicBezTo>
                        <a:pt x="92" y="49"/>
                        <a:pt x="92" y="49"/>
                        <a:pt x="92" y="49"/>
                      </a:cubicBezTo>
                      <a:cubicBezTo>
                        <a:pt x="92" y="40"/>
                        <a:pt x="92" y="40"/>
                        <a:pt x="92" y="40"/>
                      </a:cubicBezTo>
                      <a:cubicBezTo>
                        <a:pt x="96" y="41"/>
                        <a:pt x="98" y="43"/>
                        <a:pt x="98" y="47"/>
                      </a:cubicBezTo>
                      <a:lnTo>
                        <a:pt x="98" y="49"/>
                      </a:lnTo>
                      <a:close/>
                      <a:moveTo>
                        <a:pt x="98" y="26"/>
                      </a:moveTo>
                      <a:cubicBezTo>
                        <a:pt x="92" y="26"/>
                        <a:pt x="92" y="26"/>
                        <a:pt x="92" y="26"/>
                      </a:cubicBezTo>
                      <a:cubicBezTo>
                        <a:pt x="92" y="19"/>
                        <a:pt x="92" y="19"/>
                        <a:pt x="92" y="19"/>
                      </a:cubicBezTo>
                      <a:cubicBezTo>
                        <a:pt x="98" y="19"/>
                        <a:pt x="98" y="19"/>
                        <a:pt x="98" y="19"/>
                      </a:cubicBezTo>
                      <a:lnTo>
                        <a:pt x="98" y="26"/>
                      </a:lnTo>
                      <a:close/>
                      <a:moveTo>
                        <a:pt x="98" y="18"/>
                      </a:moveTo>
                      <a:cubicBezTo>
                        <a:pt x="92" y="18"/>
                        <a:pt x="92" y="18"/>
                        <a:pt x="92" y="18"/>
                      </a:cubicBezTo>
                      <a:cubicBezTo>
                        <a:pt x="92" y="9"/>
                        <a:pt x="92" y="9"/>
                        <a:pt x="92" y="9"/>
                      </a:cubicBezTo>
                      <a:cubicBezTo>
                        <a:pt x="96" y="9"/>
                        <a:pt x="98" y="12"/>
                        <a:pt x="98" y="15"/>
                      </a:cubicBezTo>
                      <a:lnTo>
                        <a:pt x="98" y="18"/>
                      </a:lnTo>
                      <a:close/>
                    </a:path>
                  </a:pathLst>
                </a:custGeom>
                <a:solidFill>
                  <a:srgbClr val="C2B8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>
                    <a:solidFill>
                      <a:prstClr val="black"/>
                    </a:solidFill>
                    <a:latin typeface="Arial" panose="020B0604020202020204"/>
                    <a:ea typeface="微软雅黑" panose="020B0503020204020204" pitchFamily="34" charset="-122"/>
                    <a:cs typeface="Arial" panose="020B0604020202020204"/>
                  </a:endParaRPr>
                </a:p>
              </p:txBody>
            </p:sp>
            <p:sp>
              <p:nvSpPr>
                <p:cNvPr id="361" name="Rectangle 163"/>
                <p:cNvSpPr>
                  <a:spLocks noChangeArrowheads="1"/>
                </p:cNvSpPr>
                <p:nvPr/>
              </p:nvSpPr>
              <p:spPr bwMode="auto">
                <a:xfrm>
                  <a:off x="4138198" y="2565400"/>
                  <a:ext cx="115888" cy="158750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>
                    <a:solidFill>
                      <a:prstClr val="black"/>
                    </a:solidFill>
                    <a:latin typeface="Arial" panose="020B0604020202020204"/>
                    <a:ea typeface="微软雅黑" panose="020B0503020204020204" pitchFamily="34" charset="-122"/>
                    <a:cs typeface="Arial" panose="020B0604020202020204"/>
                  </a:endParaRPr>
                </a:p>
              </p:txBody>
            </p:sp>
            <p:sp>
              <p:nvSpPr>
                <p:cNvPr id="362" name="Freeform 164"/>
                <p:cNvSpPr/>
                <p:nvPr/>
              </p:nvSpPr>
              <p:spPr bwMode="auto">
                <a:xfrm>
                  <a:off x="3967257" y="2209800"/>
                  <a:ext cx="425449" cy="93663"/>
                </a:xfrm>
                <a:custGeom>
                  <a:avLst/>
                  <a:gdLst>
                    <a:gd name="T0" fmla="*/ 235 w 268"/>
                    <a:gd name="T1" fmla="*/ 0 h 59"/>
                    <a:gd name="T2" fmla="*/ 33 w 268"/>
                    <a:gd name="T3" fmla="*/ 0 h 59"/>
                    <a:gd name="T4" fmla="*/ 0 w 268"/>
                    <a:gd name="T5" fmla="*/ 59 h 59"/>
                    <a:gd name="T6" fmla="*/ 268 w 268"/>
                    <a:gd name="T7" fmla="*/ 59 h 59"/>
                    <a:gd name="T8" fmla="*/ 235 w 268"/>
                    <a:gd name="T9" fmla="*/ 0 h 5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68" h="59">
                      <a:moveTo>
                        <a:pt x="235" y="0"/>
                      </a:moveTo>
                      <a:lnTo>
                        <a:pt x="33" y="0"/>
                      </a:lnTo>
                      <a:lnTo>
                        <a:pt x="0" y="59"/>
                      </a:lnTo>
                      <a:lnTo>
                        <a:pt x="268" y="59"/>
                      </a:lnTo>
                      <a:lnTo>
                        <a:pt x="235" y="0"/>
                      </a:lnTo>
                      <a:close/>
                    </a:path>
                  </a:pathLst>
                </a:custGeom>
                <a:solidFill>
                  <a:srgbClr val="9A8878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>
                    <a:solidFill>
                      <a:prstClr val="black"/>
                    </a:solidFill>
                    <a:latin typeface="Arial" panose="020B0604020202020204"/>
                    <a:ea typeface="微软雅黑" panose="020B0503020204020204" pitchFamily="34" charset="-122"/>
                    <a:cs typeface="Arial" panose="020B0604020202020204"/>
                  </a:endParaRPr>
                </a:p>
              </p:txBody>
            </p:sp>
            <p:sp>
              <p:nvSpPr>
                <p:cNvPr id="363" name="Rectangle 165"/>
                <p:cNvSpPr>
                  <a:spLocks noChangeArrowheads="1"/>
                </p:cNvSpPr>
                <p:nvPr/>
              </p:nvSpPr>
              <p:spPr bwMode="auto">
                <a:xfrm>
                  <a:off x="3998494" y="2425700"/>
                  <a:ext cx="398463" cy="6350"/>
                </a:xfrm>
                <a:prstGeom prst="rect">
                  <a:avLst/>
                </a:prstGeom>
                <a:solidFill>
                  <a:srgbClr val="9A8878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>
                    <a:solidFill>
                      <a:prstClr val="black"/>
                    </a:solidFill>
                    <a:latin typeface="Arial" panose="020B0604020202020204"/>
                    <a:ea typeface="微软雅黑" panose="020B0503020204020204" pitchFamily="34" charset="-122"/>
                    <a:cs typeface="Arial" panose="020B0604020202020204"/>
                  </a:endParaRPr>
                </a:p>
              </p:txBody>
            </p:sp>
            <p:sp>
              <p:nvSpPr>
                <p:cNvPr id="364" name="Rectangle 166"/>
                <p:cNvSpPr>
                  <a:spLocks noChangeArrowheads="1"/>
                </p:cNvSpPr>
                <p:nvPr/>
              </p:nvSpPr>
              <p:spPr bwMode="auto">
                <a:xfrm>
                  <a:off x="4006175" y="2541588"/>
                  <a:ext cx="398463" cy="12700"/>
                </a:xfrm>
                <a:prstGeom prst="rect">
                  <a:avLst/>
                </a:prstGeom>
                <a:solidFill>
                  <a:srgbClr val="9A8878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>
                    <a:solidFill>
                      <a:prstClr val="black"/>
                    </a:solidFill>
                    <a:latin typeface="Arial" panose="020B0604020202020204"/>
                    <a:ea typeface="微软雅黑" panose="020B0503020204020204" pitchFamily="34" charset="-122"/>
                    <a:cs typeface="Arial" panose="020B0604020202020204"/>
                  </a:endParaRPr>
                </a:p>
              </p:txBody>
            </p:sp>
            <p:sp>
              <p:nvSpPr>
                <p:cNvPr id="365" name="Rectangle 167"/>
                <p:cNvSpPr>
                  <a:spLocks noChangeArrowheads="1"/>
                </p:cNvSpPr>
                <p:nvPr/>
              </p:nvSpPr>
              <p:spPr bwMode="auto">
                <a:xfrm>
                  <a:off x="4246264" y="2598738"/>
                  <a:ext cx="11113" cy="125413"/>
                </a:xfrm>
                <a:prstGeom prst="rect">
                  <a:avLst/>
                </a:prstGeom>
                <a:solidFill>
                  <a:srgbClr val="9A8878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>
                    <a:solidFill>
                      <a:prstClr val="black"/>
                    </a:solidFill>
                    <a:latin typeface="Arial" panose="020B0604020202020204"/>
                    <a:ea typeface="微软雅黑" panose="020B0503020204020204" pitchFamily="34" charset="-122"/>
                    <a:cs typeface="Arial" panose="020B0604020202020204"/>
                  </a:endParaRPr>
                </a:p>
              </p:txBody>
            </p:sp>
            <p:sp>
              <p:nvSpPr>
                <p:cNvPr id="366" name="Rectangle 168"/>
                <p:cNvSpPr>
                  <a:spLocks noChangeArrowheads="1"/>
                </p:cNvSpPr>
                <p:nvPr/>
              </p:nvSpPr>
              <p:spPr bwMode="auto">
                <a:xfrm>
                  <a:off x="4138082" y="2598738"/>
                  <a:ext cx="7938" cy="125413"/>
                </a:xfrm>
                <a:prstGeom prst="rect">
                  <a:avLst/>
                </a:prstGeom>
                <a:solidFill>
                  <a:srgbClr val="9A8878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>
                    <a:solidFill>
                      <a:prstClr val="black"/>
                    </a:solidFill>
                    <a:latin typeface="Arial" panose="020B0604020202020204"/>
                    <a:ea typeface="微软雅黑" panose="020B0503020204020204" pitchFamily="34" charset="-122"/>
                    <a:cs typeface="Arial" panose="020B0604020202020204"/>
                  </a:endParaRPr>
                </a:p>
              </p:txBody>
            </p:sp>
            <p:sp>
              <p:nvSpPr>
                <p:cNvPr id="367" name="Freeform 169"/>
                <p:cNvSpPr/>
                <p:nvPr/>
              </p:nvSpPr>
              <p:spPr bwMode="auto">
                <a:xfrm>
                  <a:off x="4092162" y="2565400"/>
                  <a:ext cx="211138" cy="49213"/>
                </a:xfrm>
                <a:custGeom>
                  <a:avLst/>
                  <a:gdLst>
                    <a:gd name="T0" fmla="*/ 116 w 133"/>
                    <a:gd name="T1" fmla="*/ 0 h 31"/>
                    <a:gd name="T2" fmla="*/ 17 w 133"/>
                    <a:gd name="T3" fmla="*/ 0 h 31"/>
                    <a:gd name="T4" fmla="*/ 0 w 133"/>
                    <a:gd name="T5" fmla="*/ 31 h 31"/>
                    <a:gd name="T6" fmla="*/ 133 w 133"/>
                    <a:gd name="T7" fmla="*/ 31 h 31"/>
                    <a:gd name="T8" fmla="*/ 116 w 133"/>
                    <a:gd name="T9" fmla="*/ 0 h 3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3" h="31">
                      <a:moveTo>
                        <a:pt x="116" y="0"/>
                      </a:moveTo>
                      <a:lnTo>
                        <a:pt x="17" y="0"/>
                      </a:lnTo>
                      <a:lnTo>
                        <a:pt x="0" y="31"/>
                      </a:lnTo>
                      <a:lnTo>
                        <a:pt x="133" y="31"/>
                      </a:lnTo>
                      <a:lnTo>
                        <a:pt x="116" y="0"/>
                      </a:lnTo>
                      <a:close/>
                    </a:path>
                  </a:pathLst>
                </a:custGeom>
                <a:solidFill>
                  <a:srgbClr val="9A8878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>
                    <a:solidFill>
                      <a:prstClr val="black"/>
                    </a:solidFill>
                    <a:latin typeface="Arial" panose="020B0604020202020204"/>
                    <a:ea typeface="微软雅黑" panose="020B0503020204020204" pitchFamily="34" charset="-122"/>
                    <a:cs typeface="Arial" panose="020B0604020202020204"/>
                  </a:endParaRPr>
                </a:p>
              </p:txBody>
            </p:sp>
          </p:grpSp>
          <p:sp>
            <p:nvSpPr>
              <p:cNvPr id="280" name="Rectangle 9"/>
              <p:cNvSpPr>
                <a:spLocks noChangeArrowheads="1"/>
              </p:cNvSpPr>
              <p:nvPr/>
            </p:nvSpPr>
            <p:spPr bwMode="auto">
              <a:xfrm flipH="1">
                <a:off x="1194502" y="6217507"/>
                <a:ext cx="2671366" cy="423699"/>
              </a:xfrm>
              <a:prstGeom prst="rect">
                <a:avLst/>
              </a:prstGeom>
              <a:solidFill>
                <a:srgbClr val="2D7FA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prstClr val="black"/>
                  </a:solidFill>
                  <a:latin typeface="Arial" panose="020B0604020202020204"/>
                  <a:ea typeface="微软雅黑" panose="020B0503020204020204" pitchFamily="34" charset="-122"/>
                  <a:cs typeface="Arial" panose="020B0604020202020204"/>
                </a:endParaRPr>
              </a:p>
            </p:txBody>
          </p:sp>
          <p:sp>
            <p:nvSpPr>
              <p:cNvPr id="281" name="Rectangle 10"/>
              <p:cNvSpPr>
                <a:spLocks noChangeArrowheads="1"/>
              </p:cNvSpPr>
              <p:nvPr/>
            </p:nvSpPr>
            <p:spPr bwMode="auto">
              <a:xfrm flipH="1">
                <a:off x="1194502" y="6217507"/>
                <a:ext cx="2671366" cy="4236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prstClr val="black"/>
                  </a:solidFill>
                  <a:latin typeface="Arial" panose="020B0604020202020204"/>
                  <a:ea typeface="微软雅黑" panose="020B0503020204020204" pitchFamily="34" charset="-122"/>
                  <a:cs typeface="Arial" panose="020B0604020202020204"/>
                </a:endParaRPr>
              </a:p>
            </p:txBody>
          </p:sp>
          <p:sp>
            <p:nvSpPr>
              <p:cNvPr id="282" name="Freeform 11"/>
              <p:cNvSpPr>
                <a:spLocks noEditPoints="1"/>
              </p:cNvSpPr>
              <p:nvPr/>
            </p:nvSpPr>
            <p:spPr bwMode="auto">
              <a:xfrm flipH="1">
                <a:off x="1202983" y="6214875"/>
                <a:ext cx="2662886" cy="455279"/>
              </a:xfrm>
              <a:custGeom>
                <a:avLst/>
                <a:gdLst>
                  <a:gd name="T0" fmla="*/ 665 w 928"/>
                  <a:gd name="T1" fmla="*/ 137 h 146"/>
                  <a:gd name="T2" fmla="*/ 0 w 928"/>
                  <a:gd name="T3" fmla="*/ 137 h 146"/>
                  <a:gd name="T4" fmla="*/ 0 w 928"/>
                  <a:gd name="T5" fmla="*/ 146 h 146"/>
                  <a:gd name="T6" fmla="*/ 928 w 928"/>
                  <a:gd name="T7" fmla="*/ 146 h 146"/>
                  <a:gd name="T8" fmla="*/ 665 w 928"/>
                  <a:gd name="T9" fmla="*/ 137 h 146"/>
                  <a:gd name="T10" fmla="*/ 0 w 928"/>
                  <a:gd name="T11" fmla="*/ 0 h 146"/>
                  <a:gd name="T12" fmla="*/ 0 w 928"/>
                  <a:gd name="T13" fmla="*/ 1 h 146"/>
                  <a:gd name="T14" fmla="*/ 1 w 928"/>
                  <a:gd name="T15" fmla="*/ 1 h 146"/>
                  <a:gd name="T16" fmla="*/ 1 w 928"/>
                  <a:gd name="T17" fmla="*/ 1 h 146"/>
                  <a:gd name="T18" fmla="*/ 0 w 928"/>
                  <a:gd name="T19" fmla="*/ 1 h 146"/>
                  <a:gd name="T20" fmla="*/ 0 w 928"/>
                  <a:gd name="T21" fmla="*/ 0 h 146"/>
                  <a:gd name="T22" fmla="*/ 0 w 928"/>
                  <a:gd name="T23" fmla="*/ 0 h 1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928" h="146">
                    <a:moveTo>
                      <a:pt x="665" y="137"/>
                    </a:moveTo>
                    <a:cubicBezTo>
                      <a:pt x="0" y="137"/>
                      <a:pt x="0" y="137"/>
                      <a:pt x="0" y="137"/>
                    </a:cubicBezTo>
                    <a:cubicBezTo>
                      <a:pt x="0" y="146"/>
                      <a:pt x="0" y="146"/>
                      <a:pt x="0" y="146"/>
                    </a:cubicBezTo>
                    <a:cubicBezTo>
                      <a:pt x="928" y="146"/>
                      <a:pt x="928" y="146"/>
                      <a:pt x="928" y="146"/>
                    </a:cubicBezTo>
                    <a:cubicBezTo>
                      <a:pt x="914" y="146"/>
                      <a:pt x="824" y="145"/>
                      <a:pt x="665" y="137"/>
                    </a:cubicBezTo>
                    <a:moveTo>
                      <a:pt x="0" y="0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D3D4D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prstClr val="black"/>
                  </a:solidFill>
                  <a:latin typeface="Arial" panose="020B0604020202020204"/>
                  <a:ea typeface="微软雅黑" panose="020B0503020204020204" pitchFamily="34" charset="-122"/>
                  <a:cs typeface="Arial" panose="020B0604020202020204"/>
                </a:endParaRPr>
              </a:p>
            </p:txBody>
          </p:sp>
          <p:sp>
            <p:nvSpPr>
              <p:cNvPr id="283" name="Freeform 12"/>
              <p:cNvSpPr>
                <a:spLocks noEditPoints="1"/>
              </p:cNvSpPr>
              <p:nvPr/>
            </p:nvSpPr>
            <p:spPr bwMode="auto">
              <a:xfrm flipH="1">
                <a:off x="1957749" y="6217507"/>
                <a:ext cx="1908119" cy="423699"/>
              </a:xfrm>
              <a:custGeom>
                <a:avLst/>
                <a:gdLst>
                  <a:gd name="T0" fmla="*/ 161 w 665"/>
                  <a:gd name="T1" fmla="*/ 129 h 136"/>
                  <a:gd name="T2" fmla="*/ 161 w 665"/>
                  <a:gd name="T3" fmla="*/ 99 h 136"/>
                  <a:gd name="T4" fmla="*/ 190 w 665"/>
                  <a:gd name="T5" fmla="*/ 99 h 136"/>
                  <a:gd name="T6" fmla="*/ 190 w 665"/>
                  <a:gd name="T7" fmla="*/ 129 h 136"/>
                  <a:gd name="T8" fmla="*/ 161 w 665"/>
                  <a:gd name="T9" fmla="*/ 129 h 136"/>
                  <a:gd name="T10" fmla="*/ 56 w 665"/>
                  <a:gd name="T11" fmla="*/ 114 h 136"/>
                  <a:gd name="T12" fmla="*/ 56 w 665"/>
                  <a:gd name="T13" fmla="*/ 85 h 136"/>
                  <a:gd name="T14" fmla="*/ 85 w 665"/>
                  <a:gd name="T15" fmla="*/ 85 h 136"/>
                  <a:gd name="T16" fmla="*/ 85 w 665"/>
                  <a:gd name="T17" fmla="*/ 114 h 136"/>
                  <a:gd name="T18" fmla="*/ 56 w 665"/>
                  <a:gd name="T19" fmla="*/ 114 h 136"/>
                  <a:gd name="T20" fmla="*/ 1 w 665"/>
                  <a:gd name="T21" fmla="*/ 0 h 136"/>
                  <a:gd name="T22" fmla="*/ 0 w 665"/>
                  <a:gd name="T23" fmla="*/ 0 h 136"/>
                  <a:gd name="T24" fmla="*/ 0 w 665"/>
                  <a:gd name="T25" fmla="*/ 136 h 136"/>
                  <a:gd name="T26" fmla="*/ 665 w 665"/>
                  <a:gd name="T27" fmla="*/ 136 h 136"/>
                  <a:gd name="T28" fmla="*/ 403 w 665"/>
                  <a:gd name="T29" fmla="*/ 118 h 136"/>
                  <a:gd name="T30" fmla="*/ 358 w 665"/>
                  <a:gd name="T31" fmla="*/ 114 h 136"/>
                  <a:gd name="T32" fmla="*/ 348 w 665"/>
                  <a:gd name="T33" fmla="*/ 114 h 136"/>
                  <a:gd name="T34" fmla="*/ 348 w 665"/>
                  <a:gd name="T35" fmla="*/ 113 h 136"/>
                  <a:gd name="T36" fmla="*/ 232 w 665"/>
                  <a:gd name="T37" fmla="*/ 95 h 136"/>
                  <a:gd name="T38" fmla="*/ 232 w 665"/>
                  <a:gd name="T39" fmla="*/ 99 h 136"/>
                  <a:gd name="T40" fmla="*/ 203 w 665"/>
                  <a:gd name="T41" fmla="*/ 99 h 136"/>
                  <a:gd name="T42" fmla="*/ 203 w 665"/>
                  <a:gd name="T43" fmla="*/ 89 h 136"/>
                  <a:gd name="T44" fmla="*/ 125 w 665"/>
                  <a:gd name="T45" fmla="*/ 67 h 136"/>
                  <a:gd name="T46" fmla="*/ 125 w 665"/>
                  <a:gd name="T47" fmla="*/ 91 h 136"/>
                  <a:gd name="T48" fmla="*/ 96 w 665"/>
                  <a:gd name="T49" fmla="*/ 91 h 136"/>
                  <a:gd name="T50" fmla="*/ 96 w 665"/>
                  <a:gd name="T51" fmla="*/ 62 h 136"/>
                  <a:gd name="T52" fmla="*/ 111 w 665"/>
                  <a:gd name="T53" fmla="*/ 62 h 136"/>
                  <a:gd name="T54" fmla="*/ 85 w 665"/>
                  <a:gd name="T55" fmla="*/ 51 h 136"/>
                  <a:gd name="T56" fmla="*/ 85 w 665"/>
                  <a:gd name="T57" fmla="*/ 53 h 136"/>
                  <a:gd name="T58" fmla="*/ 56 w 665"/>
                  <a:gd name="T59" fmla="*/ 53 h 136"/>
                  <a:gd name="T60" fmla="*/ 56 w 665"/>
                  <a:gd name="T61" fmla="*/ 37 h 136"/>
                  <a:gd name="T62" fmla="*/ 1 w 665"/>
                  <a:gd name="T63" fmla="*/ 0 h 1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665" h="136">
                    <a:moveTo>
                      <a:pt x="161" y="129"/>
                    </a:moveTo>
                    <a:cubicBezTo>
                      <a:pt x="161" y="99"/>
                      <a:pt x="161" y="99"/>
                      <a:pt x="161" y="99"/>
                    </a:cubicBezTo>
                    <a:cubicBezTo>
                      <a:pt x="190" y="99"/>
                      <a:pt x="190" y="99"/>
                      <a:pt x="190" y="99"/>
                    </a:cubicBezTo>
                    <a:cubicBezTo>
                      <a:pt x="190" y="129"/>
                      <a:pt x="190" y="129"/>
                      <a:pt x="190" y="129"/>
                    </a:cubicBezTo>
                    <a:cubicBezTo>
                      <a:pt x="161" y="129"/>
                      <a:pt x="161" y="129"/>
                      <a:pt x="161" y="129"/>
                    </a:cubicBezTo>
                    <a:moveTo>
                      <a:pt x="56" y="114"/>
                    </a:moveTo>
                    <a:cubicBezTo>
                      <a:pt x="56" y="85"/>
                      <a:pt x="56" y="85"/>
                      <a:pt x="56" y="85"/>
                    </a:cubicBezTo>
                    <a:cubicBezTo>
                      <a:pt x="85" y="85"/>
                      <a:pt x="85" y="85"/>
                      <a:pt x="85" y="85"/>
                    </a:cubicBezTo>
                    <a:cubicBezTo>
                      <a:pt x="85" y="114"/>
                      <a:pt x="85" y="114"/>
                      <a:pt x="85" y="114"/>
                    </a:cubicBezTo>
                    <a:cubicBezTo>
                      <a:pt x="56" y="114"/>
                      <a:pt x="56" y="114"/>
                      <a:pt x="56" y="114"/>
                    </a:cubicBezTo>
                    <a:moveTo>
                      <a:pt x="1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136"/>
                      <a:pt x="0" y="136"/>
                      <a:pt x="0" y="136"/>
                    </a:cubicBezTo>
                    <a:cubicBezTo>
                      <a:pt x="665" y="136"/>
                      <a:pt x="665" y="136"/>
                      <a:pt x="665" y="136"/>
                    </a:cubicBezTo>
                    <a:cubicBezTo>
                      <a:pt x="592" y="132"/>
                      <a:pt x="505" y="126"/>
                      <a:pt x="403" y="118"/>
                    </a:cubicBezTo>
                    <a:cubicBezTo>
                      <a:pt x="388" y="117"/>
                      <a:pt x="372" y="116"/>
                      <a:pt x="358" y="114"/>
                    </a:cubicBezTo>
                    <a:cubicBezTo>
                      <a:pt x="348" y="114"/>
                      <a:pt x="348" y="114"/>
                      <a:pt x="348" y="114"/>
                    </a:cubicBezTo>
                    <a:cubicBezTo>
                      <a:pt x="348" y="113"/>
                      <a:pt x="348" y="113"/>
                      <a:pt x="348" y="113"/>
                    </a:cubicBezTo>
                    <a:cubicBezTo>
                      <a:pt x="305" y="108"/>
                      <a:pt x="266" y="102"/>
                      <a:pt x="232" y="95"/>
                    </a:cubicBezTo>
                    <a:cubicBezTo>
                      <a:pt x="232" y="99"/>
                      <a:pt x="232" y="99"/>
                      <a:pt x="232" y="99"/>
                    </a:cubicBezTo>
                    <a:cubicBezTo>
                      <a:pt x="203" y="99"/>
                      <a:pt x="203" y="99"/>
                      <a:pt x="203" y="99"/>
                    </a:cubicBezTo>
                    <a:cubicBezTo>
                      <a:pt x="203" y="89"/>
                      <a:pt x="203" y="89"/>
                      <a:pt x="203" y="89"/>
                    </a:cubicBezTo>
                    <a:cubicBezTo>
                      <a:pt x="173" y="82"/>
                      <a:pt x="147" y="74"/>
                      <a:pt x="125" y="67"/>
                    </a:cubicBezTo>
                    <a:cubicBezTo>
                      <a:pt x="125" y="91"/>
                      <a:pt x="125" y="91"/>
                      <a:pt x="125" y="91"/>
                    </a:cubicBezTo>
                    <a:cubicBezTo>
                      <a:pt x="96" y="91"/>
                      <a:pt x="96" y="91"/>
                      <a:pt x="96" y="91"/>
                    </a:cubicBezTo>
                    <a:cubicBezTo>
                      <a:pt x="96" y="62"/>
                      <a:pt x="96" y="62"/>
                      <a:pt x="96" y="62"/>
                    </a:cubicBezTo>
                    <a:cubicBezTo>
                      <a:pt x="111" y="62"/>
                      <a:pt x="111" y="62"/>
                      <a:pt x="111" y="62"/>
                    </a:cubicBezTo>
                    <a:cubicBezTo>
                      <a:pt x="101" y="58"/>
                      <a:pt x="93" y="55"/>
                      <a:pt x="85" y="51"/>
                    </a:cubicBezTo>
                    <a:cubicBezTo>
                      <a:pt x="85" y="53"/>
                      <a:pt x="85" y="53"/>
                      <a:pt x="85" y="53"/>
                    </a:cubicBezTo>
                    <a:cubicBezTo>
                      <a:pt x="56" y="53"/>
                      <a:pt x="56" y="53"/>
                      <a:pt x="56" y="53"/>
                    </a:cubicBezTo>
                    <a:cubicBezTo>
                      <a:pt x="56" y="37"/>
                      <a:pt x="56" y="37"/>
                      <a:pt x="56" y="37"/>
                    </a:cubicBezTo>
                    <a:cubicBezTo>
                      <a:pt x="22" y="20"/>
                      <a:pt x="6" y="5"/>
                      <a:pt x="1" y="0"/>
                    </a:cubicBezTo>
                  </a:path>
                </a:pathLst>
              </a:custGeom>
              <a:solidFill>
                <a:srgbClr val="C16A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prstClr val="black"/>
                  </a:solidFill>
                  <a:latin typeface="Arial" panose="020B0604020202020204"/>
                  <a:ea typeface="微软雅黑" panose="020B0503020204020204" pitchFamily="34" charset="-122"/>
                  <a:cs typeface="Arial" panose="020B0604020202020204"/>
                </a:endParaRPr>
              </a:p>
            </p:txBody>
          </p:sp>
          <p:sp>
            <p:nvSpPr>
              <p:cNvPr id="284" name="Freeform 13"/>
              <p:cNvSpPr/>
              <p:nvPr/>
            </p:nvSpPr>
            <p:spPr bwMode="auto">
              <a:xfrm flipH="1">
                <a:off x="3622356" y="6292510"/>
                <a:ext cx="82382" cy="84214"/>
              </a:xfrm>
              <a:custGeom>
                <a:avLst/>
                <a:gdLst>
                  <a:gd name="T0" fmla="*/ 29 w 29"/>
                  <a:gd name="T1" fmla="*/ 0 h 27"/>
                  <a:gd name="T2" fmla="*/ 0 w 29"/>
                  <a:gd name="T3" fmla="*/ 0 h 27"/>
                  <a:gd name="T4" fmla="*/ 0 w 29"/>
                  <a:gd name="T5" fmla="*/ 13 h 27"/>
                  <a:gd name="T6" fmla="*/ 29 w 29"/>
                  <a:gd name="T7" fmla="*/ 27 h 27"/>
                  <a:gd name="T8" fmla="*/ 29 w 29"/>
                  <a:gd name="T9" fmla="*/ 0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9" h="27">
                    <a:moveTo>
                      <a:pt x="29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13"/>
                      <a:pt x="0" y="13"/>
                      <a:pt x="0" y="13"/>
                    </a:cubicBezTo>
                    <a:cubicBezTo>
                      <a:pt x="8" y="18"/>
                      <a:pt x="18" y="22"/>
                      <a:pt x="29" y="27"/>
                    </a:cubicBezTo>
                    <a:cubicBezTo>
                      <a:pt x="29" y="0"/>
                      <a:pt x="29" y="0"/>
                      <a:pt x="29" y="0"/>
                    </a:cubicBezTo>
                  </a:path>
                </a:pathLst>
              </a:custGeom>
              <a:solidFill>
                <a:srgbClr val="EAB65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prstClr val="black"/>
                  </a:solidFill>
                  <a:latin typeface="Arial" panose="020B0604020202020204"/>
                  <a:ea typeface="微软雅黑" panose="020B0503020204020204" pitchFamily="34" charset="-122"/>
                  <a:cs typeface="Arial" panose="020B0604020202020204"/>
                </a:endParaRPr>
              </a:p>
            </p:txBody>
          </p:sp>
          <p:sp>
            <p:nvSpPr>
              <p:cNvPr id="285" name="Freeform 14"/>
              <p:cNvSpPr/>
              <p:nvPr/>
            </p:nvSpPr>
            <p:spPr bwMode="auto">
              <a:xfrm flipH="1">
                <a:off x="3622356" y="6333301"/>
                <a:ext cx="82382" cy="50002"/>
              </a:xfrm>
              <a:custGeom>
                <a:avLst/>
                <a:gdLst>
                  <a:gd name="T0" fmla="*/ 0 w 29"/>
                  <a:gd name="T1" fmla="*/ 0 h 16"/>
                  <a:gd name="T2" fmla="*/ 0 w 29"/>
                  <a:gd name="T3" fmla="*/ 16 h 16"/>
                  <a:gd name="T4" fmla="*/ 29 w 29"/>
                  <a:gd name="T5" fmla="*/ 16 h 16"/>
                  <a:gd name="T6" fmla="*/ 29 w 29"/>
                  <a:gd name="T7" fmla="*/ 14 h 16"/>
                  <a:gd name="T8" fmla="*/ 0 w 29"/>
                  <a:gd name="T9" fmla="*/ 0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9" h="16">
                    <a:moveTo>
                      <a:pt x="0" y="0"/>
                    </a:moveTo>
                    <a:cubicBezTo>
                      <a:pt x="0" y="16"/>
                      <a:pt x="0" y="16"/>
                      <a:pt x="0" y="16"/>
                    </a:cubicBezTo>
                    <a:cubicBezTo>
                      <a:pt x="29" y="16"/>
                      <a:pt x="29" y="16"/>
                      <a:pt x="29" y="16"/>
                    </a:cubicBezTo>
                    <a:cubicBezTo>
                      <a:pt x="29" y="14"/>
                      <a:pt x="29" y="14"/>
                      <a:pt x="29" y="14"/>
                    </a:cubicBezTo>
                    <a:cubicBezTo>
                      <a:pt x="18" y="9"/>
                      <a:pt x="8" y="5"/>
                      <a:pt x="0" y="0"/>
                    </a:cubicBezTo>
                  </a:path>
                </a:pathLst>
              </a:custGeom>
              <a:solidFill>
                <a:srgbClr val="D9AA5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prstClr val="black"/>
                  </a:solidFill>
                  <a:latin typeface="Arial" panose="020B0604020202020204"/>
                  <a:ea typeface="微软雅黑" panose="020B0503020204020204" pitchFamily="34" charset="-122"/>
                  <a:cs typeface="Arial" panose="020B0604020202020204"/>
                </a:endParaRPr>
              </a:p>
            </p:txBody>
          </p:sp>
          <p:sp>
            <p:nvSpPr>
              <p:cNvPr id="286" name="Freeform 15"/>
              <p:cNvSpPr/>
              <p:nvPr/>
            </p:nvSpPr>
            <p:spPr bwMode="auto">
              <a:xfrm flipH="1">
                <a:off x="3507262" y="6410935"/>
                <a:ext cx="39980" cy="15790"/>
              </a:xfrm>
              <a:custGeom>
                <a:avLst/>
                <a:gdLst>
                  <a:gd name="T0" fmla="*/ 14 w 14"/>
                  <a:gd name="T1" fmla="*/ 0 h 5"/>
                  <a:gd name="T2" fmla="*/ 0 w 14"/>
                  <a:gd name="T3" fmla="*/ 0 h 5"/>
                  <a:gd name="T4" fmla="*/ 14 w 14"/>
                  <a:gd name="T5" fmla="*/ 5 h 5"/>
                  <a:gd name="T6" fmla="*/ 14 w 14"/>
                  <a:gd name="T7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" h="5">
                    <a:moveTo>
                      <a:pt x="14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5" y="1"/>
                      <a:pt x="9" y="3"/>
                      <a:pt x="14" y="5"/>
                    </a:cubicBezTo>
                    <a:cubicBezTo>
                      <a:pt x="14" y="0"/>
                      <a:pt x="14" y="0"/>
                      <a:pt x="14" y="0"/>
                    </a:cubicBezTo>
                  </a:path>
                </a:pathLst>
              </a:custGeom>
              <a:solidFill>
                <a:srgbClr val="EAB65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prstClr val="black"/>
                  </a:solidFill>
                  <a:latin typeface="Arial" panose="020B0604020202020204"/>
                  <a:ea typeface="微软雅黑" panose="020B0503020204020204" pitchFamily="34" charset="-122"/>
                  <a:cs typeface="Arial" panose="020B0604020202020204"/>
                </a:endParaRPr>
              </a:p>
            </p:txBody>
          </p:sp>
          <p:sp>
            <p:nvSpPr>
              <p:cNvPr id="287" name="Freeform 16"/>
              <p:cNvSpPr/>
              <p:nvPr/>
            </p:nvSpPr>
            <p:spPr bwMode="auto">
              <a:xfrm flipH="1">
                <a:off x="3507262" y="6410935"/>
                <a:ext cx="83594" cy="90793"/>
              </a:xfrm>
              <a:custGeom>
                <a:avLst/>
                <a:gdLst>
                  <a:gd name="T0" fmla="*/ 15 w 29"/>
                  <a:gd name="T1" fmla="*/ 0 h 29"/>
                  <a:gd name="T2" fmla="*/ 0 w 29"/>
                  <a:gd name="T3" fmla="*/ 0 h 29"/>
                  <a:gd name="T4" fmla="*/ 0 w 29"/>
                  <a:gd name="T5" fmla="*/ 29 h 29"/>
                  <a:gd name="T6" fmla="*/ 29 w 29"/>
                  <a:gd name="T7" fmla="*/ 29 h 29"/>
                  <a:gd name="T8" fmla="*/ 29 w 29"/>
                  <a:gd name="T9" fmla="*/ 5 h 29"/>
                  <a:gd name="T10" fmla="*/ 15 w 29"/>
                  <a:gd name="T11" fmla="*/ 0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9" h="29">
                    <a:moveTo>
                      <a:pt x="15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29" y="29"/>
                      <a:pt x="29" y="29"/>
                      <a:pt x="29" y="29"/>
                    </a:cubicBezTo>
                    <a:cubicBezTo>
                      <a:pt x="29" y="5"/>
                      <a:pt x="29" y="5"/>
                      <a:pt x="29" y="5"/>
                    </a:cubicBezTo>
                    <a:cubicBezTo>
                      <a:pt x="24" y="3"/>
                      <a:pt x="20" y="1"/>
                      <a:pt x="15" y="0"/>
                    </a:cubicBezTo>
                  </a:path>
                </a:pathLst>
              </a:custGeom>
              <a:solidFill>
                <a:srgbClr val="D9AA5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prstClr val="black"/>
                  </a:solidFill>
                  <a:latin typeface="Arial" panose="020B0604020202020204"/>
                  <a:ea typeface="微软雅黑" panose="020B0503020204020204" pitchFamily="34" charset="-122"/>
                  <a:cs typeface="Arial" panose="020B0604020202020204"/>
                </a:endParaRPr>
              </a:p>
            </p:txBody>
          </p:sp>
          <p:sp>
            <p:nvSpPr>
              <p:cNvPr id="288" name="Rectangle 17"/>
              <p:cNvSpPr>
                <a:spLocks noChangeArrowheads="1"/>
              </p:cNvSpPr>
              <p:nvPr/>
            </p:nvSpPr>
            <p:spPr bwMode="auto">
              <a:xfrm flipH="1">
                <a:off x="3364306" y="6308300"/>
                <a:ext cx="82382" cy="90793"/>
              </a:xfrm>
              <a:prstGeom prst="rect">
                <a:avLst/>
              </a:prstGeom>
              <a:solidFill>
                <a:srgbClr val="F1C08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prstClr val="black"/>
                  </a:solidFill>
                  <a:latin typeface="Arial" panose="020B0604020202020204"/>
                  <a:ea typeface="微软雅黑" panose="020B0503020204020204" pitchFamily="34" charset="-122"/>
                  <a:cs typeface="Arial" panose="020B0604020202020204"/>
                </a:endParaRPr>
              </a:p>
            </p:txBody>
          </p:sp>
          <p:sp>
            <p:nvSpPr>
              <p:cNvPr id="289" name="Rectangle 18"/>
              <p:cNvSpPr>
                <a:spLocks noChangeArrowheads="1"/>
              </p:cNvSpPr>
              <p:nvPr/>
            </p:nvSpPr>
            <p:spPr bwMode="auto">
              <a:xfrm flipH="1">
                <a:off x="3364306" y="6308300"/>
                <a:ext cx="82382" cy="9079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prstClr val="black"/>
                  </a:solidFill>
                  <a:latin typeface="Arial" panose="020B0604020202020204"/>
                  <a:ea typeface="微软雅黑" panose="020B0503020204020204" pitchFamily="34" charset="-122"/>
                  <a:cs typeface="Arial" panose="020B0604020202020204"/>
                </a:endParaRPr>
              </a:p>
            </p:txBody>
          </p:sp>
          <p:sp>
            <p:nvSpPr>
              <p:cNvPr id="290" name="Rectangle 19"/>
              <p:cNvSpPr>
                <a:spLocks noChangeArrowheads="1"/>
              </p:cNvSpPr>
              <p:nvPr/>
            </p:nvSpPr>
            <p:spPr bwMode="auto">
              <a:xfrm flipH="1">
                <a:off x="2313931" y="6339880"/>
                <a:ext cx="86017" cy="89477"/>
              </a:xfrm>
              <a:prstGeom prst="rect">
                <a:avLst/>
              </a:prstGeom>
              <a:solidFill>
                <a:srgbClr val="F1C08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prstClr val="black"/>
                  </a:solidFill>
                  <a:latin typeface="Arial" panose="020B0604020202020204"/>
                  <a:ea typeface="微软雅黑" panose="020B0503020204020204" pitchFamily="34" charset="-122"/>
                  <a:cs typeface="Arial" panose="020B0604020202020204"/>
                </a:endParaRPr>
              </a:p>
            </p:txBody>
          </p:sp>
          <p:sp>
            <p:nvSpPr>
              <p:cNvPr id="291" name="Rectangle 20"/>
              <p:cNvSpPr>
                <a:spLocks noChangeArrowheads="1"/>
              </p:cNvSpPr>
              <p:nvPr/>
            </p:nvSpPr>
            <p:spPr bwMode="auto">
              <a:xfrm flipH="1">
                <a:off x="2313931" y="6339880"/>
                <a:ext cx="86017" cy="894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prstClr val="black"/>
                  </a:solidFill>
                  <a:latin typeface="Arial" panose="020B0604020202020204"/>
                  <a:ea typeface="微软雅黑" panose="020B0503020204020204" pitchFamily="34" charset="-122"/>
                  <a:cs typeface="Arial" panose="020B0604020202020204"/>
                </a:endParaRPr>
              </a:p>
            </p:txBody>
          </p:sp>
          <p:sp>
            <p:nvSpPr>
              <p:cNvPr id="292" name="Rectangle 21"/>
              <p:cNvSpPr>
                <a:spLocks noChangeArrowheads="1"/>
              </p:cNvSpPr>
              <p:nvPr/>
            </p:nvSpPr>
            <p:spPr bwMode="auto">
              <a:xfrm flipH="1">
                <a:off x="2996008" y="6435936"/>
                <a:ext cx="83594" cy="90793"/>
              </a:xfrm>
              <a:prstGeom prst="rect">
                <a:avLst/>
              </a:prstGeom>
              <a:solidFill>
                <a:srgbClr val="F1C08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prstClr val="black"/>
                  </a:solidFill>
                  <a:latin typeface="Arial" panose="020B0604020202020204"/>
                  <a:ea typeface="微软雅黑" panose="020B0503020204020204" pitchFamily="34" charset="-122"/>
                  <a:cs typeface="Arial" panose="020B0604020202020204"/>
                </a:endParaRPr>
              </a:p>
            </p:txBody>
          </p:sp>
          <p:sp>
            <p:nvSpPr>
              <p:cNvPr id="293" name="Rectangle 22"/>
              <p:cNvSpPr>
                <a:spLocks noChangeArrowheads="1"/>
              </p:cNvSpPr>
              <p:nvPr/>
            </p:nvSpPr>
            <p:spPr bwMode="auto">
              <a:xfrm flipH="1">
                <a:off x="2996008" y="6435936"/>
                <a:ext cx="83594" cy="9079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prstClr val="black"/>
                  </a:solidFill>
                  <a:latin typeface="Arial" panose="020B0604020202020204"/>
                  <a:ea typeface="微软雅黑" panose="020B0503020204020204" pitchFamily="34" charset="-122"/>
                  <a:cs typeface="Arial" panose="020B0604020202020204"/>
                </a:endParaRPr>
              </a:p>
            </p:txBody>
          </p:sp>
          <p:sp>
            <p:nvSpPr>
              <p:cNvPr id="294" name="Rectangle 23"/>
              <p:cNvSpPr>
                <a:spLocks noChangeArrowheads="1"/>
              </p:cNvSpPr>
              <p:nvPr/>
            </p:nvSpPr>
            <p:spPr bwMode="auto">
              <a:xfrm flipH="1">
                <a:off x="3622356" y="6483306"/>
                <a:ext cx="82382" cy="89477"/>
              </a:xfrm>
              <a:prstGeom prst="rect">
                <a:avLst/>
              </a:prstGeom>
              <a:solidFill>
                <a:srgbClr val="DFB48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prstClr val="black"/>
                  </a:solidFill>
                  <a:latin typeface="Arial" panose="020B0604020202020204"/>
                  <a:ea typeface="微软雅黑" panose="020B0503020204020204" pitchFamily="34" charset="-122"/>
                  <a:cs typeface="Arial" panose="020B0604020202020204"/>
                </a:endParaRPr>
              </a:p>
            </p:txBody>
          </p:sp>
          <p:sp>
            <p:nvSpPr>
              <p:cNvPr id="295" name="Rectangle 24"/>
              <p:cNvSpPr>
                <a:spLocks noChangeArrowheads="1"/>
              </p:cNvSpPr>
              <p:nvPr/>
            </p:nvSpPr>
            <p:spPr bwMode="auto">
              <a:xfrm flipH="1">
                <a:off x="3622356" y="6483306"/>
                <a:ext cx="82382" cy="894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prstClr val="black"/>
                  </a:solidFill>
                  <a:latin typeface="Arial" panose="020B0604020202020204"/>
                  <a:ea typeface="微软雅黑" panose="020B0503020204020204" pitchFamily="34" charset="-122"/>
                  <a:cs typeface="Arial" panose="020B0604020202020204"/>
                </a:endParaRPr>
              </a:p>
            </p:txBody>
          </p:sp>
          <p:sp>
            <p:nvSpPr>
              <p:cNvPr id="296" name="Rectangle 25"/>
              <p:cNvSpPr>
                <a:spLocks noChangeArrowheads="1"/>
              </p:cNvSpPr>
              <p:nvPr/>
            </p:nvSpPr>
            <p:spPr bwMode="auto">
              <a:xfrm flipH="1">
                <a:off x="1431957" y="6262245"/>
                <a:ext cx="83594" cy="89477"/>
              </a:xfrm>
              <a:prstGeom prst="rect">
                <a:avLst/>
              </a:prstGeom>
              <a:solidFill>
                <a:srgbClr val="F1C08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prstClr val="black"/>
                  </a:solidFill>
                  <a:latin typeface="Arial" panose="020B0604020202020204"/>
                  <a:ea typeface="微软雅黑" panose="020B0503020204020204" pitchFamily="34" charset="-122"/>
                  <a:cs typeface="Arial" panose="020B0604020202020204"/>
                </a:endParaRPr>
              </a:p>
            </p:txBody>
          </p:sp>
          <p:sp>
            <p:nvSpPr>
              <p:cNvPr id="297" name="Rectangle 26"/>
              <p:cNvSpPr>
                <a:spLocks noChangeArrowheads="1"/>
              </p:cNvSpPr>
              <p:nvPr/>
            </p:nvSpPr>
            <p:spPr bwMode="auto">
              <a:xfrm flipH="1">
                <a:off x="1431957" y="6262245"/>
                <a:ext cx="83594" cy="894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prstClr val="black"/>
                  </a:solidFill>
                  <a:latin typeface="Arial" panose="020B0604020202020204"/>
                  <a:ea typeface="微软雅黑" panose="020B0503020204020204" pitchFamily="34" charset="-122"/>
                  <a:cs typeface="Arial" panose="020B0604020202020204"/>
                </a:endParaRPr>
              </a:p>
            </p:txBody>
          </p:sp>
          <p:sp>
            <p:nvSpPr>
              <p:cNvPr id="298" name="Rectangle 27"/>
              <p:cNvSpPr>
                <a:spLocks noChangeArrowheads="1"/>
              </p:cNvSpPr>
              <p:nvPr/>
            </p:nvSpPr>
            <p:spPr bwMode="auto">
              <a:xfrm flipH="1">
                <a:off x="2844570" y="6335932"/>
                <a:ext cx="83594" cy="90793"/>
              </a:xfrm>
              <a:prstGeom prst="rect">
                <a:avLst/>
              </a:prstGeom>
              <a:solidFill>
                <a:srgbClr val="F1C08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prstClr val="black"/>
                  </a:solidFill>
                  <a:latin typeface="Arial" panose="020B0604020202020204"/>
                  <a:ea typeface="微软雅黑" panose="020B0503020204020204" pitchFamily="34" charset="-122"/>
                  <a:cs typeface="Arial" panose="020B0604020202020204"/>
                </a:endParaRPr>
              </a:p>
            </p:txBody>
          </p:sp>
          <p:sp>
            <p:nvSpPr>
              <p:cNvPr id="299" name="Rectangle 28"/>
              <p:cNvSpPr>
                <a:spLocks noChangeArrowheads="1"/>
              </p:cNvSpPr>
              <p:nvPr/>
            </p:nvSpPr>
            <p:spPr bwMode="auto">
              <a:xfrm flipH="1">
                <a:off x="2844570" y="6335932"/>
                <a:ext cx="83594" cy="9079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prstClr val="black"/>
                  </a:solidFill>
                  <a:latin typeface="Arial" panose="020B0604020202020204"/>
                  <a:ea typeface="微软雅黑" panose="020B0503020204020204" pitchFamily="34" charset="-122"/>
                  <a:cs typeface="Arial" panose="020B0604020202020204"/>
                </a:endParaRPr>
              </a:p>
            </p:txBody>
          </p:sp>
          <p:sp>
            <p:nvSpPr>
              <p:cNvPr id="300" name="Rectangle 29"/>
              <p:cNvSpPr>
                <a:spLocks noChangeArrowheads="1"/>
              </p:cNvSpPr>
              <p:nvPr/>
            </p:nvSpPr>
            <p:spPr bwMode="auto">
              <a:xfrm flipH="1">
                <a:off x="3320691" y="6526729"/>
                <a:ext cx="83594" cy="93425"/>
              </a:xfrm>
              <a:prstGeom prst="rect">
                <a:avLst/>
              </a:prstGeom>
              <a:solidFill>
                <a:srgbClr val="DFB48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prstClr val="black"/>
                  </a:solidFill>
                  <a:latin typeface="Arial" panose="020B0604020202020204"/>
                  <a:ea typeface="微软雅黑" panose="020B0503020204020204" pitchFamily="34" charset="-122"/>
                  <a:cs typeface="Arial" panose="020B0604020202020204"/>
                </a:endParaRPr>
              </a:p>
            </p:txBody>
          </p:sp>
          <p:sp>
            <p:nvSpPr>
              <p:cNvPr id="301" name="Rectangle 30"/>
              <p:cNvSpPr>
                <a:spLocks noChangeArrowheads="1"/>
              </p:cNvSpPr>
              <p:nvPr/>
            </p:nvSpPr>
            <p:spPr bwMode="auto">
              <a:xfrm flipH="1">
                <a:off x="3320691" y="6526729"/>
                <a:ext cx="83594" cy="934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prstClr val="black"/>
                  </a:solidFill>
                  <a:latin typeface="Arial" panose="020B0604020202020204"/>
                  <a:ea typeface="微软雅黑" panose="020B0503020204020204" pitchFamily="34" charset="-122"/>
                  <a:cs typeface="Arial" panose="020B0604020202020204"/>
                </a:endParaRPr>
              </a:p>
            </p:txBody>
          </p:sp>
          <p:sp>
            <p:nvSpPr>
              <p:cNvPr id="302" name="Rectangle 31"/>
              <p:cNvSpPr>
                <a:spLocks noChangeArrowheads="1"/>
              </p:cNvSpPr>
              <p:nvPr/>
            </p:nvSpPr>
            <p:spPr bwMode="auto">
              <a:xfrm flipH="1">
                <a:off x="2666479" y="6364881"/>
                <a:ext cx="83594" cy="89477"/>
              </a:xfrm>
              <a:prstGeom prst="rect">
                <a:avLst/>
              </a:prstGeom>
              <a:solidFill>
                <a:srgbClr val="F1C08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prstClr val="black"/>
                  </a:solidFill>
                  <a:latin typeface="Arial" panose="020B0604020202020204"/>
                  <a:ea typeface="微软雅黑" panose="020B0503020204020204" pitchFamily="34" charset="-122"/>
                  <a:cs typeface="Arial" panose="020B0604020202020204"/>
                </a:endParaRPr>
              </a:p>
            </p:txBody>
          </p:sp>
          <p:sp>
            <p:nvSpPr>
              <p:cNvPr id="303" name="Rectangle 32"/>
              <p:cNvSpPr>
                <a:spLocks noChangeArrowheads="1"/>
              </p:cNvSpPr>
              <p:nvPr/>
            </p:nvSpPr>
            <p:spPr bwMode="auto">
              <a:xfrm flipH="1">
                <a:off x="2666479" y="6364881"/>
                <a:ext cx="83594" cy="894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prstClr val="black"/>
                  </a:solidFill>
                  <a:latin typeface="Arial" panose="020B0604020202020204"/>
                  <a:ea typeface="微软雅黑" panose="020B0503020204020204" pitchFamily="34" charset="-122"/>
                  <a:cs typeface="Arial" panose="020B0604020202020204"/>
                </a:endParaRPr>
              </a:p>
            </p:txBody>
          </p:sp>
          <p:sp>
            <p:nvSpPr>
              <p:cNvPr id="304" name="Rectangle 33"/>
              <p:cNvSpPr>
                <a:spLocks noChangeArrowheads="1"/>
              </p:cNvSpPr>
              <p:nvPr/>
            </p:nvSpPr>
            <p:spPr bwMode="auto">
              <a:xfrm flipH="1">
                <a:off x="2471427" y="6262245"/>
                <a:ext cx="86017" cy="89477"/>
              </a:xfrm>
              <a:prstGeom prst="rect">
                <a:avLst/>
              </a:prstGeom>
              <a:solidFill>
                <a:srgbClr val="EAB65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prstClr val="black"/>
                  </a:solidFill>
                  <a:latin typeface="Arial" panose="020B0604020202020204"/>
                  <a:ea typeface="微软雅黑" panose="020B0503020204020204" pitchFamily="34" charset="-122"/>
                  <a:cs typeface="Arial" panose="020B0604020202020204"/>
                </a:endParaRPr>
              </a:p>
            </p:txBody>
          </p:sp>
          <p:sp>
            <p:nvSpPr>
              <p:cNvPr id="305" name="Rectangle 34"/>
              <p:cNvSpPr>
                <a:spLocks noChangeArrowheads="1"/>
              </p:cNvSpPr>
              <p:nvPr/>
            </p:nvSpPr>
            <p:spPr bwMode="auto">
              <a:xfrm flipH="1">
                <a:off x="2471427" y="6262245"/>
                <a:ext cx="86017" cy="894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prstClr val="black"/>
                  </a:solidFill>
                  <a:latin typeface="Arial" panose="020B0604020202020204"/>
                  <a:ea typeface="微软雅黑" panose="020B0503020204020204" pitchFamily="34" charset="-122"/>
                  <a:cs typeface="Arial" panose="020B0604020202020204"/>
                </a:endParaRPr>
              </a:p>
            </p:txBody>
          </p:sp>
          <p:sp>
            <p:nvSpPr>
              <p:cNvPr id="306" name="Rectangle 35"/>
              <p:cNvSpPr>
                <a:spLocks noChangeArrowheads="1"/>
              </p:cNvSpPr>
              <p:nvPr/>
            </p:nvSpPr>
            <p:spPr bwMode="auto">
              <a:xfrm flipH="1">
                <a:off x="2322412" y="6501728"/>
                <a:ext cx="82382" cy="89477"/>
              </a:xfrm>
              <a:prstGeom prst="rect">
                <a:avLst/>
              </a:prstGeom>
              <a:solidFill>
                <a:srgbClr val="EAB65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prstClr val="black"/>
                  </a:solidFill>
                  <a:latin typeface="Arial" panose="020B0604020202020204"/>
                  <a:ea typeface="微软雅黑" panose="020B0503020204020204" pitchFamily="34" charset="-122"/>
                  <a:cs typeface="Arial" panose="020B0604020202020204"/>
                </a:endParaRPr>
              </a:p>
            </p:txBody>
          </p:sp>
          <p:sp>
            <p:nvSpPr>
              <p:cNvPr id="307" name="Rectangle 36"/>
              <p:cNvSpPr>
                <a:spLocks noChangeArrowheads="1"/>
              </p:cNvSpPr>
              <p:nvPr/>
            </p:nvSpPr>
            <p:spPr bwMode="auto">
              <a:xfrm flipH="1">
                <a:off x="2322412" y="6501728"/>
                <a:ext cx="82382" cy="894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prstClr val="black"/>
                  </a:solidFill>
                  <a:latin typeface="Arial" panose="020B0604020202020204"/>
                  <a:ea typeface="微软雅黑" panose="020B0503020204020204" pitchFamily="34" charset="-122"/>
                  <a:cs typeface="Arial" panose="020B0604020202020204"/>
                </a:endParaRPr>
              </a:p>
            </p:txBody>
          </p:sp>
          <p:sp>
            <p:nvSpPr>
              <p:cNvPr id="308" name="Freeform 37"/>
              <p:cNvSpPr/>
              <p:nvPr/>
            </p:nvSpPr>
            <p:spPr bwMode="auto">
              <a:xfrm flipH="1">
                <a:off x="3200752" y="6435936"/>
                <a:ext cx="82382" cy="77635"/>
              </a:xfrm>
              <a:custGeom>
                <a:avLst/>
                <a:gdLst>
                  <a:gd name="T0" fmla="*/ 29 w 29"/>
                  <a:gd name="T1" fmla="*/ 0 h 25"/>
                  <a:gd name="T2" fmla="*/ 0 w 29"/>
                  <a:gd name="T3" fmla="*/ 0 h 25"/>
                  <a:gd name="T4" fmla="*/ 0 w 29"/>
                  <a:gd name="T5" fmla="*/ 19 h 25"/>
                  <a:gd name="T6" fmla="*/ 29 w 29"/>
                  <a:gd name="T7" fmla="*/ 25 h 25"/>
                  <a:gd name="T8" fmla="*/ 29 w 29"/>
                  <a:gd name="T9" fmla="*/ 0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9" h="25">
                    <a:moveTo>
                      <a:pt x="29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19"/>
                      <a:pt x="0" y="19"/>
                      <a:pt x="0" y="19"/>
                    </a:cubicBezTo>
                    <a:cubicBezTo>
                      <a:pt x="9" y="21"/>
                      <a:pt x="19" y="23"/>
                      <a:pt x="29" y="25"/>
                    </a:cubicBezTo>
                    <a:cubicBezTo>
                      <a:pt x="29" y="0"/>
                      <a:pt x="29" y="0"/>
                      <a:pt x="29" y="0"/>
                    </a:cubicBezTo>
                  </a:path>
                </a:pathLst>
              </a:custGeom>
              <a:solidFill>
                <a:srgbClr val="EAB65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prstClr val="black"/>
                  </a:solidFill>
                  <a:latin typeface="Arial" panose="020B0604020202020204"/>
                  <a:ea typeface="微软雅黑" panose="020B0503020204020204" pitchFamily="34" charset="-122"/>
                  <a:cs typeface="Arial" panose="020B0604020202020204"/>
                </a:endParaRPr>
              </a:p>
            </p:txBody>
          </p:sp>
          <p:sp>
            <p:nvSpPr>
              <p:cNvPr id="309" name="Freeform 38"/>
              <p:cNvSpPr/>
              <p:nvPr/>
            </p:nvSpPr>
            <p:spPr bwMode="auto">
              <a:xfrm flipH="1">
                <a:off x="3200752" y="6495149"/>
                <a:ext cx="82382" cy="31580"/>
              </a:xfrm>
              <a:custGeom>
                <a:avLst/>
                <a:gdLst>
                  <a:gd name="T0" fmla="*/ 0 w 29"/>
                  <a:gd name="T1" fmla="*/ 0 h 10"/>
                  <a:gd name="T2" fmla="*/ 0 w 29"/>
                  <a:gd name="T3" fmla="*/ 10 h 10"/>
                  <a:gd name="T4" fmla="*/ 29 w 29"/>
                  <a:gd name="T5" fmla="*/ 10 h 10"/>
                  <a:gd name="T6" fmla="*/ 29 w 29"/>
                  <a:gd name="T7" fmla="*/ 6 h 10"/>
                  <a:gd name="T8" fmla="*/ 0 w 29"/>
                  <a:gd name="T9" fmla="*/ 0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9" h="10">
                    <a:moveTo>
                      <a:pt x="0" y="0"/>
                    </a:moveTo>
                    <a:cubicBezTo>
                      <a:pt x="0" y="10"/>
                      <a:pt x="0" y="10"/>
                      <a:pt x="0" y="10"/>
                    </a:cubicBezTo>
                    <a:cubicBezTo>
                      <a:pt x="29" y="10"/>
                      <a:pt x="29" y="10"/>
                      <a:pt x="29" y="10"/>
                    </a:cubicBezTo>
                    <a:cubicBezTo>
                      <a:pt x="29" y="6"/>
                      <a:pt x="29" y="6"/>
                      <a:pt x="29" y="6"/>
                    </a:cubicBezTo>
                    <a:cubicBezTo>
                      <a:pt x="19" y="4"/>
                      <a:pt x="9" y="2"/>
                      <a:pt x="0" y="0"/>
                    </a:cubicBezTo>
                  </a:path>
                </a:pathLst>
              </a:custGeom>
              <a:solidFill>
                <a:srgbClr val="D9AA5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prstClr val="black"/>
                  </a:solidFill>
                  <a:latin typeface="Arial" panose="020B0604020202020204"/>
                  <a:ea typeface="微软雅黑" panose="020B0503020204020204" pitchFamily="34" charset="-122"/>
                  <a:cs typeface="Arial" panose="020B0604020202020204"/>
                </a:endParaRPr>
              </a:p>
            </p:txBody>
          </p:sp>
          <p:sp>
            <p:nvSpPr>
              <p:cNvPr id="310" name="Rectangle 39"/>
              <p:cNvSpPr>
                <a:spLocks noChangeArrowheads="1"/>
              </p:cNvSpPr>
              <p:nvPr/>
            </p:nvSpPr>
            <p:spPr bwMode="auto">
              <a:xfrm flipH="1">
                <a:off x="1748159" y="6333301"/>
                <a:ext cx="83594" cy="90793"/>
              </a:xfrm>
              <a:prstGeom prst="rect">
                <a:avLst/>
              </a:prstGeom>
              <a:solidFill>
                <a:srgbClr val="F1C08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prstClr val="black"/>
                  </a:solidFill>
                  <a:latin typeface="Arial" panose="020B0604020202020204"/>
                  <a:ea typeface="微软雅黑" panose="020B0503020204020204" pitchFamily="34" charset="-122"/>
                  <a:cs typeface="Arial" panose="020B0604020202020204"/>
                </a:endParaRPr>
              </a:p>
            </p:txBody>
          </p:sp>
          <p:sp>
            <p:nvSpPr>
              <p:cNvPr id="311" name="Rectangle 40"/>
              <p:cNvSpPr>
                <a:spLocks noChangeArrowheads="1"/>
              </p:cNvSpPr>
              <p:nvPr/>
            </p:nvSpPr>
            <p:spPr bwMode="auto">
              <a:xfrm flipH="1">
                <a:off x="1748159" y="6333301"/>
                <a:ext cx="83594" cy="9079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prstClr val="black"/>
                  </a:solidFill>
                  <a:latin typeface="Arial" panose="020B0604020202020204"/>
                  <a:ea typeface="微软雅黑" panose="020B0503020204020204" pitchFamily="34" charset="-122"/>
                  <a:cs typeface="Arial" panose="020B0604020202020204"/>
                </a:endParaRPr>
              </a:p>
            </p:txBody>
          </p:sp>
          <p:sp>
            <p:nvSpPr>
              <p:cNvPr id="312" name="Rectangle 41"/>
              <p:cNvSpPr>
                <a:spLocks noChangeArrowheads="1"/>
              </p:cNvSpPr>
              <p:nvPr/>
            </p:nvSpPr>
            <p:spPr bwMode="auto">
              <a:xfrm flipH="1">
                <a:off x="1601567" y="6376724"/>
                <a:ext cx="83594" cy="90793"/>
              </a:xfrm>
              <a:prstGeom prst="rect">
                <a:avLst/>
              </a:prstGeom>
              <a:solidFill>
                <a:srgbClr val="EAB65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prstClr val="black"/>
                  </a:solidFill>
                  <a:latin typeface="Arial" panose="020B0604020202020204"/>
                  <a:ea typeface="微软雅黑" panose="020B0503020204020204" pitchFamily="34" charset="-122"/>
                  <a:cs typeface="Arial" panose="020B0604020202020204"/>
                </a:endParaRPr>
              </a:p>
            </p:txBody>
          </p:sp>
          <p:sp>
            <p:nvSpPr>
              <p:cNvPr id="313" name="Rectangle 42"/>
              <p:cNvSpPr>
                <a:spLocks noChangeArrowheads="1"/>
              </p:cNvSpPr>
              <p:nvPr/>
            </p:nvSpPr>
            <p:spPr bwMode="auto">
              <a:xfrm flipH="1">
                <a:off x="1601567" y="6376724"/>
                <a:ext cx="83594" cy="9079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prstClr val="black"/>
                  </a:solidFill>
                  <a:latin typeface="Arial" panose="020B0604020202020204"/>
                  <a:ea typeface="微软雅黑" panose="020B0503020204020204" pitchFamily="34" charset="-122"/>
                  <a:cs typeface="Arial" panose="020B0604020202020204"/>
                </a:endParaRPr>
              </a:p>
            </p:txBody>
          </p:sp>
          <p:sp>
            <p:nvSpPr>
              <p:cNvPr id="314" name="Rectangle 43"/>
              <p:cNvSpPr>
                <a:spLocks noChangeArrowheads="1"/>
              </p:cNvSpPr>
              <p:nvPr/>
            </p:nvSpPr>
            <p:spPr bwMode="auto">
              <a:xfrm flipH="1">
                <a:off x="2175820" y="6401724"/>
                <a:ext cx="83594" cy="90793"/>
              </a:xfrm>
              <a:prstGeom prst="rect">
                <a:avLst/>
              </a:prstGeom>
              <a:solidFill>
                <a:srgbClr val="F1C08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prstClr val="black"/>
                  </a:solidFill>
                  <a:latin typeface="Arial" panose="020B0604020202020204"/>
                  <a:ea typeface="微软雅黑" panose="020B0503020204020204" pitchFamily="34" charset="-122"/>
                  <a:cs typeface="Arial" panose="020B0604020202020204"/>
                </a:endParaRPr>
              </a:p>
            </p:txBody>
          </p:sp>
          <p:sp>
            <p:nvSpPr>
              <p:cNvPr id="315" name="Rectangle 44"/>
              <p:cNvSpPr>
                <a:spLocks noChangeArrowheads="1"/>
              </p:cNvSpPr>
              <p:nvPr/>
            </p:nvSpPr>
            <p:spPr bwMode="auto">
              <a:xfrm flipH="1">
                <a:off x="2175820" y="6401724"/>
                <a:ext cx="83594" cy="9079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prstClr val="black"/>
                  </a:solidFill>
                  <a:latin typeface="Arial" panose="020B0604020202020204"/>
                  <a:ea typeface="微软雅黑" panose="020B0503020204020204" pitchFamily="34" charset="-122"/>
                  <a:cs typeface="Arial" panose="020B0604020202020204"/>
                </a:endParaRPr>
              </a:p>
            </p:txBody>
          </p:sp>
          <p:sp>
            <p:nvSpPr>
              <p:cNvPr id="316" name="Rectangle 45"/>
              <p:cNvSpPr>
                <a:spLocks noChangeArrowheads="1"/>
              </p:cNvSpPr>
              <p:nvPr/>
            </p:nvSpPr>
            <p:spPr bwMode="auto">
              <a:xfrm flipH="1">
                <a:off x="1980768" y="6296457"/>
                <a:ext cx="83594" cy="89477"/>
              </a:xfrm>
              <a:prstGeom prst="rect">
                <a:avLst/>
              </a:prstGeom>
              <a:solidFill>
                <a:srgbClr val="F1C08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prstClr val="black"/>
                  </a:solidFill>
                  <a:latin typeface="Arial" panose="020B0604020202020204"/>
                  <a:ea typeface="微软雅黑" panose="020B0503020204020204" pitchFamily="34" charset="-122"/>
                  <a:cs typeface="Arial" panose="020B0604020202020204"/>
                </a:endParaRPr>
              </a:p>
            </p:txBody>
          </p:sp>
          <p:sp>
            <p:nvSpPr>
              <p:cNvPr id="317" name="Rectangle 46"/>
              <p:cNvSpPr>
                <a:spLocks noChangeArrowheads="1"/>
              </p:cNvSpPr>
              <p:nvPr/>
            </p:nvSpPr>
            <p:spPr bwMode="auto">
              <a:xfrm flipH="1">
                <a:off x="1980768" y="6296457"/>
                <a:ext cx="83594" cy="894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prstClr val="black"/>
                  </a:solidFill>
                  <a:latin typeface="Arial" panose="020B0604020202020204"/>
                  <a:ea typeface="微软雅黑" panose="020B0503020204020204" pitchFamily="34" charset="-122"/>
                  <a:cs typeface="Arial" panose="020B0604020202020204"/>
                </a:endParaRPr>
              </a:p>
            </p:txBody>
          </p:sp>
          <p:sp>
            <p:nvSpPr>
              <p:cNvPr id="318" name="Rectangle 47"/>
              <p:cNvSpPr>
                <a:spLocks noChangeArrowheads="1"/>
              </p:cNvSpPr>
              <p:nvPr/>
            </p:nvSpPr>
            <p:spPr bwMode="auto">
              <a:xfrm flipH="1">
                <a:off x="1811157" y="6501728"/>
                <a:ext cx="83594" cy="89477"/>
              </a:xfrm>
              <a:prstGeom prst="rect">
                <a:avLst/>
              </a:prstGeom>
              <a:solidFill>
                <a:srgbClr val="F1C08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prstClr val="black"/>
                  </a:solidFill>
                  <a:latin typeface="Arial" panose="020B0604020202020204"/>
                  <a:ea typeface="微软雅黑" panose="020B0503020204020204" pitchFamily="34" charset="-122"/>
                  <a:cs typeface="Arial" panose="020B0604020202020204"/>
                </a:endParaRPr>
              </a:p>
            </p:txBody>
          </p:sp>
          <p:sp>
            <p:nvSpPr>
              <p:cNvPr id="319" name="Rectangle 48"/>
              <p:cNvSpPr>
                <a:spLocks noChangeArrowheads="1"/>
              </p:cNvSpPr>
              <p:nvPr/>
            </p:nvSpPr>
            <p:spPr bwMode="auto">
              <a:xfrm flipH="1">
                <a:off x="1811157" y="6501728"/>
                <a:ext cx="83594" cy="894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prstClr val="black"/>
                  </a:solidFill>
                  <a:latin typeface="Arial" panose="020B0604020202020204"/>
                  <a:ea typeface="微软雅黑" panose="020B0503020204020204" pitchFamily="34" charset="-122"/>
                  <a:cs typeface="Arial" panose="020B0604020202020204"/>
                </a:endParaRPr>
              </a:p>
            </p:txBody>
          </p:sp>
          <p:sp>
            <p:nvSpPr>
              <p:cNvPr id="320" name="Rectangle 49"/>
              <p:cNvSpPr>
                <a:spLocks noChangeArrowheads="1"/>
              </p:cNvSpPr>
              <p:nvPr/>
            </p:nvSpPr>
            <p:spPr bwMode="auto">
              <a:xfrm flipH="1">
                <a:off x="1257500" y="6410935"/>
                <a:ext cx="86017" cy="90793"/>
              </a:xfrm>
              <a:prstGeom prst="rect">
                <a:avLst/>
              </a:prstGeom>
              <a:solidFill>
                <a:srgbClr val="F1C08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prstClr val="black"/>
                  </a:solidFill>
                  <a:latin typeface="Arial" panose="020B0604020202020204"/>
                  <a:ea typeface="微软雅黑" panose="020B0503020204020204" pitchFamily="34" charset="-122"/>
                  <a:cs typeface="Arial" panose="020B0604020202020204"/>
                </a:endParaRPr>
              </a:p>
            </p:txBody>
          </p:sp>
          <p:sp>
            <p:nvSpPr>
              <p:cNvPr id="321" name="Rectangle 50"/>
              <p:cNvSpPr>
                <a:spLocks noChangeArrowheads="1"/>
              </p:cNvSpPr>
              <p:nvPr/>
            </p:nvSpPr>
            <p:spPr bwMode="auto">
              <a:xfrm flipH="1">
                <a:off x="1257500" y="6410935"/>
                <a:ext cx="86017" cy="9079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prstClr val="black"/>
                  </a:solidFill>
                  <a:latin typeface="Arial" panose="020B0604020202020204"/>
                  <a:ea typeface="微软雅黑" panose="020B0503020204020204" pitchFamily="34" charset="-122"/>
                  <a:cs typeface="Arial" panose="020B0604020202020204"/>
                </a:endParaRPr>
              </a:p>
            </p:txBody>
          </p:sp>
          <p:sp>
            <p:nvSpPr>
              <p:cNvPr id="322" name="Rectangle 51"/>
              <p:cNvSpPr>
                <a:spLocks noChangeArrowheads="1"/>
              </p:cNvSpPr>
              <p:nvPr/>
            </p:nvSpPr>
            <p:spPr bwMode="auto">
              <a:xfrm flipH="1">
                <a:off x="1995306" y="6454357"/>
                <a:ext cx="82382" cy="90793"/>
              </a:xfrm>
              <a:prstGeom prst="rect">
                <a:avLst/>
              </a:prstGeom>
              <a:solidFill>
                <a:srgbClr val="EAB65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prstClr val="black"/>
                  </a:solidFill>
                  <a:latin typeface="Arial" panose="020B0604020202020204"/>
                  <a:ea typeface="微软雅黑" panose="020B0503020204020204" pitchFamily="34" charset="-122"/>
                  <a:cs typeface="Arial" panose="020B0604020202020204"/>
                </a:endParaRPr>
              </a:p>
            </p:txBody>
          </p:sp>
          <p:sp>
            <p:nvSpPr>
              <p:cNvPr id="323" name="Rectangle 52"/>
              <p:cNvSpPr>
                <a:spLocks noChangeArrowheads="1"/>
              </p:cNvSpPr>
              <p:nvPr/>
            </p:nvSpPr>
            <p:spPr bwMode="auto">
              <a:xfrm flipH="1">
                <a:off x="1995306" y="6454357"/>
                <a:ext cx="82382" cy="9079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prstClr val="black"/>
                  </a:solidFill>
                  <a:latin typeface="Arial" panose="020B0604020202020204"/>
                  <a:ea typeface="微软雅黑" panose="020B0503020204020204" pitchFamily="34" charset="-122"/>
                  <a:cs typeface="Arial" panose="020B0604020202020204"/>
                </a:endParaRPr>
              </a:p>
            </p:txBody>
          </p:sp>
          <p:sp>
            <p:nvSpPr>
              <p:cNvPr id="324" name="Rectangle 53"/>
              <p:cNvSpPr>
                <a:spLocks noChangeArrowheads="1"/>
              </p:cNvSpPr>
              <p:nvPr/>
            </p:nvSpPr>
            <p:spPr bwMode="auto">
              <a:xfrm flipH="1">
                <a:off x="2591365" y="6483306"/>
                <a:ext cx="83594" cy="89477"/>
              </a:xfrm>
              <a:prstGeom prst="rect">
                <a:avLst/>
              </a:prstGeom>
              <a:solidFill>
                <a:srgbClr val="EAB65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prstClr val="black"/>
                  </a:solidFill>
                  <a:latin typeface="Arial" panose="020B0604020202020204"/>
                  <a:ea typeface="微软雅黑" panose="020B0503020204020204" pitchFamily="34" charset="-122"/>
                  <a:cs typeface="Arial" panose="020B0604020202020204"/>
                </a:endParaRPr>
              </a:p>
            </p:txBody>
          </p:sp>
          <p:sp>
            <p:nvSpPr>
              <p:cNvPr id="325" name="Rectangle 54"/>
              <p:cNvSpPr>
                <a:spLocks noChangeArrowheads="1"/>
              </p:cNvSpPr>
              <p:nvPr/>
            </p:nvSpPr>
            <p:spPr bwMode="auto">
              <a:xfrm flipH="1">
                <a:off x="2591365" y="6483306"/>
                <a:ext cx="83594" cy="894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prstClr val="black"/>
                  </a:solidFill>
                  <a:latin typeface="Arial" panose="020B0604020202020204"/>
                  <a:ea typeface="微软雅黑" panose="020B0503020204020204" pitchFamily="34" charset="-122"/>
                  <a:cs typeface="Arial" panose="020B0604020202020204"/>
                </a:endParaRPr>
              </a:p>
            </p:txBody>
          </p:sp>
          <p:sp>
            <p:nvSpPr>
              <p:cNvPr id="326" name="Freeform 55"/>
              <p:cNvSpPr/>
              <p:nvPr/>
            </p:nvSpPr>
            <p:spPr bwMode="auto">
              <a:xfrm flipH="1">
                <a:off x="2783995" y="6483306"/>
                <a:ext cx="83594" cy="89477"/>
              </a:xfrm>
              <a:custGeom>
                <a:avLst/>
                <a:gdLst>
                  <a:gd name="T0" fmla="*/ 29 w 29"/>
                  <a:gd name="T1" fmla="*/ 0 h 29"/>
                  <a:gd name="T2" fmla="*/ 0 w 29"/>
                  <a:gd name="T3" fmla="*/ 0 h 29"/>
                  <a:gd name="T4" fmla="*/ 0 w 29"/>
                  <a:gd name="T5" fmla="*/ 28 h 29"/>
                  <a:gd name="T6" fmla="*/ 10 w 29"/>
                  <a:gd name="T7" fmla="*/ 29 h 29"/>
                  <a:gd name="T8" fmla="*/ 29 w 29"/>
                  <a:gd name="T9" fmla="*/ 29 h 29"/>
                  <a:gd name="T10" fmla="*/ 29 w 29"/>
                  <a:gd name="T11" fmla="*/ 0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9" h="29">
                    <a:moveTo>
                      <a:pt x="29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3" y="28"/>
                      <a:pt x="7" y="29"/>
                      <a:pt x="10" y="29"/>
                    </a:cubicBezTo>
                    <a:cubicBezTo>
                      <a:pt x="29" y="29"/>
                      <a:pt x="29" y="29"/>
                      <a:pt x="29" y="29"/>
                    </a:cubicBezTo>
                    <a:cubicBezTo>
                      <a:pt x="29" y="0"/>
                      <a:pt x="29" y="0"/>
                      <a:pt x="29" y="0"/>
                    </a:cubicBezTo>
                  </a:path>
                </a:pathLst>
              </a:custGeom>
              <a:solidFill>
                <a:srgbClr val="EAB65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prstClr val="black"/>
                  </a:solidFill>
                  <a:latin typeface="Arial" panose="020B0604020202020204"/>
                  <a:ea typeface="微软雅黑" panose="020B0503020204020204" pitchFamily="34" charset="-122"/>
                  <a:cs typeface="Arial" panose="020B0604020202020204"/>
                </a:endParaRPr>
              </a:p>
            </p:txBody>
          </p:sp>
          <p:sp>
            <p:nvSpPr>
              <p:cNvPr id="327" name="Freeform 56"/>
              <p:cNvSpPr/>
              <p:nvPr/>
            </p:nvSpPr>
            <p:spPr bwMode="auto">
              <a:xfrm flipH="1">
                <a:off x="2838513" y="6570151"/>
                <a:ext cx="29076" cy="2632"/>
              </a:xfrm>
              <a:custGeom>
                <a:avLst/>
                <a:gdLst>
                  <a:gd name="T0" fmla="*/ 0 w 10"/>
                  <a:gd name="T1" fmla="*/ 0 h 1"/>
                  <a:gd name="T2" fmla="*/ 0 w 10"/>
                  <a:gd name="T3" fmla="*/ 1 h 1"/>
                  <a:gd name="T4" fmla="*/ 10 w 10"/>
                  <a:gd name="T5" fmla="*/ 1 h 1"/>
                  <a:gd name="T6" fmla="*/ 0 w 10"/>
                  <a:gd name="T7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0" h="1">
                    <a:moveTo>
                      <a:pt x="0" y="0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10" y="1"/>
                      <a:pt x="10" y="1"/>
                      <a:pt x="10" y="1"/>
                    </a:cubicBezTo>
                    <a:cubicBezTo>
                      <a:pt x="7" y="1"/>
                      <a:pt x="3" y="0"/>
                      <a:pt x="0" y="0"/>
                    </a:cubicBezTo>
                  </a:path>
                </a:pathLst>
              </a:custGeom>
              <a:solidFill>
                <a:srgbClr val="D9AA5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prstClr val="black"/>
                  </a:solidFill>
                  <a:latin typeface="Arial" panose="020B0604020202020204"/>
                  <a:ea typeface="微软雅黑" panose="020B0503020204020204" pitchFamily="34" charset="-122"/>
                  <a:cs typeface="Arial" panose="020B0604020202020204"/>
                </a:endParaRPr>
              </a:p>
            </p:txBody>
          </p:sp>
          <p:sp>
            <p:nvSpPr>
              <p:cNvPr id="328" name="Rectangle 57"/>
              <p:cNvSpPr>
                <a:spLocks noChangeArrowheads="1"/>
              </p:cNvSpPr>
              <p:nvPr/>
            </p:nvSpPr>
            <p:spPr bwMode="auto">
              <a:xfrm flipH="1">
                <a:off x="1473148" y="6483306"/>
                <a:ext cx="82382" cy="89477"/>
              </a:xfrm>
              <a:prstGeom prst="rect">
                <a:avLst/>
              </a:prstGeom>
              <a:solidFill>
                <a:srgbClr val="EAB65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prstClr val="black"/>
                  </a:solidFill>
                  <a:latin typeface="Arial" panose="020B0604020202020204"/>
                  <a:ea typeface="微软雅黑" panose="020B0503020204020204" pitchFamily="34" charset="-122"/>
                  <a:cs typeface="Arial" panose="020B0604020202020204"/>
                </a:endParaRPr>
              </a:p>
            </p:txBody>
          </p:sp>
          <p:sp>
            <p:nvSpPr>
              <p:cNvPr id="329" name="Rectangle 58"/>
              <p:cNvSpPr>
                <a:spLocks noChangeArrowheads="1"/>
              </p:cNvSpPr>
              <p:nvPr/>
            </p:nvSpPr>
            <p:spPr bwMode="auto">
              <a:xfrm flipH="1">
                <a:off x="1473148" y="6483306"/>
                <a:ext cx="82382" cy="894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prstClr val="black"/>
                  </a:solidFill>
                  <a:latin typeface="Arial" panose="020B0604020202020204"/>
                  <a:ea typeface="微软雅黑" panose="020B0503020204020204" pitchFamily="34" charset="-122"/>
                  <a:cs typeface="Arial" panose="020B0604020202020204"/>
                </a:endParaRPr>
              </a:p>
            </p:txBody>
          </p:sp>
          <p:sp>
            <p:nvSpPr>
              <p:cNvPr id="330" name="Rectangle 59"/>
              <p:cNvSpPr>
                <a:spLocks noChangeArrowheads="1"/>
              </p:cNvSpPr>
              <p:nvPr/>
            </p:nvSpPr>
            <p:spPr bwMode="auto">
              <a:xfrm flipH="1">
                <a:off x="1194502" y="3205559"/>
                <a:ext cx="2671366" cy="3011949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prstClr val="black"/>
                  </a:solidFill>
                  <a:latin typeface="Arial" panose="020B0604020202020204"/>
                  <a:ea typeface="微软雅黑" panose="020B0503020204020204" pitchFamily="34" charset="-122"/>
                  <a:cs typeface="Arial" panose="020B0604020202020204"/>
                </a:endParaRPr>
              </a:p>
            </p:txBody>
          </p:sp>
          <p:sp>
            <p:nvSpPr>
              <p:cNvPr id="331" name="Rectangle 60"/>
              <p:cNvSpPr>
                <a:spLocks noChangeArrowheads="1"/>
              </p:cNvSpPr>
              <p:nvPr/>
            </p:nvSpPr>
            <p:spPr bwMode="auto">
              <a:xfrm flipH="1">
                <a:off x="1194502" y="3205559"/>
                <a:ext cx="2671366" cy="301194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prstClr val="black"/>
                  </a:solidFill>
                  <a:latin typeface="Arial" panose="020B0604020202020204"/>
                  <a:ea typeface="微软雅黑" panose="020B0503020204020204" pitchFamily="34" charset="-122"/>
                  <a:cs typeface="Arial" panose="020B0604020202020204"/>
                </a:endParaRPr>
              </a:p>
            </p:txBody>
          </p:sp>
          <p:sp>
            <p:nvSpPr>
              <p:cNvPr id="332" name="Rectangle 64"/>
              <p:cNvSpPr>
                <a:spLocks noChangeArrowheads="1"/>
              </p:cNvSpPr>
              <p:nvPr/>
            </p:nvSpPr>
            <p:spPr bwMode="auto">
              <a:xfrm flipH="1">
                <a:off x="1802675" y="2460796"/>
                <a:ext cx="83594" cy="9079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prstClr val="black"/>
                  </a:solidFill>
                  <a:latin typeface="Arial" panose="020B0604020202020204"/>
                  <a:ea typeface="微软雅黑" panose="020B0503020204020204" pitchFamily="34" charset="-122"/>
                  <a:cs typeface="Arial" panose="020B0604020202020204"/>
                </a:endParaRPr>
              </a:p>
            </p:txBody>
          </p:sp>
          <p:sp>
            <p:nvSpPr>
              <p:cNvPr id="333" name="Rectangle 68"/>
              <p:cNvSpPr>
                <a:spLocks noChangeArrowheads="1"/>
              </p:cNvSpPr>
              <p:nvPr/>
            </p:nvSpPr>
            <p:spPr bwMode="auto">
              <a:xfrm flipH="1">
                <a:off x="3232251" y="2476586"/>
                <a:ext cx="82382" cy="9079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prstClr val="black"/>
                  </a:solidFill>
                  <a:latin typeface="Arial" panose="020B0604020202020204"/>
                  <a:ea typeface="微软雅黑" panose="020B0503020204020204" pitchFamily="34" charset="-122"/>
                  <a:cs typeface="Arial" panose="020B0604020202020204"/>
                </a:endParaRPr>
              </a:p>
            </p:txBody>
          </p:sp>
          <p:sp>
            <p:nvSpPr>
              <p:cNvPr id="334" name="Rectangle 70"/>
              <p:cNvSpPr>
                <a:spLocks noChangeArrowheads="1"/>
              </p:cNvSpPr>
              <p:nvPr/>
            </p:nvSpPr>
            <p:spPr bwMode="auto">
              <a:xfrm flipH="1">
                <a:off x="1656085" y="2770017"/>
                <a:ext cx="86017" cy="894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prstClr val="black"/>
                  </a:solidFill>
                  <a:latin typeface="Arial" panose="020B0604020202020204"/>
                  <a:ea typeface="微软雅黑" panose="020B0503020204020204" pitchFamily="34" charset="-122"/>
                  <a:cs typeface="Arial" panose="020B0604020202020204"/>
                </a:endParaRPr>
              </a:p>
            </p:txBody>
          </p:sp>
          <p:sp>
            <p:nvSpPr>
              <p:cNvPr id="335" name="Rectangle 72"/>
              <p:cNvSpPr>
                <a:spLocks noChangeArrowheads="1"/>
              </p:cNvSpPr>
              <p:nvPr/>
            </p:nvSpPr>
            <p:spPr bwMode="auto">
              <a:xfrm flipH="1">
                <a:off x="3492724" y="2651592"/>
                <a:ext cx="83594" cy="894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prstClr val="black"/>
                  </a:solidFill>
                  <a:latin typeface="Arial" panose="020B0604020202020204"/>
                  <a:ea typeface="微软雅黑" panose="020B0503020204020204" pitchFamily="34" charset="-122"/>
                  <a:cs typeface="Arial" panose="020B0604020202020204"/>
                </a:endParaRPr>
              </a:p>
            </p:txBody>
          </p:sp>
          <p:sp>
            <p:nvSpPr>
              <p:cNvPr id="336" name="Freeform 73"/>
              <p:cNvSpPr/>
              <p:nvPr/>
            </p:nvSpPr>
            <p:spPr bwMode="auto">
              <a:xfrm flipH="1">
                <a:off x="1802675" y="2859494"/>
                <a:ext cx="83594" cy="90793"/>
              </a:xfrm>
              <a:custGeom>
                <a:avLst/>
                <a:gdLst>
                  <a:gd name="T0" fmla="*/ 69 w 69"/>
                  <a:gd name="T1" fmla="*/ 0 h 69"/>
                  <a:gd name="T2" fmla="*/ 0 w 69"/>
                  <a:gd name="T3" fmla="*/ 0 h 69"/>
                  <a:gd name="T4" fmla="*/ 0 w 69"/>
                  <a:gd name="T5" fmla="*/ 69 h 69"/>
                  <a:gd name="T6" fmla="*/ 38 w 69"/>
                  <a:gd name="T7" fmla="*/ 69 h 69"/>
                  <a:gd name="T8" fmla="*/ 69 w 69"/>
                  <a:gd name="T9" fmla="*/ 57 h 69"/>
                  <a:gd name="T10" fmla="*/ 69 w 69"/>
                  <a:gd name="T11" fmla="*/ 0 h 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9" h="69">
                    <a:moveTo>
                      <a:pt x="69" y="0"/>
                    </a:moveTo>
                    <a:lnTo>
                      <a:pt x="0" y="0"/>
                    </a:lnTo>
                    <a:lnTo>
                      <a:pt x="0" y="69"/>
                    </a:lnTo>
                    <a:lnTo>
                      <a:pt x="38" y="69"/>
                    </a:lnTo>
                    <a:lnTo>
                      <a:pt x="69" y="57"/>
                    </a:lnTo>
                    <a:lnTo>
                      <a:pt x="69" y="0"/>
                    </a:lnTo>
                    <a:close/>
                  </a:path>
                </a:pathLst>
              </a:custGeom>
              <a:solidFill>
                <a:srgbClr val="F1C08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prstClr val="black"/>
                  </a:solidFill>
                  <a:latin typeface="Arial" panose="020B0604020202020204"/>
                  <a:ea typeface="微软雅黑" panose="020B0503020204020204" pitchFamily="34" charset="-122"/>
                  <a:cs typeface="Arial" panose="020B0604020202020204"/>
                </a:endParaRPr>
              </a:p>
            </p:txBody>
          </p:sp>
          <p:sp>
            <p:nvSpPr>
              <p:cNvPr id="337" name="Freeform 74"/>
              <p:cNvSpPr/>
              <p:nvPr/>
            </p:nvSpPr>
            <p:spPr bwMode="auto">
              <a:xfrm flipH="1">
                <a:off x="3492724" y="2859494"/>
                <a:ext cx="83594" cy="90793"/>
              </a:xfrm>
              <a:custGeom>
                <a:avLst/>
                <a:gdLst>
                  <a:gd name="T0" fmla="*/ 69 w 69"/>
                  <a:gd name="T1" fmla="*/ 0 h 69"/>
                  <a:gd name="T2" fmla="*/ 0 w 69"/>
                  <a:gd name="T3" fmla="*/ 0 h 69"/>
                  <a:gd name="T4" fmla="*/ 0 w 69"/>
                  <a:gd name="T5" fmla="*/ 69 h 69"/>
                  <a:gd name="T6" fmla="*/ 38 w 69"/>
                  <a:gd name="T7" fmla="*/ 69 h 69"/>
                  <a:gd name="T8" fmla="*/ 69 w 69"/>
                  <a:gd name="T9" fmla="*/ 57 h 69"/>
                  <a:gd name="T10" fmla="*/ 69 w 69"/>
                  <a:gd name="T11" fmla="*/ 0 h 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9" h="69">
                    <a:moveTo>
                      <a:pt x="69" y="0"/>
                    </a:moveTo>
                    <a:lnTo>
                      <a:pt x="0" y="0"/>
                    </a:lnTo>
                    <a:lnTo>
                      <a:pt x="0" y="69"/>
                    </a:lnTo>
                    <a:lnTo>
                      <a:pt x="38" y="69"/>
                    </a:lnTo>
                    <a:lnTo>
                      <a:pt x="69" y="57"/>
                    </a:lnTo>
                    <a:lnTo>
                      <a:pt x="69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prstClr val="black"/>
                  </a:solidFill>
                  <a:latin typeface="Arial" panose="020B0604020202020204"/>
                  <a:ea typeface="微软雅黑" panose="020B0503020204020204" pitchFamily="34" charset="-122"/>
                  <a:cs typeface="Arial" panose="020B0604020202020204"/>
                </a:endParaRPr>
              </a:p>
            </p:txBody>
          </p:sp>
          <p:sp>
            <p:nvSpPr>
              <p:cNvPr id="338" name="Freeform 76"/>
              <p:cNvSpPr/>
              <p:nvPr/>
            </p:nvSpPr>
            <p:spPr bwMode="auto">
              <a:xfrm flipH="1">
                <a:off x="3232251" y="2816072"/>
                <a:ext cx="82382" cy="40791"/>
              </a:xfrm>
              <a:custGeom>
                <a:avLst/>
                <a:gdLst>
                  <a:gd name="T0" fmla="*/ 68 w 68"/>
                  <a:gd name="T1" fmla="*/ 0 h 31"/>
                  <a:gd name="T2" fmla="*/ 0 w 68"/>
                  <a:gd name="T3" fmla="*/ 0 h 31"/>
                  <a:gd name="T4" fmla="*/ 0 w 68"/>
                  <a:gd name="T5" fmla="*/ 31 h 31"/>
                  <a:gd name="T6" fmla="*/ 68 w 68"/>
                  <a:gd name="T7" fmla="*/ 3 h 31"/>
                  <a:gd name="T8" fmla="*/ 68 w 68"/>
                  <a:gd name="T9" fmla="*/ 0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8" h="31">
                    <a:moveTo>
                      <a:pt x="68" y="0"/>
                    </a:moveTo>
                    <a:lnTo>
                      <a:pt x="0" y="0"/>
                    </a:lnTo>
                    <a:lnTo>
                      <a:pt x="0" y="31"/>
                    </a:lnTo>
                    <a:lnTo>
                      <a:pt x="68" y="3"/>
                    </a:lnTo>
                    <a:lnTo>
                      <a:pt x="68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prstClr val="black"/>
                  </a:solidFill>
                  <a:latin typeface="Arial" panose="020B0604020202020204"/>
                  <a:ea typeface="微软雅黑" panose="020B0503020204020204" pitchFamily="34" charset="-122"/>
                  <a:cs typeface="Arial" panose="020B0604020202020204"/>
                </a:endParaRPr>
              </a:p>
            </p:txBody>
          </p:sp>
          <p:sp>
            <p:nvSpPr>
              <p:cNvPr id="339" name="Rectangle 78"/>
              <p:cNvSpPr>
                <a:spLocks noChangeArrowheads="1"/>
              </p:cNvSpPr>
              <p:nvPr/>
            </p:nvSpPr>
            <p:spPr bwMode="auto">
              <a:xfrm flipH="1">
                <a:off x="1194502" y="5538536"/>
                <a:ext cx="2671366" cy="6789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prstClr val="black"/>
                  </a:solidFill>
                  <a:latin typeface="Arial" panose="020B0604020202020204"/>
                  <a:ea typeface="微软雅黑" panose="020B0503020204020204" pitchFamily="34" charset="-122"/>
                  <a:cs typeface="Arial" panose="020B0604020202020204"/>
                </a:endParaRPr>
              </a:p>
            </p:txBody>
          </p:sp>
          <p:sp>
            <p:nvSpPr>
              <p:cNvPr id="340" name="Rectangle 79"/>
              <p:cNvSpPr>
                <a:spLocks noChangeArrowheads="1"/>
              </p:cNvSpPr>
              <p:nvPr/>
            </p:nvSpPr>
            <p:spPr bwMode="auto">
              <a:xfrm flipH="1">
                <a:off x="1194502" y="4085365"/>
                <a:ext cx="2671366" cy="1187961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prstClr val="black"/>
                  </a:solidFill>
                  <a:latin typeface="Arial" panose="020B0604020202020204"/>
                  <a:ea typeface="微软雅黑" panose="020B0503020204020204" pitchFamily="34" charset="-122"/>
                  <a:cs typeface="Arial" panose="020B0604020202020204"/>
                </a:endParaRPr>
              </a:p>
            </p:txBody>
          </p:sp>
          <p:sp>
            <p:nvSpPr>
              <p:cNvPr id="341" name="Rectangle 80"/>
              <p:cNvSpPr>
                <a:spLocks noChangeArrowheads="1"/>
              </p:cNvSpPr>
              <p:nvPr/>
            </p:nvSpPr>
            <p:spPr bwMode="auto">
              <a:xfrm flipH="1">
                <a:off x="1194502" y="4759561"/>
                <a:ext cx="2671366" cy="6829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prstClr val="black"/>
                  </a:solidFill>
                  <a:latin typeface="Arial" panose="020B0604020202020204"/>
                  <a:ea typeface="微软雅黑" panose="020B0503020204020204" pitchFamily="34" charset="-122"/>
                  <a:cs typeface="Arial" panose="020B0604020202020204"/>
                </a:endParaRPr>
              </a:p>
            </p:txBody>
          </p:sp>
          <p:sp>
            <p:nvSpPr>
              <p:cNvPr id="342" name="Rectangle 82"/>
              <p:cNvSpPr>
                <a:spLocks noChangeArrowheads="1"/>
              </p:cNvSpPr>
              <p:nvPr/>
            </p:nvSpPr>
            <p:spPr bwMode="auto">
              <a:xfrm flipH="1">
                <a:off x="1194502" y="3984534"/>
                <a:ext cx="2671366" cy="6789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prstClr val="black"/>
                  </a:solidFill>
                  <a:latin typeface="Arial" panose="020B0604020202020204"/>
                  <a:ea typeface="微软雅黑" panose="020B0503020204020204" pitchFamily="34" charset="-122"/>
                  <a:cs typeface="Arial" panose="020B0604020202020204"/>
                </a:endParaRPr>
              </a:p>
            </p:txBody>
          </p:sp>
          <p:sp>
            <p:nvSpPr>
              <p:cNvPr id="343" name="Freeform 83"/>
              <p:cNvSpPr/>
              <p:nvPr/>
            </p:nvSpPr>
            <p:spPr bwMode="auto">
              <a:xfrm flipH="1">
                <a:off x="1194502" y="2647644"/>
                <a:ext cx="2671366" cy="1337401"/>
              </a:xfrm>
              <a:custGeom>
                <a:avLst/>
                <a:gdLst>
                  <a:gd name="T0" fmla="*/ 2205 w 2205"/>
                  <a:gd name="T1" fmla="*/ 943 h 943"/>
                  <a:gd name="T2" fmla="*/ 0 w 2205"/>
                  <a:gd name="T3" fmla="*/ 943 h 943"/>
                  <a:gd name="T4" fmla="*/ 0 w 2205"/>
                  <a:gd name="T5" fmla="*/ 424 h 943"/>
                  <a:gd name="T6" fmla="*/ 1101 w 2205"/>
                  <a:gd name="T7" fmla="*/ 0 h 943"/>
                  <a:gd name="T8" fmla="*/ 2205 w 2205"/>
                  <a:gd name="T9" fmla="*/ 424 h 943"/>
                  <a:gd name="T10" fmla="*/ 2205 w 2205"/>
                  <a:gd name="T11" fmla="*/ 943 h 9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205" h="943">
                    <a:moveTo>
                      <a:pt x="2205" y="943"/>
                    </a:moveTo>
                    <a:lnTo>
                      <a:pt x="0" y="943"/>
                    </a:lnTo>
                    <a:lnTo>
                      <a:pt x="0" y="424"/>
                    </a:lnTo>
                    <a:lnTo>
                      <a:pt x="1101" y="0"/>
                    </a:lnTo>
                    <a:lnTo>
                      <a:pt x="2205" y="424"/>
                    </a:lnTo>
                    <a:lnTo>
                      <a:pt x="2205" y="943"/>
                    </a:lnTo>
                    <a:close/>
                  </a:path>
                </a:pathLst>
              </a:custGeom>
              <a:solidFill>
                <a:srgbClr val="FFC000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prstClr val="black"/>
                  </a:solidFill>
                  <a:latin typeface="Arial" panose="020B0604020202020204"/>
                  <a:ea typeface="微软雅黑" panose="020B0503020204020204" pitchFamily="34" charset="-122"/>
                  <a:cs typeface="Arial" panose="020B0604020202020204"/>
                </a:endParaRPr>
              </a:p>
            </p:txBody>
          </p:sp>
          <p:sp>
            <p:nvSpPr>
              <p:cNvPr id="344" name="Freeform 84"/>
              <p:cNvSpPr/>
              <p:nvPr/>
            </p:nvSpPr>
            <p:spPr bwMode="auto">
              <a:xfrm flipH="1">
                <a:off x="1194502" y="2647645"/>
                <a:ext cx="2671366" cy="1240834"/>
              </a:xfrm>
              <a:custGeom>
                <a:avLst/>
                <a:gdLst>
                  <a:gd name="T0" fmla="*/ 2205 w 2205"/>
                  <a:gd name="T1" fmla="*/ 943 h 943"/>
                  <a:gd name="T2" fmla="*/ 0 w 2205"/>
                  <a:gd name="T3" fmla="*/ 943 h 943"/>
                  <a:gd name="T4" fmla="*/ 0 w 2205"/>
                  <a:gd name="T5" fmla="*/ 424 h 943"/>
                  <a:gd name="T6" fmla="*/ 1101 w 2205"/>
                  <a:gd name="T7" fmla="*/ 0 h 943"/>
                  <a:gd name="T8" fmla="*/ 2205 w 2205"/>
                  <a:gd name="T9" fmla="*/ 424 h 943"/>
                  <a:gd name="T10" fmla="*/ 2205 w 2205"/>
                  <a:gd name="T11" fmla="*/ 943 h 9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205" h="943">
                    <a:moveTo>
                      <a:pt x="2205" y="943"/>
                    </a:moveTo>
                    <a:lnTo>
                      <a:pt x="0" y="943"/>
                    </a:lnTo>
                    <a:lnTo>
                      <a:pt x="0" y="424"/>
                    </a:lnTo>
                    <a:lnTo>
                      <a:pt x="1101" y="0"/>
                    </a:lnTo>
                    <a:lnTo>
                      <a:pt x="2205" y="424"/>
                    </a:lnTo>
                    <a:lnTo>
                      <a:pt x="2205" y="943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prstClr val="black"/>
                  </a:solidFill>
                  <a:latin typeface="Arial" panose="020B0604020202020204"/>
                  <a:ea typeface="微软雅黑" panose="020B0503020204020204" pitchFamily="34" charset="-122"/>
                  <a:cs typeface="Arial" panose="020B0604020202020204"/>
                </a:endParaRPr>
              </a:p>
            </p:txBody>
          </p:sp>
          <p:sp>
            <p:nvSpPr>
              <p:cNvPr id="345" name="Freeform 90"/>
              <p:cNvSpPr>
                <a:spLocks noEditPoints="1"/>
              </p:cNvSpPr>
              <p:nvPr/>
            </p:nvSpPr>
            <p:spPr bwMode="auto">
              <a:xfrm flipH="1">
                <a:off x="1010353" y="2520008"/>
                <a:ext cx="3042087" cy="803976"/>
              </a:xfrm>
              <a:custGeom>
                <a:avLst/>
                <a:gdLst>
                  <a:gd name="T0" fmla="*/ 141 w 1060"/>
                  <a:gd name="T1" fmla="*/ 155 h 258"/>
                  <a:gd name="T2" fmla="*/ 7 w 1060"/>
                  <a:gd name="T3" fmla="*/ 210 h 258"/>
                  <a:gd name="T4" fmla="*/ 1 w 1060"/>
                  <a:gd name="T5" fmla="*/ 215 h 258"/>
                  <a:gd name="T6" fmla="*/ 1 w 1060"/>
                  <a:gd name="T7" fmla="*/ 222 h 258"/>
                  <a:gd name="T8" fmla="*/ 14 w 1060"/>
                  <a:gd name="T9" fmla="*/ 252 h 258"/>
                  <a:gd name="T10" fmla="*/ 19 w 1060"/>
                  <a:gd name="T11" fmla="*/ 257 h 258"/>
                  <a:gd name="T12" fmla="*/ 22 w 1060"/>
                  <a:gd name="T13" fmla="*/ 258 h 258"/>
                  <a:gd name="T14" fmla="*/ 26 w 1060"/>
                  <a:gd name="T15" fmla="*/ 258 h 258"/>
                  <a:gd name="T16" fmla="*/ 65 w 1060"/>
                  <a:gd name="T17" fmla="*/ 244 h 258"/>
                  <a:gd name="T18" fmla="*/ 65 w 1060"/>
                  <a:gd name="T19" fmla="*/ 220 h 258"/>
                  <a:gd name="T20" fmla="*/ 65 w 1060"/>
                  <a:gd name="T21" fmla="*/ 220 h 258"/>
                  <a:gd name="T22" fmla="*/ 65 w 1060"/>
                  <a:gd name="T23" fmla="*/ 220 h 258"/>
                  <a:gd name="T24" fmla="*/ 141 w 1060"/>
                  <a:gd name="T25" fmla="*/ 191 h 258"/>
                  <a:gd name="T26" fmla="*/ 141 w 1060"/>
                  <a:gd name="T27" fmla="*/ 155 h 258"/>
                  <a:gd name="T28" fmla="*/ 530 w 1060"/>
                  <a:gd name="T29" fmla="*/ 0 h 258"/>
                  <a:gd name="T30" fmla="*/ 513 w 1060"/>
                  <a:gd name="T31" fmla="*/ 3 h 258"/>
                  <a:gd name="T32" fmla="*/ 301 w 1060"/>
                  <a:gd name="T33" fmla="*/ 90 h 258"/>
                  <a:gd name="T34" fmla="*/ 301 w 1060"/>
                  <a:gd name="T35" fmla="*/ 129 h 258"/>
                  <a:gd name="T36" fmla="*/ 530 w 1060"/>
                  <a:gd name="T37" fmla="*/ 41 h 258"/>
                  <a:gd name="T38" fmla="*/ 996 w 1060"/>
                  <a:gd name="T39" fmla="*/ 220 h 258"/>
                  <a:gd name="T40" fmla="*/ 996 w 1060"/>
                  <a:gd name="T41" fmla="*/ 244 h 258"/>
                  <a:gd name="T42" fmla="*/ 1035 w 1060"/>
                  <a:gd name="T43" fmla="*/ 258 h 258"/>
                  <a:gd name="T44" fmla="*/ 1038 w 1060"/>
                  <a:gd name="T45" fmla="*/ 258 h 258"/>
                  <a:gd name="T46" fmla="*/ 1042 w 1060"/>
                  <a:gd name="T47" fmla="*/ 257 h 258"/>
                  <a:gd name="T48" fmla="*/ 1047 w 1060"/>
                  <a:gd name="T49" fmla="*/ 252 h 258"/>
                  <a:gd name="T50" fmla="*/ 1059 w 1060"/>
                  <a:gd name="T51" fmla="*/ 222 h 258"/>
                  <a:gd name="T52" fmla="*/ 1059 w 1060"/>
                  <a:gd name="T53" fmla="*/ 215 h 258"/>
                  <a:gd name="T54" fmla="*/ 1054 w 1060"/>
                  <a:gd name="T55" fmla="*/ 210 h 258"/>
                  <a:gd name="T56" fmla="*/ 548 w 1060"/>
                  <a:gd name="T57" fmla="*/ 3 h 258"/>
                  <a:gd name="T58" fmla="*/ 530 w 1060"/>
                  <a:gd name="T59" fmla="*/ 0 h 2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1060" h="258">
                    <a:moveTo>
                      <a:pt x="141" y="155"/>
                    </a:moveTo>
                    <a:cubicBezTo>
                      <a:pt x="7" y="210"/>
                      <a:pt x="7" y="210"/>
                      <a:pt x="7" y="210"/>
                    </a:cubicBezTo>
                    <a:cubicBezTo>
                      <a:pt x="4" y="211"/>
                      <a:pt x="2" y="213"/>
                      <a:pt x="1" y="215"/>
                    </a:cubicBezTo>
                    <a:cubicBezTo>
                      <a:pt x="0" y="217"/>
                      <a:pt x="0" y="220"/>
                      <a:pt x="1" y="222"/>
                    </a:cubicBezTo>
                    <a:cubicBezTo>
                      <a:pt x="14" y="252"/>
                      <a:pt x="14" y="252"/>
                      <a:pt x="14" y="252"/>
                    </a:cubicBezTo>
                    <a:cubicBezTo>
                      <a:pt x="15" y="255"/>
                      <a:pt x="16" y="256"/>
                      <a:pt x="19" y="257"/>
                    </a:cubicBezTo>
                    <a:cubicBezTo>
                      <a:pt x="20" y="258"/>
                      <a:pt x="21" y="258"/>
                      <a:pt x="22" y="258"/>
                    </a:cubicBezTo>
                    <a:cubicBezTo>
                      <a:pt x="24" y="258"/>
                      <a:pt x="25" y="258"/>
                      <a:pt x="26" y="258"/>
                    </a:cubicBezTo>
                    <a:cubicBezTo>
                      <a:pt x="65" y="244"/>
                      <a:pt x="65" y="244"/>
                      <a:pt x="65" y="244"/>
                    </a:cubicBezTo>
                    <a:cubicBezTo>
                      <a:pt x="65" y="220"/>
                      <a:pt x="65" y="220"/>
                      <a:pt x="65" y="220"/>
                    </a:cubicBezTo>
                    <a:cubicBezTo>
                      <a:pt x="65" y="220"/>
                      <a:pt x="65" y="220"/>
                      <a:pt x="65" y="220"/>
                    </a:cubicBezTo>
                    <a:cubicBezTo>
                      <a:pt x="65" y="220"/>
                      <a:pt x="65" y="220"/>
                      <a:pt x="65" y="220"/>
                    </a:cubicBezTo>
                    <a:cubicBezTo>
                      <a:pt x="141" y="191"/>
                      <a:pt x="141" y="191"/>
                      <a:pt x="141" y="191"/>
                    </a:cubicBezTo>
                    <a:cubicBezTo>
                      <a:pt x="141" y="155"/>
                      <a:pt x="141" y="155"/>
                      <a:pt x="141" y="155"/>
                    </a:cubicBezTo>
                    <a:moveTo>
                      <a:pt x="530" y="0"/>
                    </a:moveTo>
                    <a:cubicBezTo>
                      <a:pt x="524" y="0"/>
                      <a:pt x="518" y="1"/>
                      <a:pt x="513" y="3"/>
                    </a:cubicBezTo>
                    <a:cubicBezTo>
                      <a:pt x="301" y="90"/>
                      <a:pt x="301" y="90"/>
                      <a:pt x="301" y="90"/>
                    </a:cubicBezTo>
                    <a:cubicBezTo>
                      <a:pt x="301" y="129"/>
                      <a:pt x="301" y="129"/>
                      <a:pt x="301" y="129"/>
                    </a:cubicBezTo>
                    <a:cubicBezTo>
                      <a:pt x="530" y="41"/>
                      <a:pt x="530" y="41"/>
                      <a:pt x="530" y="41"/>
                    </a:cubicBezTo>
                    <a:cubicBezTo>
                      <a:pt x="996" y="220"/>
                      <a:pt x="996" y="220"/>
                      <a:pt x="996" y="220"/>
                    </a:cubicBezTo>
                    <a:cubicBezTo>
                      <a:pt x="996" y="244"/>
                      <a:pt x="996" y="244"/>
                      <a:pt x="996" y="244"/>
                    </a:cubicBezTo>
                    <a:cubicBezTo>
                      <a:pt x="1035" y="258"/>
                      <a:pt x="1035" y="258"/>
                      <a:pt x="1035" y="258"/>
                    </a:cubicBezTo>
                    <a:cubicBezTo>
                      <a:pt x="1036" y="258"/>
                      <a:pt x="1037" y="258"/>
                      <a:pt x="1038" y="258"/>
                    </a:cubicBezTo>
                    <a:cubicBezTo>
                      <a:pt x="1039" y="258"/>
                      <a:pt x="1041" y="258"/>
                      <a:pt x="1042" y="257"/>
                    </a:cubicBezTo>
                    <a:cubicBezTo>
                      <a:pt x="1044" y="256"/>
                      <a:pt x="1046" y="255"/>
                      <a:pt x="1047" y="252"/>
                    </a:cubicBezTo>
                    <a:cubicBezTo>
                      <a:pt x="1059" y="222"/>
                      <a:pt x="1059" y="222"/>
                      <a:pt x="1059" y="222"/>
                    </a:cubicBezTo>
                    <a:cubicBezTo>
                      <a:pt x="1060" y="220"/>
                      <a:pt x="1060" y="217"/>
                      <a:pt x="1059" y="215"/>
                    </a:cubicBezTo>
                    <a:cubicBezTo>
                      <a:pt x="1058" y="213"/>
                      <a:pt x="1056" y="211"/>
                      <a:pt x="1054" y="210"/>
                    </a:cubicBezTo>
                    <a:cubicBezTo>
                      <a:pt x="548" y="3"/>
                      <a:pt x="548" y="3"/>
                      <a:pt x="548" y="3"/>
                    </a:cubicBezTo>
                    <a:cubicBezTo>
                      <a:pt x="542" y="1"/>
                      <a:pt x="537" y="0"/>
                      <a:pt x="530" y="0"/>
                    </a:cubicBezTo>
                  </a:path>
                </a:pathLst>
              </a:custGeom>
              <a:solidFill>
                <a:srgbClr val="D2D1D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prstClr val="black"/>
                  </a:solidFill>
                  <a:latin typeface="Arial" panose="020B0604020202020204"/>
                  <a:ea typeface="微软雅黑" panose="020B0503020204020204" pitchFamily="34" charset="-122"/>
                  <a:cs typeface="Arial" panose="020B0604020202020204"/>
                </a:endParaRPr>
              </a:p>
            </p:txBody>
          </p:sp>
          <p:sp>
            <p:nvSpPr>
              <p:cNvPr id="346" name="Freeform 91"/>
              <p:cNvSpPr/>
              <p:nvPr/>
            </p:nvSpPr>
            <p:spPr bwMode="auto">
              <a:xfrm flipH="1">
                <a:off x="3188637" y="2800281"/>
                <a:ext cx="459160" cy="315801"/>
              </a:xfrm>
              <a:custGeom>
                <a:avLst/>
                <a:gdLst>
                  <a:gd name="T0" fmla="*/ 379 w 379"/>
                  <a:gd name="T1" fmla="*/ 0 h 240"/>
                  <a:gd name="T2" fmla="*/ 343 w 379"/>
                  <a:gd name="T3" fmla="*/ 15 h 240"/>
                  <a:gd name="T4" fmla="*/ 343 w 379"/>
                  <a:gd name="T5" fmla="*/ 81 h 240"/>
                  <a:gd name="T6" fmla="*/ 275 w 379"/>
                  <a:gd name="T7" fmla="*/ 81 h 240"/>
                  <a:gd name="T8" fmla="*/ 275 w 379"/>
                  <a:gd name="T9" fmla="*/ 43 h 240"/>
                  <a:gd name="T10" fmla="*/ 128 w 379"/>
                  <a:gd name="T11" fmla="*/ 102 h 240"/>
                  <a:gd name="T12" fmla="*/ 128 w 379"/>
                  <a:gd name="T13" fmla="*/ 114 h 240"/>
                  <a:gd name="T14" fmla="*/ 97 w 379"/>
                  <a:gd name="T15" fmla="*/ 114 h 240"/>
                  <a:gd name="T16" fmla="*/ 0 w 379"/>
                  <a:gd name="T17" fmla="*/ 154 h 240"/>
                  <a:gd name="T18" fmla="*/ 0 w 379"/>
                  <a:gd name="T19" fmla="*/ 240 h 240"/>
                  <a:gd name="T20" fmla="*/ 144 w 379"/>
                  <a:gd name="T21" fmla="*/ 183 h 240"/>
                  <a:gd name="T22" fmla="*/ 144 w 379"/>
                  <a:gd name="T23" fmla="*/ 128 h 240"/>
                  <a:gd name="T24" fmla="*/ 213 w 379"/>
                  <a:gd name="T25" fmla="*/ 128 h 240"/>
                  <a:gd name="T26" fmla="*/ 213 w 379"/>
                  <a:gd name="T27" fmla="*/ 157 h 240"/>
                  <a:gd name="T28" fmla="*/ 379 w 379"/>
                  <a:gd name="T29" fmla="*/ 93 h 240"/>
                  <a:gd name="T30" fmla="*/ 379 w 379"/>
                  <a:gd name="T31" fmla="*/ 0 h 2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79" h="240">
                    <a:moveTo>
                      <a:pt x="379" y="0"/>
                    </a:moveTo>
                    <a:lnTo>
                      <a:pt x="343" y="15"/>
                    </a:lnTo>
                    <a:lnTo>
                      <a:pt x="343" y="81"/>
                    </a:lnTo>
                    <a:lnTo>
                      <a:pt x="275" y="81"/>
                    </a:lnTo>
                    <a:lnTo>
                      <a:pt x="275" y="43"/>
                    </a:lnTo>
                    <a:lnTo>
                      <a:pt x="128" y="102"/>
                    </a:lnTo>
                    <a:lnTo>
                      <a:pt x="128" y="114"/>
                    </a:lnTo>
                    <a:lnTo>
                      <a:pt x="97" y="114"/>
                    </a:lnTo>
                    <a:lnTo>
                      <a:pt x="0" y="154"/>
                    </a:lnTo>
                    <a:lnTo>
                      <a:pt x="0" y="240"/>
                    </a:lnTo>
                    <a:lnTo>
                      <a:pt x="144" y="183"/>
                    </a:lnTo>
                    <a:lnTo>
                      <a:pt x="144" y="128"/>
                    </a:lnTo>
                    <a:lnTo>
                      <a:pt x="213" y="128"/>
                    </a:lnTo>
                    <a:lnTo>
                      <a:pt x="213" y="157"/>
                    </a:lnTo>
                    <a:lnTo>
                      <a:pt x="379" y="93"/>
                    </a:lnTo>
                    <a:lnTo>
                      <a:pt x="379" y="0"/>
                    </a:lnTo>
                    <a:close/>
                  </a:path>
                </a:pathLst>
              </a:custGeom>
              <a:solidFill>
                <a:srgbClr val="BF69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prstClr val="black"/>
                  </a:solidFill>
                  <a:latin typeface="Arial" panose="020B0604020202020204"/>
                  <a:ea typeface="微软雅黑" panose="020B0503020204020204" pitchFamily="34" charset="-122"/>
                  <a:cs typeface="Arial" panose="020B0604020202020204"/>
                </a:endParaRPr>
              </a:p>
            </p:txBody>
          </p:sp>
          <p:sp>
            <p:nvSpPr>
              <p:cNvPr id="347" name="Freeform 92"/>
              <p:cNvSpPr/>
              <p:nvPr/>
            </p:nvSpPr>
            <p:spPr bwMode="auto">
              <a:xfrm flipH="1">
                <a:off x="3188637" y="2800281"/>
                <a:ext cx="459160" cy="315801"/>
              </a:xfrm>
              <a:custGeom>
                <a:avLst/>
                <a:gdLst>
                  <a:gd name="T0" fmla="*/ 379 w 379"/>
                  <a:gd name="T1" fmla="*/ 0 h 240"/>
                  <a:gd name="T2" fmla="*/ 343 w 379"/>
                  <a:gd name="T3" fmla="*/ 15 h 240"/>
                  <a:gd name="T4" fmla="*/ 343 w 379"/>
                  <a:gd name="T5" fmla="*/ 81 h 240"/>
                  <a:gd name="T6" fmla="*/ 275 w 379"/>
                  <a:gd name="T7" fmla="*/ 81 h 240"/>
                  <a:gd name="T8" fmla="*/ 275 w 379"/>
                  <a:gd name="T9" fmla="*/ 43 h 240"/>
                  <a:gd name="T10" fmla="*/ 128 w 379"/>
                  <a:gd name="T11" fmla="*/ 102 h 240"/>
                  <a:gd name="T12" fmla="*/ 128 w 379"/>
                  <a:gd name="T13" fmla="*/ 114 h 240"/>
                  <a:gd name="T14" fmla="*/ 97 w 379"/>
                  <a:gd name="T15" fmla="*/ 114 h 240"/>
                  <a:gd name="T16" fmla="*/ 0 w 379"/>
                  <a:gd name="T17" fmla="*/ 154 h 240"/>
                  <a:gd name="T18" fmla="*/ 0 w 379"/>
                  <a:gd name="T19" fmla="*/ 240 h 240"/>
                  <a:gd name="T20" fmla="*/ 144 w 379"/>
                  <a:gd name="T21" fmla="*/ 183 h 240"/>
                  <a:gd name="T22" fmla="*/ 144 w 379"/>
                  <a:gd name="T23" fmla="*/ 128 h 240"/>
                  <a:gd name="T24" fmla="*/ 213 w 379"/>
                  <a:gd name="T25" fmla="*/ 128 h 240"/>
                  <a:gd name="T26" fmla="*/ 213 w 379"/>
                  <a:gd name="T27" fmla="*/ 157 h 240"/>
                  <a:gd name="T28" fmla="*/ 379 w 379"/>
                  <a:gd name="T29" fmla="*/ 93 h 240"/>
                  <a:gd name="T30" fmla="*/ 379 w 379"/>
                  <a:gd name="T31" fmla="*/ 0 h 2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79" h="240">
                    <a:moveTo>
                      <a:pt x="379" y="0"/>
                    </a:moveTo>
                    <a:lnTo>
                      <a:pt x="343" y="15"/>
                    </a:lnTo>
                    <a:lnTo>
                      <a:pt x="343" y="81"/>
                    </a:lnTo>
                    <a:lnTo>
                      <a:pt x="275" y="81"/>
                    </a:lnTo>
                    <a:lnTo>
                      <a:pt x="275" y="43"/>
                    </a:lnTo>
                    <a:lnTo>
                      <a:pt x="128" y="102"/>
                    </a:lnTo>
                    <a:lnTo>
                      <a:pt x="128" y="114"/>
                    </a:lnTo>
                    <a:lnTo>
                      <a:pt x="97" y="114"/>
                    </a:lnTo>
                    <a:lnTo>
                      <a:pt x="0" y="154"/>
                    </a:lnTo>
                    <a:lnTo>
                      <a:pt x="0" y="240"/>
                    </a:lnTo>
                    <a:lnTo>
                      <a:pt x="144" y="183"/>
                    </a:lnTo>
                    <a:lnTo>
                      <a:pt x="144" y="128"/>
                    </a:lnTo>
                    <a:lnTo>
                      <a:pt x="213" y="128"/>
                    </a:lnTo>
                    <a:lnTo>
                      <a:pt x="213" y="157"/>
                    </a:lnTo>
                    <a:lnTo>
                      <a:pt x="379" y="93"/>
                    </a:lnTo>
                    <a:lnTo>
                      <a:pt x="379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prstClr val="black"/>
                  </a:solidFill>
                  <a:latin typeface="Arial" panose="020B0604020202020204"/>
                  <a:ea typeface="微软雅黑" panose="020B0503020204020204" pitchFamily="34" charset="-122"/>
                  <a:cs typeface="Arial" panose="020B0604020202020204"/>
                </a:endParaRPr>
              </a:p>
            </p:txBody>
          </p:sp>
          <p:sp>
            <p:nvSpPr>
              <p:cNvPr id="348" name="Freeform 93"/>
              <p:cNvSpPr/>
              <p:nvPr/>
            </p:nvSpPr>
            <p:spPr bwMode="auto">
              <a:xfrm flipH="1">
                <a:off x="3389747" y="2968708"/>
                <a:ext cx="83594" cy="72371"/>
              </a:xfrm>
              <a:custGeom>
                <a:avLst/>
                <a:gdLst>
                  <a:gd name="T0" fmla="*/ 69 w 69"/>
                  <a:gd name="T1" fmla="*/ 0 h 55"/>
                  <a:gd name="T2" fmla="*/ 0 w 69"/>
                  <a:gd name="T3" fmla="*/ 0 h 55"/>
                  <a:gd name="T4" fmla="*/ 0 w 69"/>
                  <a:gd name="T5" fmla="*/ 55 h 55"/>
                  <a:gd name="T6" fmla="*/ 69 w 69"/>
                  <a:gd name="T7" fmla="*/ 29 h 55"/>
                  <a:gd name="T8" fmla="*/ 69 w 69"/>
                  <a:gd name="T9" fmla="*/ 0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9" h="55">
                    <a:moveTo>
                      <a:pt x="69" y="0"/>
                    </a:moveTo>
                    <a:lnTo>
                      <a:pt x="0" y="0"/>
                    </a:lnTo>
                    <a:lnTo>
                      <a:pt x="0" y="55"/>
                    </a:lnTo>
                    <a:lnTo>
                      <a:pt x="69" y="29"/>
                    </a:lnTo>
                    <a:lnTo>
                      <a:pt x="69" y="0"/>
                    </a:lnTo>
                    <a:close/>
                  </a:path>
                </a:pathLst>
              </a:custGeom>
              <a:solidFill>
                <a:srgbClr val="C497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prstClr val="black"/>
                  </a:solidFill>
                  <a:latin typeface="Arial" panose="020B0604020202020204"/>
                  <a:ea typeface="微软雅黑" panose="020B0503020204020204" pitchFamily="34" charset="-122"/>
                  <a:cs typeface="Arial" panose="020B0604020202020204"/>
                </a:endParaRPr>
              </a:p>
            </p:txBody>
          </p:sp>
          <p:sp>
            <p:nvSpPr>
              <p:cNvPr id="349" name="Freeform 94"/>
              <p:cNvSpPr/>
              <p:nvPr/>
            </p:nvSpPr>
            <p:spPr bwMode="auto">
              <a:xfrm flipH="1">
                <a:off x="3389747" y="2968708"/>
                <a:ext cx="83594" cy="72371"/>
              </a:xfrm>
              <a:custGeom>
                <a:avLst/>
                <a:gdLst>
                  <a:gd name="T0" fmla="*/ 69 w 69"/>
                  <a:gd name="T1" fmla="*/ 0 h 55"/>
                  <a:gd name="T2" fmla="*/ 0 w 69"/>
                  <a:gd name="T3" fmla="*/ 0 h 55"/>
                  <a:gd name="T4" fmla="*/ 0 w 69"/>
                  <a:gd name="T5" fmla="*/ 55 h 55"/>
                  <a:gd name="T6" fmla="*/ 69 w 69"/>
                  <a:gd name="T7" fmla="*/ 29 h 55"/>
                  <a:gd name="T8" fmla="*/ 69 w 69"/>
                  <a:gd name="T9" fmla="*/ 0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9" h="55">
                    <a:moveTo>
                      <a:pt x="69" y="0"/>
                    </a:moveTo>
                    <a:lnTo>
                      <a:pt x="0" y="0"/>
                    </a:lnTo>
                    <a:lnTo>
                      <a:pt x="0" y="55"/>
                    </a:lnTo>
                    <a:lnTo>
                      <a:pt x="69" y="29"/>
                    </a:lnTo>
                    <a:lnTo>
                      <a:pt x="69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prstClr val="black"/>
                  </a:solidFill>
                  <a:latin typeface="Arial" panose="020B0604020202020204"/>
                  <a:ea typeface="微软雅黑" panose="020B0503020204020204" pitchFamily="34" charset="-122"/>
                  <a:cs typeface="Arial" panose="020B0604020202020204"/>
                </a:endParaRPr>
              </a:p>
            </p:txBody>
          </p:sp>
          <p:sp>
            <p:nvSpPr>
              <p:cNvPr id="350" name="Freeform 95"/>
              <p:cNvSpPr/>
              <p:nvPr/>
            </p:nvSpPr>
            <p:spPr bwMode="auto">
              <a:xfrm flipH="1">
                <a:off x="3492724" y="2934497"/>
                <a:ext cx="37557" cy="15790"/>
              </a:xfrm>
              <a:custGeom>
                <a:avLst/>
                <a:gdLst>
                  <a:gd name="T0" fmla="*/ 31 w 31"/>
                  <a:gd name="T1" fmla="*/ 0 h 12"/>
                  <a:gd name="T2" fmla="*/ 0 w 31"/>
                  <a:gd name="T3" fmla="*/ 12 h 12"/>
                  <a:gd name="T4" fmla="*/ 31 w 31"/>
                  <a:gd name="T5" fmla="*/ 12 h 12"/>
                  <a:gd name="T6" fmla="*/ 31 w 31"/>
                  <a:gd name="T7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1" h="12">
                    <a:moveTo>
                      <a:pt x="31" y="0"/>
                    </a:moveTo>
                    <a:lnTo>
                      <a:pt x="0" y="12"/>
                    </a:lnTo>
                    <a:lnTo>
                      <a:pt x="31" y="12"/>
                    </a:lnTo>
                    <a:lnTo>
                      <a:pt x="31" y="0"/>
                    </a:lnTo>
                    <a:close/>
                  </a:path>
                </a:pathLst>
              </a:custGeom>
              <a:solidFill>
                <a:srgbClr val="C99E7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prstClr val="black"/>
                  </a:solidFill>
                  <a:latin typeface="Arial" panose="020B0604020202020204"/>
                  <a:ea typeface="微软雅黑" panose="020B0503020204020204" pitchFamily="34" charset="-122"/>
                  <a:cs typeface="Arial" panose="020B0604020202020204"/>
                </a:endParaRPr>
              </a:p>
            </p:txBody>
          </p:sp>
          <p:sp>
            <p:nvSpPr>
              <p:cNvPr id="351" name="Freeform 96"/>
              <p:cNvSpPr/>
              <p:nvPr/>
            </p:nvSpPr>
            <p:spPr bwMode="auto">
              <a:xfrm flipH="1">
                <a:off x="3492724" y="2934497"/>
                <a:ext cx="37557" cy="15790"/>
              </a:xfrm>
              <a:custGeom>
                <a:avLst/>
                <a:gdLst>
                  <a:gd name="T0" fmla="*/ 31 w 31"/>
                  <a:gd name="T1" fmla="*/ 0 h 12"/>
                  <a:gd name="T2" fmla="*/ 0 w 31"/>
                  <a:gd name="T3" fmla="*/ 12 h 12"/>
                  <a:gd name="T4" fmla="*/ 31 w 31"/>
                  <a:gd name="T5" fmla="*/ 12 h 12"/>
                  <a:gd name="T6" fmla="*/ 31 w 31"/>
                  <a:gd name="T7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1" h="12">
                    <a:moveTo>
                      <a:pt x="31" y="0"/>
                    </a:moveTo>
                    <a:lnTo>
                      <a:pt x="0" y="12"/>
                    </a:lnTo>
                    <a:lnTo>
                      <a:pt x="31" y="12"/>
                    </a:lnTo>
                    <a:lnTo>
                      <a:pt x="31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prstClr val="black"/>
                  </a:solidFill>
                  <a:latin typeface="Arial" panose="020B0604020202020204"/>
                  <a:ea typeface="微软雅黑" panose="020B0503020204020204" pitchFamily="34" charset="-122"/>
                  <a:cs typeface="Arial" panose="020B0604020202020204"/>
                </a:endParaRPr>
              </a:p>
            </p:txBody>
          </p:sp>
          <p:sp>
            <p:nvSpPr>
              <p:cNvPr id="352" name="Freeform 97"/>
              <p:cNvSpPr/>
              <p:nvPr/>
            </p:nvSpPr>
            <p:spPr bwMode="auto">
              <a:xfrm flipH="1">
                <a:off x="3232251" y="2820019"/>
                <a:ext cx="82382" cy="86845"/>
              </a:xfrm>
              <a:custGeom>
                <a:avLst/>
                <a:gdLst>
                  <a:gd name="T0" fmla="*/ 68 w 68"/>
                  <a:gd name="T1" fmla="*/ 0 h 66"/>
                  <a:gd name="T2" fmla="*/ 0 w 68"/>
                  <a:gd name="T3" fmla="*/ 28 h 66"/>
                  <a:gd name="T4" fmla="*/ 0 w 68"/>
                  <a:gd name="T5" fmla="*/ 66 h 66"/>
                  <a:gd name="T6" fmla="*/ 68 w 68"/>
                  <a:gd name="T7" fmla="*/ 66 h 66"/>
                  <a:gd name="T8" fmla="*/ 68 w 68"/>
                  <a:gd name="T9" fmla="*/ 0 h 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8" h="66">
                    <a:moveTo>
                      <a:pt x="68" y="0"/>
                    </a:moveTo>
                    <a:lnTo>
                      <a:pt x="0" y="28"/>
                    </a:lnTo>
                    <a:lnTo>
                      <a:pt x="0" y="66"/>
                    </a:lnTo>
                    <a:lnTo>
                      <a:pt x="68" y="66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C497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prstClr val="black"/>
                  </a:solidFill>
                  <a:latin typeface="Arial" panose="020B0604020202020204"/>
                  <a:ea typeface="微软雅黑" panose="020B0503020204020204" pitchFamily="34" charset="-122"/>
                  <a:cs typeface="Arial" panose="020B0604020202020204"/>
                </a:endParaRPr>
              </a:p>
            </p:txBody>
          </p:sp>
          <p:sp>
            <p:nvSpPr>
              <p:cNvPr id="353" name="Freeform 98"/>
              <p:cNvSpPr/>
              <p:nvPr/>
            </p:nvSpPr>
            <p:spPr bwMode="auto">
              <a:xfrm flipH="1">
                <a:off x="3232251" y="2820019"/>
                <a:ext cx="82382" cy="86845"/>
              </a:xfrm>
              <a:custGeom>
                <a:avLst/>
                <a:gdLst>
                  <a:gd name="T0" fmla="*/ 68 w 68"/>
                  <a:gd name="T1" fmla="*/ 0 h 66"/>
                  <a:gd name="T2" fmla="*/ 0 w 68"/>
                  <a:gd name="T3" fmla="*/ 28 h 66"/>
                  <a:gd name="T4" fmla="*/ 0 w 68"/>
                  <a:gd name="T5" fmla="*/ 66 h 66"/>
                  <a:gd name="T6" fmla="*/ 68 w 68"/>
                  <a:gd name="T7" fmla="*/ 66 h 66"/>
                  <a:gd name="T8" fmla="*/ 68 w 68"/>
                  <a:gd name="T9" fmla="*/ 0 h 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8" h="66">
                    <a:moveTo>
                      <a:pt x="68" y="0"/>
                    </a:moveTo>
                    <a:lnTo>
                      <a:pt x="0" y="28"/>
                    </a:lnTo>
                    <a:lnTo>
                      <a:pt x="0" y="66"/>
                    </a:lnTo>
                    <a:lnTo>
                      <a:pt x="68" y="66"/>
                    </a:lnTo>
                    <a:lnTo>
                      <a:pt x="68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prstClr val="black"/>
                  </a:solidFill>
                  <a:latin typeface="Arial" panose="020B0604020202020204"/>
                  <a:ea typeface="微软雅黑" panose="020B0503020204020204" pitchFamily="34" charset="-122"/>
                  <a:cs typeface="Arial" panose="020B0604020202020204"/>
                </a:endParaRPr>
              </a:p>
            </p:txBody>
          </p:sp>
          <p:sp>
            <p:nvSpPr>
              <p:cNvPr id="354" name="Freeform 100"/>
              <p:cNvSpPr/>
              <p:nvPr/>
            </p:nvSpPr>
            <p:spPr bwMode="auto">
              <a:xfrm flipH="1">
                <a:off x="3865868" y="3205559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AFAFB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prstClr val="black"/>
                  </a:solidFill>
                  <a:latin typeface="Arial" panose="020B0604020202020204"/>
                  <a:ea typeface="微软雅黑" panose="020B0503020204020204" pitchFamily="34" charset="-122"/>
                  <a:cs typeface="Arial" panose="020B0604020202020204"/>
                </a:endParaRPr>
              </a:p>
            </p:txBody>
          </p:sp>
          <p:sp>
            <p:nvSpPr>
              <p:cNvPr id="355" name="Freeform 101"/>
              <p:cNvSpPr/>
              <p:nvPr/>
            </p:nvSpPr>
            <p:spPr bwMode="auto">
              <a:xfrm flipH="1">
                <a:off x="3825888" y="3205559"/>
                <a:ext cx="39980" cy="75003"/>
              </a:xfrm>
              <a:custGeom>
                <a:avLst/>
                <a:gdLst>
                  <a:gd name="T0" fmla="*/ 0 w 14"/>
                  <a:gd name="T1" fmla="*/ 0 h 24"/>
                  <a:gd name="T2" fmla="*/ 0 w 14"/>
                  <a:gd name="T3" fmla="*/ 0 h 24"/>
                  <a:gd name="T4" fmla="*/ 0 w 14"/>
                  <a:gd name="T5" fmla="*/ 24 h 24"/>
                  <a:gd name="T6" fmla="*/ 14 w 14"/>
                  <a:gd name="T7" fmla="*/ 19 h 24"/>
                  <a:gd name="T8" fmla="*/ 0 w 14"/>
                  <a:gd name="T9" fmla="*/ 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" h="24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4" y="19"/>
                      <a:pt x="14" y="19"/>
                      <a:pt x="14" y="19"/>
                    </a:cubicBezTo>
                    <a:cubicBezTo>
                      <a:pt x="5" y="9"/>
                      <a:pt x="1" y="2"/>
                      <a:pt x="0" y="0"/>
                    </a:cubicBezTo>
                  </a:path>
                </a:pathLst>
              </a:custGeom>
              <a:solidFill>
                <a:srgbClr val="A3AA9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prstClr val="black"/>
                  </a:solidFill>
                  <a:latin typeface="Arial" panose="020B0604020202020204"/>
                  <a:ea typeface="微软雅黑" panose="020B0503020204020204" pitchFamily="34" charset="-122"/>
                  <a:cs typeface="Arial" panose="020B0604020202020204"/>
                </a:endParaRPr>
              </a:p>
            </p:txBody>
          </p:sp>
          <p:sp>
            <p:nvSpPr>
              <p:cNvPr id="356" name="Freeform 102"/>
              <p:cNvSpPr/>
              <p:nvPr/>
            </p:nvSpPr>
            <p:spPr bwMode="auto">
              <a:xfrm flipH="1">
                <a:off x="1010353" y="2520008"/>
                <a:ext cx="3042087" cy="803976"/>
              </a:xfrm>
              <a:custGeom>
                <a:avLst/>
                <a:gdLst>
                  <a:gd name="T0" fmla="*/ 1047 w 1060"/>
                  <a:gd name="T1" fmla="*/ 252 h 258"/>
                  <a:gd name="T2" fmla="*/ 1042 w 1060"/>
                  <a:gd name="T3" fmla="*/ 257 h 258"/>
                  <a:gd name="T4" fmla="*/ 1035 w 1060"/>
                  <a:gd name="T5" fmla="*/ 258 h 258"/>
                  <a:gd name="T6" fmla="*/ 548 w 1060"/>
                  <a:gd name="T7" fmla="*/ 59 h 258"/>
                  <a:gd name="T8" fmla="*/ 530 w 1060"/>
                  <a:gd name="T9" fmla="*/ 55 h 258"/>
                  <a:gd name="T10" fmla="*/ 513 w 1060"/>
                  <a:gd name="T11" fmla="*/ 59 h 258"/>
                  <a:gd name="T12" fmla="*/ 26 w 1060"/>
                  <a:gd name="T13" fmla="*/ 258 h 258"/>
                  <a:gd name="T14" fmla="*/ 19 w 1060"/>
                  <a:gd name="T15" fmla="*/ 257 h 258"/>
                  <a:gd name="T16" fmla="*/ 14 w 1060"/>
                  <a:gd name="T17" fmla="*/ 252 h 258"/>
                  <a:gd name="T18" fmla="*/ 1 w 1060"/>
                  <a:gd name="T19" fmla="*/ 222 h 258"/>
                  <a:gd name="T20" fmla="*/ 1 w 1060"/>
                  <a:gd name="T21" fmla="*/ 215 h 258"/>
                  <a:gd name="T22" fmla="*/ 7 w 1060"/>
                  <a:gd name="T23" fmla="*/ 210 h 258"/>
                  <a:gd name="T24" fmla="*/ 513 w 1060"/>
                  <a:gd name="T25" fmla="*/ 3 h 258"/>
                  <a:gd name="T26" fmla="*/ 530 w 1060"/>
                  <a:gd name="T27" fmla="*/ 0 h 258"/>
                  <a:gd name="T28" fmla="*/ 548 w 1060"/>
                  <a:gd name="T29" fmla="*/ 3 h 258"/>
                  <a:gd name="T30" fmla="*/ 1054 w 1060"/>
                  <a:gd name="T31" fmla="*/ 210 h 258"/>
                  <a:gd name="T32" fmla="*/ 1059 w 1060"/>
                  <a:gd name="T33" fmla="*/ 215 h 258"/>
                  <a:gd name="T34" fmla="*/ 1059 w 1060"/>
                  <a:gd name="T35" fmla="*/ 222 h 258"/>
                  <a:gd name="T36" fmla="*/ 1047 w 1060"/>
                  <a:gd name="T37" fmla="*/ 252 h 2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060" h="258">
                    <a:moveTo>
                      <a:pt x="1047" y="252"/>
                    </a:moveTo>
                    <a:cubicBezTo>
                      <a:pt x="1046" y="255"/>
                      <a:pt x="1044" y="256"/>
                      <a:pt x="1042" y="257"/>
                    </a:cubicBezTo>
                    <a:cubicBezTo>
                      <a:pt x="1039" y="258"/>
                      <a:pt x="1037" y="258"/>
                      <a:pt x="1035" y="258"/>
                    </a:cubicBezTo>
                    <a:cubicBezTo>
                      <a:pt x="548" y="59"/>
                      <a:pt x="548" y="59"/>
                      <a:pt x="548" y="59"/>
                    </a:cubicBezTo>
                    <a:cubicBezTo>
                      <a:pt x="542" y="56"/>
                      <a:pt x="537" y="55"/>
                      <a:pt x="530" y="55"/>
                    </a:cubicBezTo>
                    <a:cubicBezTo>
                      <a:pt x="524" y="55"/>
                      <a:pt x="518" y="56"/>
                      <a:pt x="513" y="59"/>
                    </a:cubicBezTo>
                    <a:cubicBezTo>
                      <a:pt x="26" y="258"/>
                      <a:pt x="26" y="258"/>
                      <a:pt x="26" y="258"/>
                    </a:cubicBezTo>
                    <a:cubicBezTo>
                      <a:pt x="24" y="258"/>
                      <a:pt x="21" y="258"/>
                      <a:pt x="19" y="257"/>
                    </a:cubicBezTo>
                    <a:cubicBezTo>
                      <a:pt x="16" y="256"/>
                      <a:pt x="15" y="255"/>
                      <a:pt x="14" y="252"/>
                    </a:cubicBezTo>
                    <a:cubicBezTo>
                      <a:pt x="1" y="222"/>
                      <a:pt x="1" y="222"/>
                      <a:pt x="1" y="222"/>
                    </a:cubicBezTo>
                    <a:cubicBezTo>
                      <a:pt x="0" y="220"/>
                      <a:pt x="0" y="217"/>
                      <a:pt x="1" y="215"/>
                    </a:cubicBezTo>
                    <a:cubicBezTo>
                      <a:pt x="2" y="213"/>
                      <a:pt x="4" y="211"/>
                      <a:pt x="7" y="210"/>
                    </a:cubicBezTo>
                    <a:cubicBezTo>
                      <a:pt x="513" y="3"/>
                      <a:pt x="513" y="3"/>
                      <a:pt x="513" y="3"/>
                    </a:cubicBezTo>
                    <a:cubicBezTo>
                      <a:pt x="518" y="1"/>
                      <a:pt x="524" y="0"/>
                      <a:pt x="530" y="0"/>
                    </a:cubicBezTo>
                    <a:cubicBezTo>
                      <a:pt x="537" y="0"/>
                      <a:pt x="542" y="1"/>
                      <a:pt x="548" y="3"/>
                    </a:cubicBezTo>
                    <a:cubicBezTo>
                      <a:pt x="1054" y="210"/>
                      <a:pt x="1054" y="210"/>
                      <a:pt x="1054" y="210"/>
                    </a:cubicBezTo>
                    <a:cubicBezTo>
                      <a:pt x="1056" y="211"/>
                      <a:pt x="1058" y="213"/>
                      <a:pt x="1059" y="215"/>
                    </a:cubicBezTo>
                    <a:cubicBezTo>
                      <a:pt x="1060" y="217"/>
                      <a:pt x="1060" y="220"/>
                      <a:pt x="1059" y="222"/>
                    </a:cubicBezTo>
                    <a:lnTo>
                      <a:pt x="1047" y="252"/>
                    </a:lnTo>
                    <a:close/>
                  </a:path>
                </a:pathLst>
              </a:custGeom>
              <a:solidFill>
                <a:srgbClr val="034EA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prstClr val="black"/>
                  </a:solidFill>
                  <a:latin typeface="Arial" panose="020B0604020202020204"/>
                  <a:ea typeface="微软雅黑" panose="020B0503020204020204" pitchFamily="34" charset="-122"/>
                  <a:cs typeface="Arial" panose="020B0604020202020204"/>
                </a:endParaRPr>
              </a:p>
            </p:txBody>
          </p:sp>
          <p:sp>
            <p:nvSpPr>
              <p:cNvPr id="357" name="AutoShape 180"/>
              <p:cNvSpPr>
                <a:spLocks noChangeAspect="1" noChangeArrowheads="1" noTextEdit="1"/>
              </p:cNvSpPr>
              <p:nvPr/>
            </p:nvSpPr>
            <p:spPr bwMode="auto">
              <a:xfrm flipH="1">
                <a:off x="-25482" y="6274982"/>
                <a:ext cx="4648540" cy="4473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prstClr val="black"/>
                  </a:solidFill>
                  <a:latin typeface="Arial" panose="020B0604020202020204"/>
                  <a:ea typeface="微软雅黑" panose="020B0503020204020204" pitchFamily="34" charset="-122"/>
                  <a:cs typeface="Arial" panose="020B0604020202020204"/>
                </a:endParaRPr>
              </a:p>
            </p:txBody>
          </p:sp>
        </p:grpSp>
        <p:cxnSp>
          <p:nvCxnSpPr>
            <p:cNvPr id="216" name="直接连接符 215"/>
            <p:cNvCxnSpPr/>
            <p:nvPr/>
          </p:nvCxnSpPr>
          <p:spPr>
            <a:xfrm>
              <a:off x="3498327" y="3064788"/>
              <a:ext cx="3058" cy="482709"/>
            </a:xfrm>
            <a:prstGeom prst="line">
              <a:avLst/>
            </a:prstGeom>
            <a:noFill/>
            <a:ln w="28575" cap="flat" cmpd="sng" algn="ctr">
              <a:solidFill>
                <a:srgbClr val="0099FF"/>
              </a:solidFill>
              <a:prstDash val="solid"/>
              <a:miter lim="800000"/>
            </a:ln>
            <a:effectLst/>
          </p:spPr>
        </p:cxnSp>
        <p:sp>
          <p:nvSpPr>
            <p:cNvPr id="217" name="Freeform 86"/>
            <p:cNvSpPr/>
            <p:nvPr/>
          </p:nvSpPr>
          <p:spPr bwMode="auto">
            <a:xfrm flipH="1">
              <a:off x="2606371" y="4007139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C16A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grpSp>
          <p:nvGrpSpPr>
            <p:cNvPr id="218" name="组合 17"/>
            <p:cNvGrpSpPr/>
            <p:nvPr/>
          </p:nvGrpSpPr>
          <p:grpSpPr bwMode="auto">
            <a:xfrm>
              <a:off x="3026927" y="2851861"/>
              <a:ext cx="968926" cy="247278"/>
              <a:chOff x="0" y="0"/>
              <a:chExt cx="21658" cy="3477"/>
            </a:xfrm>
            <a:solidFill>
              <a:srgbClr val="FFC000"/>
            </a:solidFill>
          </p:grpSpPr>
          <p:sp>
            <p:nvSpPr>
              <p:cNvPr id="273" name="矩形 2"/>
              <p:cNvSpPr>
                <a:spLocks noChangeArrowheads="1"/>
              </p:cNvSpPr>
              <p:nvPr/>
            </p:nvSpPr>
            <p:spPr bwMode="auto">
              <a:xfrm>
                <a:off x="0" y="664"/>
                <a:ext cx="21658" cy="2330"/>
              </a:xfrm>
              <a:prstGeom prst="rect">
                <a:avLst/>
              </a:prstGeom>
              <a:solidFill>
                <a:srgbClr val="31BDCA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 vert="horz" wrap="square" lIns="91440" tIns="45720" rIns="91440" bIns="45720" numCol="1" anchor="ctr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Arial" panose="020B0604020202020204"/>
                </a:endParaRPr>
              </a:p>
            </p:txBody>
          </p:sp>
          <p:sp>
            <p:nvSpPr>
              <p:cNvPr id="274" name="梯形 10"/>
              <p:cNvSpPr/>
              <p:nvPr/>
            </p:nvSpPr>
            <p:spPr bwMode="auto">
              <a:xfrm>
                <a:off x="0" y="0"/>
                <a:ext cx="21617" cy="627"/>
              </a:xfrm>
              <a:custGeom>
                <a:avLst/>
                <a:gdLst>
                  <a:gd name="T0" fmla="*/ 0 w 2161783"/>
                  <a:gd name="T1" fmla="*/ 627 h 62753"/>
                  <a:gd name="T2" fmla="*/ 157 w 2161783"/>
                  <a:gd name="T3" fmla="*/ 0 h 62753"/>
                  <a:gd name="T4" fmla="*/ 21460 w 2161783"/>
                  <a:gd name="T5" fmla="*/ 0 h 62753"/>
                  <a:gd name="T6" fmla="*/ 21617 w 2161783"/>
                  <a:gd name="T7" fmla="*/ 627 h 62753"/>
                  <a:gd name="T8" fmla="*/ 0 w 2161783"/>
                  <a:gd name="T9" fmla="*/ 627 h 6275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161783" h="62753">
                    <a:moveTo>
                      <a:pt x="0" y="62753"/>
                    </a:moveTo>
                    <a:lnTo>
                      <a:pt x="15688" y="0"/>
                    </a:lnTo>
                    <a:lnTo>
                      <a:pt x="2146095" y="0"/>
                    </a:lnTo>
                    <a:lnTo>
                      <a:pt x="2161783" y="62753"/>
                    </a:lnTo>
                    <a:lnTo>
                      <a:pt x="0" y="62753"/>
                    </a:lnTo>
                    <a:close/>
                  </a:path>
                </a:pathLst>
              </a:custGeom>
              <a:solidFill>
                <a:srgbClr val="2D7FAE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 vert="horz" wrap="square" lIns="91440" tIns="45720" rIns="91440" bIns="45720" numCol="1" anchor="ctr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Arial" panose="020B0604020202020204"/>
                </a:endParaRPr>
              </a:p>
            </p:txBody>
          </p:sp>
          <p:sp>
            <p:nvSpPr>
              <p:cNvPr id="275" name="矩形 14"/>
              <p:cNvSpPr>
                <a:spLocks noChangeArrowheads="1"/>
              </p:cNvSpPr>
              <p:nvPr/>
            </p:nvSpPr>
            <p:spPr bwMode="auto">
              <a:xfrm>
                <a:off x="20188" y="3013"/>
                <a:ext cx="1422" cy="464"/>
              </a:xfrm>
              <a:prstGeom prst="rect">
                <a:avLst/>
              </a:prstGeom>
              <a:grpFill/>
              <a:ln w="25400">
                <a:solidFill>
                  <a:srgbClr val="000000"/>
                </a:solidFill>
                <a:miter lim="800000"/>
              </a:ln>
            </p:spPr>
            <p:txBody>
              <a:bodyPr vert="horz" wrap="square" lIns="91440" tIns="45720" rIns="91440" bIns="45720" numCol="1" anchor="ctr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Arial" panose="020B0604020202020204"/>
                </a:endParaRPr>
              </a:p>
            </p:txBody>
          </p:sp>
          <p:sp>
            <p:nvSpPr>
              <p:cNvPr id="276" name="矩形 15"/>
              <p:cNvSpPr>
                <a:spLocks noChangeArrowheads="1"/>
              </p:cNvSpPr>
              <p:nvPr/>
            </p:nvSpPr>
            <p:spPr bwMode="auto">
              <a:xfrm>
                <a:off x="102" y="3013"/>
                <a:ext cx="1422" cy="464"/>
              </a:xfrm>
              <a:prstGeom prst="rect">
                <a:avLst/>
              </a:prstGeom>
              <a:grpFill/>
              <a:ln w="25400">
                <a:solidFill>
                  <a:srgbClr val="000000"/>
                </a:solidFill>
                <a:miter lim="800000"/>
              </a:ln>
            </p:spPr>
            <p:txBody>
              <a:bodyPr vert="horz" wrap="square" lIns="91440" tIns="45720" rIns="91440" bIns="45720" numCol="1" anchor="ctr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Arial" panose="020B0604020202020204"/>
                </a:endParaRPr>
              </a:p>
            </p:txBody>
          </p:sp>
          <p:sp>
            <p:nvSpPr>
              <p:cNvPr id="277" name="矩形 16"/>
              <p:cNvSpPr>
                <a:spLocks noChangeArrowheads="1"/>
              </p:cNvSpPr>
              <p:nvPr/>
            </p:nvSpPr>
            <p:spPr bwMode="auto">
              <a:xfrm>
                <a:off x="19207" y="1277"/>
                <a:ext cx="1407" cy="541"/>
              </a:xfrm>
              <a:prstGeom prst="rect">
                <a:avLst/>
              </a:prstGeom>
              <a:grpFill/>
              <a:ln w="9525">
                <a:solidFill>
                  <a:srgbClr val="000000"/>
                </a:solidFill>
                <a:miter lim="800000"/>
              </a:ln>
            </p:spPr>
            <p:txBody>
              <a:bodyPr vert="horz" wrap="square" lIns="91440" tIns="45720" rIns="91440" bIns="45720" numCol="1" anchor="ctr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Arial" panose="020B0604020202020204"/>
                </a:endParaRPr>
              </a:p>
            </p:txBody>
          </p:sp>
        </p:grpSp>
        <p:grpSp>
          <p:nvGrpSpPr>
            <p:cNvPr id="219" name="组合 17"/>
            <p:cNvGrpSpPr/>
            <p:nvPr/>
          </p:nvGrpSpPr>
          <p:grpSpPr bwMode="auto">
            <a:xfrm>
              <a:off x="3029985" y="3500274"/>
              <a:ext cx="968926" cy="273450"/>
              <a:chOff x="0" y="-368"/>
              <a:chExt cx="21658" cy="3845"/>
            </a:xfrm>
            <a:solidFill>
              <a:srgbClr val="FFC000"/>
            </a:solidFill>
          </p:grpSpPr>
          <p:sp>
            <p:nvSpPr>
              <p:cNvPr id="239" name="矩形 2"/>
              <p:cNvSpPr>
                <a:spLocks noChangeArrowheads="1"/>
              </p:cNvSpPr>
              <p:nvPr/>
            </p:nvSpPr>
            <p:spPr bwMode="auto">
              <a:xfrm>
                <a:off x="0" y="296"/>
                <a:ext cx="21658" cy="2330"/>
              </a:xfrm>
              <a:prstGeom prst="rect">
                <a:avLst/>
              </a:prstGeom>
              <a:solidFill>
                <a:srgbClr val="31BDCA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 vert="horz" wrap="square" lIns="91440" tIns="45720" rIns="91440" bIns="45720" numCol="1" anchor="ctr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Arial" panose="020B0604020202020204"/>
                </a:endParaRPr>
              </a:p>
            </p:txBody>
          </p:sp>
          <p:sp>
            <p:nvSpPr>
              <p:cNvPr id="248" name="梯形 10"/>
              <p:cNvSpPr/>
              <p:nvPr/>
            </p:nvSpPr>
            <p:spPr bwMode="auto">
              <a:xfrm>
                <a:off x="0" y="-368"/>
                <a:ext cx="21617" cy="627"/>
              </a:xfrm>
              <a:custGeom>
                <a:avLst/>
                <a:gdLst>
                  <a:gd name="T0" fmla="*/ 0 w 2161783"/>
                  <a:gd name="T1" fmla="*/ 627 h 62753"/>
                  <a:gd name="T2" fmla="*/ 157 w 2161783"/>
                  <a:gd name="T3" fmla="*/ 0 h 62753"/>
                  <a:gd name="T4" fmla="*/ 21460 w 2161783"/>
                  <a:gd name="T5" fmla="*/ 0 h 62753"/>
                  <a:gd name="T6" fmla="*/ 21617 w 2161783"/>
                  <a:gd name="T7" fmla="*/ 627 h 62753"/>
                  <a:gd name="T8" fmla="*/ 0 w 2161783"/>
                  <a:gd name="T9" fmla="*/ 627 h 6275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161783" h="62753">
                    <a:moveTo>
                      <a:pt x="0" y="62753"/>
                    </a:moveTo>
                    <a:lnTo>
                      <a:pt x="15688" y="0"/>
                    </a:lnTo>
                    <a:lnTo>
                      <a:pt x="2146095" y="0"/>
                    </a:lnTo>
                    <a:lnTo>
                      <a:pt x="2161783" y="62753"/>
                    </a:lnTo>
                    <a:lnTo>
                      <a:pt x="0" y="62753"/>
                    </a:lnTo>
                    <a:close/>
                  </a:path>
                </a:pathLst>
              </a:custGeom>
              <a:solidFill>
                <a:srgbClr val="2D7FAE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 vert="horz" wrap="square" lIns="91440" tIns="45720" rIns="91440" bIns="45720" numCol="1" anchor="ctr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Arial" panose="020B0604020202020204"/>
                </a:endParaRPr>
              </a:p>
            </p:txBody>
          </p:sp>
          <p:sp>
            <p:nvSpPr>
              <p:cNvPr id="262" name="矩形 14"/>
              <p:cNvSpPr>
                <a:spLocks noChangeArrowheads="1"/>
              </p:cNvSpPr>
              <p:nvPr/>
            </p:nvSpPr>
            <p:spPr bwMode="auto">
              <a:xfrm>
                <a:off x="20188" y="3013"/>
                <a:ext cx="1422" cy="464"/>
              </a:xfrm>
              <a:prstGeom prst="rect">
                <a:avLst/>
              </a:prstGeom>
              <a:grpFill/>
              <a:ln w="25400">
                <a:solidFill>
                  <a:srgbClr val="000000"/>
                </a:solidFill>
                <a:miter lim="800000"/>
              </a:ln>
            </p:spPr>
            <p:txBody>
              <a:bodyPr vert="horz" wrap="square" lIns="91440" tIns="45720" rIns="91440" bIns="45720" numCol="1" anchor="ctr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Arial" panose="020B0604020202020204"/>
                </a:endParaRPr>
              </a:p>
            </p:txBody>
          </p:sp>
          <p:sp>
            <p:nvSpPr>
              <p:cNvPr id="271" name="矩形 15"/>
              <p:cNvSpPr>
                <a:spLocks noChangeArrowheads="1"/>
              </p:cNvSpPr>
              <p:nvPr/>
            </p:nvSpPr>
            <p:spPr bwMode="auto">
              <a:xfrm>
                <a:off x="102" y="3013"/>
                <a:ext cx="1422" cy="464"/>
              </a:xfrm>
              <a:prstGeom prst="rect">
                <a:avLst/>
              </a:prstGeom>
              <a:grpFill/>
              <a:ln w="25400">
                <a:solidFill>
                  <a:srgbClr val="000000"/>
                </a:solidFill>
                <a:miter lim="800000"/>
              </a:ln>
            </p:spPr>
            <p:txBody>
              <a:bodyPr vert="horz" wrap="square" lIns="91440" tIns="45720" rIns="91440" bIns="45720" numCol="1" anchor="ctr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Arial" panose="020B0604020202020204"/>
                </a:endParaRPr>
              </a:p>
            </p:txBody>
          </p:sp>
          <p:sp>
            <p:nvSpPr>
              <p:cNvPr id="272" name="矩形 16"/>
              <p:cNvSpPr>
                <a:spLocks noChangeArrowheads="1"/>
              </p:cNvSpPr>
              <p:nvPr/>
            </p:nvSpPr>
            <p:spPr bwMode="auto">
              <a:xfrm>
                <a:off x="19207" y="1277"/>
                <a:ext cx="1407" cy="541"/>
              </a:xfrm>
              <a:prstGeom prst="rect">
                <a:avLst/>
              </a:prstGeom>
              <a:grpFill/>
              <a:ln w="9525">
                <a:solidFill>
                  <a:srgbClr val="000000"/>
                </a:solidFill>
                <a:miter lim="800000"/>
              </a:ln>
            </p:spPr>
            <p:txBody>
              <a:bodyPr vert="horz" wrap="square" lIns="91440" tIns="45720" rIns="91440" bIns="45720" numCol="1" anchor="ctr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Arial" panose="020B0604020202020204"/>
                </a:endParaRPr>
              </a:p>
            </p:txBody>
          </p:sp>
        </p:grpSp>
        <p:cxnSp>
          <p:nvCxnSpPr>
            <p:cNvPr id="220" name="直接连接符 219"/>
            <p:cNvCxnSpPr/>
            <p:nvPr/>
          </p:nvCxnSpPr>
          <p:spPr>
            <a:xfrm flipH="1">
              <a:off x="2582754" y="2984007"/>
              <a:ext cx="432000" cy="0"/>
            </a:xfrm>
            <a:prstGeom prst="line">
              <a:avLst/>
            </a:prstGeom>
            <a:noFill/>
            <a:ln w="28575" cap="flat" cmpd="sng" algn="ctr">
              <a:solidFill>
                <a:srgbClr val="0099FF"/>
              </a:solidFill>
              <a:prstDash val="solid"/>
              <a:miter lim="800000"/>
            </a:ln>
            <a:effectLst/>
          </p:spPr>
        </p:cxnSp>
        <p:cxnSp>
          <p:nvCxnSpPr>
            <p:cNvPr id="221" name="直接连接符 220"/>
            <p:cNvCxnSpPr/>
            <p:nvPr/>
          </p:nvCxnSpPr>
          <p:spPr>
            <a:xfrm flipH="1">
              <a:off x="2594965" y="3617332"/>
              <a:ext cx="432000" cy="0"/>
            </a:xfrm>
            <a:prstGeom prst="line">
              <a:avLst/>
            </a:prstGeom>
            <a:noFill/>
            <a:ln w="28575" cap="flat" cmpd="sng" algn="ctr">
              <a:solidFill>
                <a:srgbClr val="0099FF"/>
              </a:solidFill>
              <a:prstDash val="solid"/>
              <a:miter lim="800000"/>
            </a:ln>
            <a:effectLst/>
          </p:spPr>
        </p:cxnSp>
        <p:cxnSp>
          <p:nvCxnSpPr>
            <p:cNvPr id="222" name="直接连接符 221"/>
            <p:cNvCxnSpPr/>
            <p:nvPr/>
          </p:nvCxnSpPr>
          <p:spPr>
            <a:xfrm>
              <a:off x="3501385" y="3739373"/>
              <a:ext cx="0" cy="432000"/>
            </a:xfrm>
            <a:prstGeom prst="line">
              <a:avLst/>
            </a:prstGeom>
            <a:noFill/>
            <a:ln w="28575" cap="flat" cmpd="sng" algn="ctr">
              <a:solidFill>
                <a:srgbClr val="0099FF"/>
              </a:solidFill>
              <a:prstDash val="solid"/>
              <a:miter lim="800000"/>
            </a:ln>
            <a:effectLst/>
          </p:spPr>
        </p:cxnSp>
        <p:pic>
          <p:nvPicPr>
            <p:cNvPr id="223" name="Picture 16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35258" y="4110044"/>
              <a:ext cx="1104694" cy="59296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24" name="Text Box 5722"/>
            <p:cNvSpPr txBox="1">
              <a:spLocks noChangeArrowheads="1"/>
            </p:cNvSpPr>
            <p:nvPr/>
          </p:nvSpPr>
          <p:spPr bwMode="auto">
            <a:xfrm>
              <a:off x="3548447" y="3143011"/>
              <a:ext cx="799179" cy="2886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0" tIns="0" rIns="0" bIns="0" numCol="1" anchor="t" anchorCtr="0" compatLnSpc="1"/>
            <a:lstStyle/>
            <a:p>
              <a:pPr marL="0" marR="0" lvl="0" indent="0" algn="just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5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宋体" panose="02010600030101010101" pitchFamily="2" charset="-122"/>
                </a:rPr>
                <a:t>路由器</a:t>
              </a:r>
              <a:r>
                <a:rPr kumimoji="0" lang="en-US" altLang="zh-CN" sz="15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宋体" panose="02010600030101010101" pitchFamily="2" charset="-122"/>
                </a:rPr>
                <a:t>1</a:t>
              </a:r>
              <a:endParaRPr kumimoji="0" lang="zh-CN" altLang="zh-CN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endParaRPr>
            </a:p>
          </p:txBody>
        </p:sp>
        <p:sp>
          <p:nvSpPr>
            <p:cNvPr id="225" name="Text Box 5722"/>
            <p:cNvSpPr txBox="1">
              <a:spLocks noChangeArrowheads="1"/>
            </p:cNvSpPr>
            <p:nvPr/>
          </p:nvSpPr>
          <p:spPr bwMode="auto">
            <a:xfrm>
              <a:off x="3543734" y="3823902"/>
              <a:ext cx="799179" cy="2870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0" tIns="0" rIns="0" bIns="0" numCol="1" anchor="t" anchorCtr="0" compatLnSpc="1"/>
            <a:lstStyle/>
            <a:p>
              <a:pPr marL="0" marR="0" lvl="0" indent="0" algn="just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5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宋体" panose="02010600030101010101" pitchFamily="2" charset="-122"/>
                </a:rPr>
                <a:t>路由器</a:t>
              </a:r>
              <a:r>
                <a:rPr kumimoji="0" lang="en-US" altLang="zh-CN" sz="15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宋体" panose="02010600030101010101" pitchFamily="2" charset="-122"/>
                </a:rPr>
                <a:t>2</a:t>
              </a:r>
              <a:endParaRPr kumimoji="0" lang="zh-CN" altLang="zh-CN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endParaRPr>
            </a:p>
          </p:txBody>
        </p:sp>
        <p:sp>
          <p:nvSpPr>
            <p:cNvPr id="226" name="Text Box 5722"/>
            <p:cNvSpPr txBox="1">
              <a:spLocks noChangeArrowheads="1"/>
            </p:cNvSpPr>
            <p:nvPr/>
          </p:nvSpPr>
          <p:spPr bwMode="auto">
            <a:xfrm>
              <a:off x="3205456" y="4274657"/>
              <a:ext cx="799179" cy="1749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0" tIns="0" rIns="0" bIns="0" numCol="1" anchor="t" anchorCtr="0" compatLnSpc="1"/>
            <a:lstStyle/>
            <a:p>
              <a:pPr marL="0" marR="0" lvl="0" indent="0" algn="just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宋体" panose="02010600030101010101" pitchFamily="2" charset="-122"/>
                </a:rPr>
                <a:t>Internet</a:t>
              </a:r>
              <a:endParaRPr kumimoji="0" lang="zh-CN" altLang="zh-CN" sz="4400" b="0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endParaRPr>
            </a:p>
          </p:txBody>
        </p:sp>
        <p:grpSp>
          <p:nvGrpSpPr>
            <p:cNvPr id="227" name="组合 226"/>
            <p:cNvGrpSpPr/>
            <p:nvPr/>
          </p:nvGrpSpPr>
          <p:grpSpPr>
            <a:xfrm>
              <a:off x="971640" y="2859895"/>
              <a:ext cx="1388734" cy="1111383"/>
              <a:chOff x="1962719" y="3170205"/>
              <a:chExt cx="1388734" cy="1111383"/>
            </a:xfrm>
          </p:grpSpPr>
          <p:pic>
            <p:nvPicPr>
              <p:cNvPr id="231" name="Picture 18" descr="C:\Users\jier\Desktop\png_100_168.png"/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147392" y="3183195"/>
                <a:ext cx="360000" cy="3600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232" name="Picture 18" descr="C:\Users\jier\Desktop\png_100_168.png"/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962719" y="3904034"/>
                <a:ext cx="360000" cy="3600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233" name="Picture 18" descr="C:\Users\jier\Desktop\png_100_168.png"/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466775" y="3921588"/>
                <a:ext cx="360000" cy="3600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234" name="Picture 18" descr="C:\Users\jier\Desktop\png_100_168.png"/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991453" y="3901422"/>
                <a:ext cx="360000" cy="3600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235" name="Picture 18" descr="C:\Users\jier\Desktop\png_100_168.png"/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00184" y="3170205"/>
                <a:ext cx="360000" cy="3600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228" name="TextBox 227"/>
            <p:cNvSpPr txBox="1"/>
            <p:nvPr/>
          </p:nvSpPr>
          <p:spPr>
            <a:xfrm>
              <a:off x="1083188" y="2588584"/>
              <a:ext cx="1544596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5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八楼</a:t>
              </a:r>
              <a:r>
                <a:rPr lang="en-US" altLang="zh-CN" sz="15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52</a:t>
              </a:r>
              <a:r>
                <a:rPr lang="zh-CN" altLang="en-US" sz="15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个</a:t>
              </a:r>
              <a:r>
                <a:rPr lang="en-US" altLang="zh-CN" sz="15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IP</a:t>
              </a:r>
              <a:endParaRPr lang="zh-CN" altLang="en-US" sz="15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9" name="TextBox 228"/>
            <p:cNvSpPr txBox="1"/>
            <p:nvPr/>
          </p:nvSpPr>
          <p:spPr>
            <a:xfrm>
              <a:off x="1013908" y="3282298"/>
              <a:ext cx="1375274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5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七</a:t>
              </a:r>
              <a:r>
                <a:rPr lang="zh-CN" altLang="en-US" sz="15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楼</a:t>
              </a:r>
              <a:r>
                <a:rPr lang="en-US" altLang="zh-CN" sz="15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108</a:t>
              </a:r>
              <a:r>
                <a:rPr lang="zh-CN" altLang="en-US" sz="15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个</a:t>
              </a:r>
              <a:r>
                <a:rPr lang="en-US" altLang="zh-CN" sz="15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IP</a:t>
              </a:r>
              <a:endParaRPr lang="zh-CN" altLang="en-US" sz="15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0" name="TextBox 229"/>
            <p:cNvSpPr txBox="1"/>
            <p:nvPr/>
          </p:nvSpPr>
          <p:spPr>
            <a:xfrm>
              <a:off x="2790771" y="3134751"/>
              <a:ext cx="730433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500" b="1" dirty="0" smtClean="0">
                  <a:solidFill>
                    <a:schemeClr val="tx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r>
                <a:rPr lang="zh-CN" altLang="en-US" sz="1500" b="1" dirty="0" smtClean="0">
                  <a:solidFill>
                    <a:schemeClr val="tx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个</a:t>
              </a:r>
              <a:r>
                <a:rPr lang="en-US" altLang="zh-CN" sz="1500" b="1" dirty="0" smtClean="0">
                  <a:solidFill>
                    <a:schemeClr val="tx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IP</a:t>
              </a:r>
              <a:endParaRPr lang="zh-CN" altLang="en-US" sz="15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92" name="n=2,借6位"/>
          <p:cNvSpPr txBox="1">
            <a:spLocks noChangeArrowheads="1"/>
          </p:cNvSpPr>
          <p:nvPr/>
        </p:nvSpPr>
        <p:spPr>
          <a:xfrm>
            <a:off x="7466356" y="2863106"/>
            <a:ext cx="743132" cy="3962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lvl="0" indent="-342900">
              <a:spcBef>
                <a:spcPct val="20000"/>
              </a:spcBef>
              <a:defRPr/>
            </a:pPr>
            <a:r>
              <a:rPr lang="zh-CN" altLang="en-US" sz="16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借</a:t>
            </a:r>
            <a:r>
              <a:rPr lang="en-US" altLang="zh-CN" sz="16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zh-CN" altLang="en-US" sz="16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</a:t>
            </a:r>
            <a:endParaRPr kumimoji="0" lang="en-US" altLang="zh-CN" sz="1600" b="1" i="0" u="none" strike="noStrike" kern="1200" cap="none" spc="0" normalizeH="0" baseline="0" noProof="0" dirty="0" smtClean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50"/>
                                        <p:tgtEl>
                                          <p:spTgt spid="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250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29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50"/>
                                        <p:tgtEl>
                                          <p:spTgt spid="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64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Motion origin="layout" path="M -2.77778E-7 -2.12766E-6 L -2.77778E-7 -0.14184 " pathEditMode="relative" rAng="0" ptsTypes="AA">
                                      <p:cBhvr>
                                        <p:cTn id="55" dur="1000" fill="hold"/>
                                        <p:tgtEl>
                                          <p:spTgt spid="2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7092"/>
                                    </p:animMotion>
                                  </p:childTnLst>
                                </p:cTn>
                              </p:par>
                              <p:par>
                                <p:cTn id="56" presetID="64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17 -0.00123 L -0.00017 -0.1403 " pathEditMode="relative" rAng="0" ptsTypes="AA">
                                      <p:cBhvr>
                                        <p:cTn id="57" dur="1000" fill="hold"/>
                                        <p:tgtEl>
                                          <p:spTgt spid="2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696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001"/>
                            </p:stCondLst>
                            <p:childTnLst>
                              <p:par>
                                <p:cTn id="5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1501"/>
                            </p:stCondLst>
                            <p:childTnLst>
                              <p:par>
                                <p:cTn id="6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7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36" presetClass="emph" presetSubtype="0" fill="hold" grpId="2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Scale>
                                      <p:cBhvr>
                                        <p:cTn id="74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</p:cBhvr>
                                      <p:to x="80000" y="100000"/>
                                    </p:animScale>
                                    <p:anim by="(#ppt_w*0.10)" calcmode="lin" valueType="num">
                                      <p:cBhvr>
                                        <p:cTn id="75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by="(-#ppt_w*0.10)" calcmode="lin" valueType="num">
                                      <p:cBhvr>
                                        <p:cTn id="76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-480000">
                                      <p:cBhvr>
                                        <p:cTn id="77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250"/>
                                        <p:tgtEl>
                                          <p:spTgt spid="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500"/>
                            </p:stCondLst>
                            <p:childTnLst>
                              <p:par>
                                <p:cTn id="8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4" presetID="64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Motion origin="layout" path="M 1.04167E-6 7.40741E-7 L 1.04167E-6 -0.15278 " pathEditMode="relative" rAng="0" ptsTypes="AA">
                                      <p:cBhvr>
                                        <p:cTn id="125" dur="1000" fill="hold"/>
                                        <p:tgtEl>
                                          <p:spTgt spid="25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7639"/>
                                    </p:animMotion>
                                  </p:childTnLst>
                                </p:cTn>
                              </p:par>
                              <p:par>
                                <p:cTn id="126" presetID="64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6 4.07407E-6 L 2.08333E-6 -0.15024 " pathEditMode="relative" rAng="0" ptsTypes="AA">
                                      <p:cBhvr>
                                        <p:cTn id="127" dur="1000" fill="hold"/>
                                        <p:tgtEl>
                                          <p:spTgt spid="25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75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>
                            <p:stCondLst>
                              <p:cond delay="1000"/>
                            </p:stCondLst>
                            <p:childTnLst>
                              <p:par>
                                <p:cTn id="1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500"/>
                                        <p:tgtEl>
                                          <p:spTgt spid="7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36" presetClass="emph" presetSubtype="0" fill="hold" grpId="2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Scale>
                                      <p:cBhvr>
                                        <p:cTn id="144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</p:cBhvr>
                                      <p:to x="80000" y="100000"/>
                                    </p:animScale>
                                    <p:anim by="(#ppt_w*0.10)" calcmode="lin" valueType="num">
                                      <p:cBhvr>
                                        <p:cTn id="145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by="(-#ppt_w*0.10)" calcmode="lin" valueType="num">
                                      <p:cBhvr>
                                        <p:cTn id="146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-480000">
                                      <p:cBhvr>
                                        <p:cTn id="147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500"/>
                                        <p:tgtEl>
                                          <p:spTgt spid="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7" dur="250"/>
                                        <p:tgtEl>
                                          <p:spTgt spid="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8" fill="hold">
                            <p:stCondLst>
                              <p:cond delay="500"/>
                            </p:stCondLst>
                            <p:childTnLst>
                              <p:par>
                                <p:cTn id="15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1" dur="250"/>
                                        <p:tgtEl>
                                          <p:spTgt spid="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indefinite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500"/>
                                        <p:tgtEl>
                                          <p:spTgt spid="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1" dur="500"/>
                                        <p:tgtEl>
                                          <p:spTgt spid="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" fill="hold">
                      <p:stCondLst>
                        <p:cond delay="indefinite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6" dur="500"/>
                                        <p:tgtEl>
                                          <p:spTgt spid="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indefinite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9" presetID="64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Motion origin="layout" path="M -1.66667E-6 -3.5831E-6 L 0.00174 -0.13907 " pathEditMode="relative" rAng="0" ptsTypes="AA">
                                      <p:cBhvr>
                                        <p:cTn id="190" dur="1000" fill="hold"/>
                                        <p:tgtEl>
                                          <p:spTgt spid="26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7" y="-696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1" fill="hold">
                            <p:stCondLst>
                              <p:cond delay="1000"/>
                            </p:stCondLst>
                            <p:childTnLst>
                              <p:par>
                                <p:cTn id="19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4" dur="500"/>
                                        <p:tgtEl>
                                          <p:spTgt spid="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>
                      <p:stCondLst>
                        <p:cond delay="indefinite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3" presetClass="emph" presetSubtype="2" fill="hold" grpId="2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198" dur="250" fill="hold"/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9" fill="hold">
                      <p:stCondLst>
                        <p:cond delay="indefinite"/>
                      </p:stCondLst>
                      <p:childTnLst>
                        <p:par>
                          <p:cTn id="200" fill="hold">
                            <p:stCondLst>
                              <p:cond delay="0"/>
                            </p:stCondLst>
                            <p:childTnLst>
                              <p:par>
                                <p:cTn id="201" presetID="3" presetClass="emph" presetSubtype="2" fill="hold" grpId="2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202" dur="250" fill="hold"/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3" fill="hold">
                      <p:stCondLst>
                        <p:cond delay="indefinite"/>
                      </p:stCondLst>
                      <p:childTnLst>
                        <p:par>
                          <p:cTn id="204" fill="hold">
                            <p:stCondLst>
                              <p:cond delay="0"/>
                            </p:stCondLst>
                            <p:childTnLst>
                              <p:par>
                                <p:cTn id="205" presetID="3" presetClass="emph" presetSubtype="2" fill="hold" grpId="2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206" dur="250" fill="hold"/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7" fill="hold">
                      <p:stCondLst>
                        <p:cond delay="indefinite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id="20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1" dur="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2" fill="hold">
                            <p:stCondLst>
                              <p:cond delay="500"/>
                            </p:stCondLst>
                            <p:childTnLst>
                              <p:par>
                                <p:cTn id="2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6" fill="hold">
                      <p:stCondLst>
                        <p:cond delay="indefinite"/>
                      </p:stCondLst>
                      <p:childTnLst>
                        <p:par>
                          <p:cTn id="217" fill="hold">
                            <p:stCondLst>
                              <p:cond delay="0"/>
                            </p:stCondLst>
                            <p:childTnLst>
                              <p:par>
                                <p:cTn id="2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0" dur="25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1" fill="hold">
                      <p:stCondLst>
                        <p:cond delay="indefinite"/>
                      </p:stCondLst>
                      <p:childTnLst>
                        <p:par>
                          <p:cTn id="222" fill="hold">
                            <p:stCondLst>
                              <p:cond delay="0"/>
                            </p:stCondLst>
                            <p:childTnLst>
                              <p:par>
                                <p:cTn id="2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5" dur="25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6" fill="hold">
                      <p:stCondLst>
                        <p:cond delay="indefinite"/>
                      </p:stCondLst>
                      <p:childTnLst>
                        <p:par>
                          <p:cTn id="227" fill="hold">
                            <p:stCondLst>
                              <p:cond delay="0"/>
                            </p:stCondLst>
                            <p:childTnLst>
                              <p:par>
                                <p:cTn id="2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0" dur="25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1" fill="hold">
                      <p:stCondLst>
                        <p:cond delay="indefinite"/>
                      </p:stCondLst>
                      <p:childTnLst>
                        <p:par>
                          <p:cTn id="232" fill="hold">
                            <p:stCondLst>
                              <p:cond delay="0"/>
                            </p:stCondLst>
                            <p:childTnLst>
                              <p:par>
                                <p:cTn id="2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5" dur="25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6" fill="hold">
                      <p:stCondLst>
                        <p:cond delay="indefinite"/>
                      </p:stCondLst>
                      <p:childTnLst>
                        <p:par>
                          <p:cTn id="237" fill="hold">
                            <p:stCondLst>
                              <p:cond delay="0"/>
                            </p:stCondLst>
                            <p:childTnLst>
                              <p:par>
                                <p:cTn id="2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0" dur="25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1" fill="hold">
                      <p:stCondLst>
                        <p:cond delay="indefinite"/>
                      </p:stCondLst>
                      <p:childTnLst>
                        <p:par>
                          <p:cTn id="242" fill="hold">
                            <p:stCondLst>
                              <p:cond delay="0"/>
                            </p:stCondLst>
                            <p:childTnLst>
                              <p:par>
                                <p:cTn id="2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5" dur="25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6" fill="hold">
                      <p:stCondLst>
                        <p:cond delay="indefinite"/>
                      </p:stCondLst>
                      <p:childTnLst>
                        <p:par>
                          <p:cTn id="247" fill="hold">
                            <p:stCondLst>
                              <p:cond delay="0"/>
                            </p:stCondLst>
                            <p:childTnLst>
                              <p:par>
                                <p:cTn id="248" presetID="35" presetClass="emph" presetSubtype="0" fill="hold" grpId="3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 calcmode="discrete" valueType="str">
                                      <p:cBhvr>
                                        <p:cTn id="249" dur="1000" fill="hold"/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0" fill="hold">
                      <p:stCondLst>
                        <p:cond delay="indefinite"/>
                      </p:stCondLst>
                      <p:childTnLst>
                        <p:par>
                          <p:cTn id="251" fill="hold">
                            <p:stCondLst>
                              <p:cond delay="0"/>
                            </p:stCondLst>
                            <p:childTnLst>
                              <p:par>
                                <p:cTn id="252" presetID="35" presetClass="emph" presetSubtype="0" fill="hold" grpId="3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 calcmode="discrete" valueType="str">
                                      <p:cBhvr>
                                        <p:cTn id="253" dur="1000" fill="hold"/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4" fill="hold">
                      <p:stCondLst>
                        <p:cond delay="indefinite"/>
                      </p:stCondLst>
                      <p:childTnLst>
                        <p:par>
                          <p:cTn id="255" fill="hold">
                            <p:stCondLst>
                              <p:cond delay="0"/>
                            </p:stCondLst>
                            <p:childTnLst>
                              <p:par>
                                <p:cTn id="256" presetID="35" presetClass="emph" presetSubtype="0" fill="hold" grpId="3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 calcmode="discrete" valueType="str">
                                      <p:cBhvr>
                                        <p:cTn id="257" dur="1000" fill="hold"/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8" fill="hold">
                      <p:stCondLst>
                        <p:cond delay="indefinite"/>
                      </p:stCondLst>
                      <p:childTnLst>
                        <p:par>
                          <p:cTn id="259" fill="hold">
                            <p:stCondLst>
                              <p:cond delay="0"/>
                            </p:stCondLst>
                            <p:childTnLst>
                              <p:par>
                                <p:cTn id="260" presetID="32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261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62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63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64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65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6" fill="hold">
                      <p:stCondLst>
                        <p:cond delay="indefinite"/>
                      </p:stCondLst>
                      <p:childTnLst>
                        <p:par>
                          <p:cTn id="267" fill="hold">
                            <p:stCondLst>
                              <p:cond delay="0"/>
                            </p:stCondLst>
                            <p:childTnLst>
                              <p:par>
                                <p:cTn id="2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0" dur="5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1" fill="hold">
                      <p:stCondLst>
                        <p:cond delay="indefinite"/>
                      </p:stCondLst>
                      <p:childTnLst>
                        <p:par>
                          <p:cTn id="272" fill="hold">
                            <p:stCondLst>
                              <p:cond delay="0"/>
                            </p:stCondLst>
                            <p:childTnLst>
                              <p:par>
                                <p:cTn id="273" presetID="10" presetClass="emph" presetSubtype="0" fill="hold" grpId="4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 calcmode="discrete" valueType="str">
                                      <p:cBhvr override="childStyle">
                                        <p:cTn id="274" dur="2000" fill="hold"/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normal"/>
                                          </p:val>
                                        </p:tav>
                                        <p:tav tm="50000">
                                          <p:val>
                                            <p:strVal val="bold"/>
                                          </p:val>
                                        </p:tav>
                                        <p:tav tm="60000">
                                          <p:val>
                                            <p:strVal val="normal"/>
                                          </p:val>
                                        </p:tav>
                                        <p:tav tm="100000">
                                          <p:val>
                                            <p:strVal val="normal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0" grpId="0"/>
      <p:bldP spid="240" grpId="1"/>
      <p:bldP spid="241" grpId="0" animBg="1"/>
      <p:bldP spid="241" grpId="1" animBg="1"/>
      <p:bldP spid="242" grpId="0"/>
      <p:bldP spid="242" grpId="1"/>
      <p:bldP spid="243" grpId="0"/>
      <p:bldP spid="243" grpId="1"/>
      <p:bldP spid="243" grpId="2"/>
      <p:bldP spid="243" grpId="3"/>
      <p:bldP spid="244" grpId="0"/>
      <p:bldP spid="244" grpId="1"/>
      <p:bldP spid="245" grpId="0" animBg="1"/>
      <p:bldP spid="245" grpId="1" animBg="1"/>
      <p:bldP spid="246" grpId="0"/>
      <p:bldP spid="247" grpId="0"/>
      <p:bldP spid="249" grpId="0"/>
      <p:bldP spid="249" grpId="1"/>
      <p:bldP spid="250" grpId="0" animBg="1"/>
      <p:bldP spid="250" grpId="1" animBg="1"/>
      <p:bldP spid="251" grpId="0"/>
      <p:bldP spid="251" grpId="1"/>
      <p:bldP spid="255" grpId="0" animBg="1"/>
      <p:bldP spid="255" grpId="1" animBg="1"/>
      <p:bldP spid="256" grpId="0"/>
      <p:bldP spid="256" grpId="1"/>
      <p:bldP spid="256" grpId="2"/>
      <p:bldP spid="256" grpId="3"/>
      <p:bldP spid="257" grpId="0"/>
      <p:bldP spid="257" grpId="1"/>
      <p:bldP spid="260" grpId="0"/>
      <p:bldP spid="261" grpId="0"/>
      <p:bldP spid="263" grpId="0"/>
      <p:bldP spid="263" grpId="1"/>
      <p:bldP spid="264" grpId="0" animBg="1"/>
      <p:bldP spid="264" grpId="1" animBg="1"/>
      <p:bldP spid="265" grpId="0"/>
      <p:bldP spid="265" grpId="1"/>
      <p:bldP spid="269" grpId="0"/>
      <p:bldP spid="269" grpId="1"/>
      <p:bldP spid="269" grpId="2"/>
      <p:bldP spid="269" grpId="3"/>
      <p:bldP spid="270" grpId="0"/>
      <p:bldP spid="203" grpId="0"/>
      <p:bldP spid="204" grpId="0"/>
      <p:bldP spid="205" grpId="0"/>
      <p:bldP spid="205" grpId="1"/>
      <p:bldP spid="206" grpId="0"/>
      <p:bldP spid="207" grpId="0"/>
      <p:bldP spid="208" grpId="0"/>
      <p:bldP spid="209" grpId="0"/>
      <p:bldP spid="4" grpId="0" animBg="1"/>
      <p:bldP spid="392" grpId="0"/>
      <p:bldP spid="392" grpId="1"/>
      <p:bldP spid="243" grpId="4"/>
      <p:bldP spid="244" grpId="2"/>
      <p:bldP spid="257" grpId="2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 descr="C:\Users\Administrator\Desktop\微立体创业计划\005.png"/>
          <p:cNvPicPr>
            <a:picLocks noChangeAspect="1" noChangeArrowheads="1"/>
          </p:cNvPicPr>
          <p:nvPr/>
        </p:nvPicPr>
        <p:blipFill>
          <a:blip r:embed="rId1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2473" y="149604"/>
            <a:ext cx="609601" cy="609601"/>
          </a:xfrm>
          <a:prstGeom prst="rect">
            <a:avLst/>
          </a:prstGeom>
          <a:noFill/>
          <a:effectLst>
            <a:outerShdw blurRad="127000" dist="63500" dir="3000000" sx="104000" sy="104000" algn="tl" rotWithShape="0">
              <a:prstClr val="black">
                <a:alpha val="34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 descr="C:\Users\Administrator\Desktop\微立体创业计划\004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872" y="158976"/>
            <a:ext cx="609601" cy="609601"/>
          </a:xfrm>
          <a:prstGeom prst="rect">
            <a:avLst/>
          </a:prstGeom>
          <a:noFill/>
          <a:effectLst>
            <a:outerShdw blurRad="127000" dist="63500" dir="3000000" sx="104000" sy="104000" algn="tl" rotWithShape="0">
              <a:prstClr val="black">
                <a:alpha val="34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文本框 12"/>
          <p:cNvSpPr txBox="1">
            <a:spLocks noChangeArrowheads="1"/>
          </p:cNvSpPr>
          <p:nvPr/>
        </p:nvSpPr>
        <p:spPr bwMode="auto">
          <a:xfrm>
            <a:off x="1187623" y="267494"/>
            <a:ext cx="3351886" cy="4042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5023" tIns="32511" rIns="65023" bIns="32511">
            <a:spAutoFit/>
          </a:bodyPr>
          <a:lstStyle>
            <a:lvl1pPr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9pPr>
          </a:lstStyle>
          <a:p>
            <a:r>
              <a:rPr lang="en-US" altLang="zh-CN" sz="2200" dirty="0" smtClean="0">
                <a:solidFill>
                  <a:srgbClr val="034E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</a:t>
            </a:r>
            <a:r>
              <a:rPr lang="zh-CN" altLang="en-US" sz="2200" dirty="0">
                <a:solidFill>
                  <a:srgbClr val="034E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变</a:t>
            </a:r>
            <a:r>
              <a:rPr lang="zh-CN" altLang="en-US" sz="2200" dirty="0" smtClean="0">
                <a:solidFill>
                  <a:srgbClr val="034E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长子网掩码</a:t>
            </a:r>
            <a:r>
              <a:rPr lang="en-US" altLang="zh-CN" sz="2200" dirty="0">
                <a:solidFill>
                  <a:srgbClr val="034E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V</a:t>
            </a:r>
            <a:r>
              <a:rPr lang="en-US" altLang="zh-CN" sz="2200" dirty="0" smtClean="0">
                <a:solidFill>
                  <a:srgbClr val="034E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LSM</a:t>
            </a:r>
            <a:endParaRPr lang="zh-CN" altLang="en-US" sz="2200" dirty="0">
              <a:solidFill>
                <a:srgbClr val="034EA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107504" y="757289"/>
            <a:ext cx="8840553" cy="648000"/>
          </a:xfrm>
          <a:prstGeom prst="rect">
            <a:avLst/>
          </a:prstGeom>
          <a:solidFill>
            <a:sysClr val="window" lastClr="FFFFFF"/>
          </a:solidFill>
          <a:ln w="9525" cap="flat" cmpd="sng" algn="ctr">
            <a:solidFill>
              <a:srgbClr val="31BDCA">
                <a:shade val="50000"/>
              </a:srgbClr>
            </a:solidFill>
            <a:prstDash val="dash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zh-CN" altLang="en-US" kern="0" smtClean="0">
              <a:solidFill>
                <a:prstClr val="white"/>
              </a:solidFill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173141" y="710831"/>
            <a:ext cx="8774915" cy="72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案例：</a:t>
            </a:r>
            <a:r>
              <a:rPr lang="zh-CN" altLang="en-US" sz="1700" dirty="0">
                <a:solidFill>
                  <a:srgbClr val="31BDCA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某公司现有某网段</a:t>
            </a:r>
            <a:r>
              <a:rPr lang="en-US" altLang="zh-CN" sz="1700" dirty="0" smtClean="0">
                <a:solidFill>
                  <a:srgbClr val="31BDCA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192.168.1.0/24</a:t>
            </a:r>
            <a:r>
              <a:rPr lang="zh-CN" altLang="en-US" sz="1700" dirty="0" smtClean="0">
                <a:solidFill>
                  <a:srgbClr val="31BDCA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，假设</a:t>
            </a:r>
            <a:r>
              <a:rPr lang="zh-CN" altLang="en-US" sz="1700" dirty="0">
                <a:solidFill>
                  <a:srgbClr val="31BDCA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公司有</a:t>
            </a:r>
            <a:r>
              <a:rPr lang="en-US" altLang="zh-CN" sz="1700" dirty="0">
                <a:solidFill>
                  <a:srgbClr val="31BDCA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5</a:t>
            </a:r>
            <a:r>
              <a:rPr lang="zh-CN" altLang="en-US" sz="1700" dirty="0">
                <a:solidFill>
                  <a:srgbClr val="31BDCA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个部门，分别为</a:t>
            </a:r>
            <a:r>
              <a:rPr lang="en-US" altLang="zh-CN" sz="1700" dirty="0" smtClean="0">
                <a:solidFill>
                  <a:srgbClr val="31BDCA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A</a:t>
            </a:r>
            <a:r>
              <a:rPr lang="zh-CN" altLang="en-US" sz="1700" dirty="0" smtClean="0">
                <a:solidFill>
                  <a:srgbClr val="31BDCA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、</a:t>
            </a:r>
            <a:r>
              <a:rPr lang="en-US" altLang="zh-CN" sz="1700" dirty="0" smtClean="0">
                <a:solidFill>
                  <a:srgbClr val="31BDCA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B</a:t>
            </a:r>
            <a:r>
              <a:rPr lang="zh-CN" altLang="en-US" sz="1700" dirty="0" smtClean="0">
                <a:solidFill>
                  <a:srgbClr val="31BDCA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、</a:t>
            </a:r>
            <a:r>
              <a:rPr lang="en-US" altLang="zh-CN" sz="1700" dirty="0" smtClean="0">
                <a:solidFill>
                  <a:srgbClr val="31BDCA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C</a:t>
            </a:r>
            <a:r>
              <a:rPr lang="zh-CN" altLang="en-US" sz="1700" dirty="0" smtClean="0">
                <a:solidFill>
                  <a:srgbClr val="31BDCA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、</a:t>
            </a:r>
            <a:r>
              <a:rPr lang="en-US" altLang="zh-CN" sz="1700" dirty="0" smtClean="0">
                <a:solidFill>
                  <a:srgbClr val="31BDCA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D</a:t>
            </a:r>
            <a:r>
              <a:rPr lang="zh-CN" altLang="en-US" sz="1700" dirty="0" smtClean="0">
                <a:solidFill>
                  <a:srgbClr val="31BDCA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、</a:t>
            </a:r>
            <a:r>
              <a:rPr lang="en-US" altLang="zh-CN" sz="1700" dirty="0" smtClean="0">
                <a:solidFill>
                  <a:srgbClr val="31BDCA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E</a:t>
            </a:r>
            <a:r>
              <a:rPr lang="zh-CN" altLang="en-US" sz="1700" dirty="0">
                <a:solidFill>
                  <a:srgbClr val="31BDCA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，每个部门分别有</a:t>
            </a:r>
            <a:r>
              <a:rPr lang="en-US" altLang="zh-CN" sz="1700" dirty="0">
                <a:solidFill>
                  <a:srgbClr val="31BDCA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55</a:t>
            </a:r>
            <a:r>
              <a:rPr lang="zh-CN" altLang="en-US" sz="1700" dirty="0">
                <a:solidFill>
                  <a:srgbClr val="31BDCA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台，</a:t>
            </a:r>
            <a:r>
              <a:rPr lang="en-US" altLang="zh-CN" sz="1700" dirty="0">
                <a:solidFill>
                  <a:srgbClr val="31BDCA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30</a:t>
            </a:r>
            <a:r>
              <a:rPr lang="zh-CN" altLang="en-US" sz="1700" dirty="0">
                <a:solidFill>
                  <a:srgbClr val="31BDCA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台，</a:t>
            </a:r>
            <a:r>
              <a:rPr lang="en-US" altLang="zh-CN" sz="1700" dirty="0">
                <a:solidFill>
                  <a:srgbClr val="31BDCA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14</a:t>
            </a:r>
            <a:r>
              <a:rPr lang="zh-CN" altLang="en-US" sz="1700" dirty="0">
                <a:solidFill>
                  <a:srgbClr val="31BDCA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台，</a:t>
            </a:r>
            <a:r>
              <a:rPr lang="en-US" altLang="zh-CN" sz="1700" dirty="0">
                <a:solidFill>
                  <a:srgbClr val="31BDCA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12</a:t>
            </a:r>
            <a:r>
              <a:rPr lang="zh-CN" altLang="en-US" sz="1700" dirty="0">
                <a:solidFill>
                  <a:srgbClr val="31BDCA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台，</a:t>
            </a:r>
            <a:r>
              <a:rPr lang="en-US" altLang="zh-CN" sz="1700" dirty="0">
                <a:solidFill>
                  <a:srgbClr val="31BDCA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6</a:t>
            </a:r>
            <a:r>
              <a:rPr lang="zh-CN" altLang="en-US" sz="1700" dirty="0">
                <a:solidFill>
                  <a:srgbClr val="31BDCA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台主机</a:t>
            </a:r>
            <a:r>
              <a:rPr lang="zh-CN" altLang="en-US" sz="1700" dirty="0" smtClean="0">
                <a:solidFill>
                  <a:srgbClr val="31BDCA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，请给</a:t>
            </a:r>
            <a:r>
              <a:rPr lang="zh-CN" altLang="en-US" sz="1700" dirty="0">
                <a:solidFill>
                  <a:srgbClr val="31BDCA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各部门划分网络</a:t>
            </a:r>
            <a:r>
              <a:rPr lang="zh-CN" altLang="en-US" sz="1700" dirty="0" smtClean="0">
                <a:solidFill>
                  <a:srgbClr val="31BDCA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地址。</a:t>
            </a:r>
            <a:endParaRPr lang="zh-CN" altLang="en-US" sz="1700" dirty="0">
              <a:solidFill>
                <a:srgbClr val="31BDCA">
                  <a:lumMod val="5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107504" y="1457763"/>
            <a:ext cx="6480000" cy="612000"/>
          </a:xfrm>
          <a:prstGeom prst="rect">
            <a:avLst/>
          </a:prstGeom>
          <a:solidFill>
            <a:srgbClr val="00B0F0"/>
          </a:solidFill>
          <a:ln>
            <a:solidFill>
              <a:srgbClr val="0070C0"/>
            </a:solidFill>
            <a:prstDash val="dash"/>
          </a:ln>
        </p:spPr>
        <p:txBody>
          <a:bodyPr wrap="square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kumimoji="1" lang="zh-CN" altLang="en-US" sz="15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部门</a:t>
            </a:r>
            <a:r>
              <a:rPr kumimoji="1" lang="en-US" altLang="zh-CN" sz="15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kumimoji="1" lang="zh-CN" altLang="en-US" sz="15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kumimoji="1"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网络地址：</a:t>
            </a:r>
            <a:r>
              <a:rPr kumimoji="1"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192.168.1.0/26            </a:t>
            </a:r>
            <a:r>
              <a:rPr kumimoji="1"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广播地址：</a:t>
            </a:r>
            <a:r>
              <a:rPr kumimoji="1"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192.168.1.63</a:t>
            </a:r>
            <a:endParaRPr kumimoji="1" lang="en-US" altLang="zh-CN" sz="15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kumimoji="1"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</a:t>
            </a:r>
            <a:r>
              <a:rPr kumimoji="1"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主机或路由器接口的</a:t>
            </a:r>
            <a:r>
              <a:rPr kumimoji="1"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IP</a:t>
            </a:r>
            <a:r>
              <a:rPr kumimoji="1"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地址范围</a:t>
            </a:r>
            <a:r>
              <a:rPr kumimoji="1"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192.168.1.1----192.168.1.62</a:t>
            </a:r>
            <a:endParaRPr kumimoji="1" lang="en-US" altLang="zh-CN" sz="15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107504" y="2094546"/>
            <a:ext cx="6480000" cy="612000"/>
          </a:xfrm>
          <a:prstGeom prst="rect">
            <a:avLst/>
          </a:prstGeom>
          <a:solidFill>
            <a:srgbClr val="FFC000"/>
          </a:solidFill>
          <a:ln>
            <a:solidFill>
              <a:srgbClr val="0070C0"/>
            </a:solidFill>
            <a:prstDash val="dash"/>
          </a:ln>
        </p:spPr>
        <p:txBody>
          <a:bodyPr wrap="square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kumimoji="1" lang="zh-CN" altLang="en-US" sz="15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部门</a:t>
            </a:r>
            <a:r>
              <a:rPr kumimoji="1" lang="en-US" altLang="zh-CN" sz="15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kumimoji="1" lang="zh-CN" altLang="en-US" sz="15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kumimoji="1"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网络地址：</a:t>
            </a:r>
            <a:r>
              <a:rPr kumimoji="1"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192.168.1.64/27          </a:t>
            </a:r>
            <a:r>
              <a:rPr kumimoji="1"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广播地址：</a:t>
            </a:r>
            <a:r>
              <a:rPr kumimoji="1"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192.168.1.95</a:t>
            </a:r>
            <a:endParaRPr kumimoji="1" lang="en-US" altLang="zh-CN" sz="15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kumimoji="1"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</a:t>
            </a:r>
            <a:r>
              <a:rPr kumimoji="1"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主机或路由器接口的</a:t>
            </a:r>
            <a:r>
              <a:rPr kumimoji="1"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IP</a:t>
            </a:r>
            <a:r>
              <a:rPr kumimoji="1"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地址范围</a:t>
            </a:r>
            <a:r>
              <a:rPr kumimoji="1"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192.168.1.65----192.168.1.94</a:t>
            </a:r>
            <a:endParaRPr kumimoji="1" lang="en-US" altLang="zh-CN" sz="15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107504" y="2742618"/>
            <a:ext cx="6480000" cy="612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rgbClr val="0070C0"/>
            </a:solidFill>
            <a:prstDash val="dash"/>
          </a:ln>
        </p:spPr>
        <p:txBody>
          <a:bodyPr wrap="square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kumimoji="1" lang="zh-CN" altLang="en-US" sz="15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部门</a:t>
            </a:r>
            <a:r>
              <a:rPr kumimoji="1" lang="en-US" altLang="zh-CN" sz="15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kumimoji="1" lang="zh-CN" altLang="en-US" sz="15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kumimoji="1"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网络地址：</a:t>
            </a:r>
            <a:r>
              <a:rPr kumimoji="1"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192.168.1.96/28          </a:t>
            </a:r>
            <a:r>
              <a:rPr kumimoji="1"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广播地址：</a:t>
            </a:r>
            <a:r>
              <a:rPr kumimoji="1"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192.168.1.111</a:t>
            </a:r>
            <a:endParaRPr kumimoji="1" lang="en-US" altLang="zh-CN" sz="15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kumimoji="1"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</a:t>
            </a:r>
            <a:r>
              <a:rPr kumimoji="1"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主机或路由器接口的</a:t>
            </a:r>
            <a:r>
              <a:rPr kumimoji="1"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IP</a:t>
            </a:r>
            <a:r>
              <a:rPr kumimoji="1"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地址范围</a:t>
            </a:r>
            <a:r>
              <a:rPr kumimoji="1"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192.168.1.97----192.168.1.110</a:t>
            </a:r>
            <a:endParaRPr kumimoji="1" lang="en-US" altLang="zh-CN" sz="15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107504" y="3390690"/>
            <a:ext cx="6480000" cy="612000"/>
          </a:xfrm>
          <a:prstGeom prst="rect">
            <a:avLst/>
          </a:prstGeom>
          <a:solidFill>
            <a:schemeClr val="accent2"/>
          </a:solidFill>
          <a:ln>
            <a:solidFill>
              <a:srgbClr val="0070C0"/>
            </a:solidFill>
            <a:prstDash val="dash"/>
          </a:ln>
        </p:spPr>
        <p:txBody>
          <a:bodyPr wrap="square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kumimoji="1" lang="zh-CN" altLang="en-US" sz="15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部门</a:t>
            </a:r>
            <a:r>
              <a:rPr kumimoji="1" lang="en-US" altLang="zh-CN" sz="15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r>
              <a:rPr kumimoji="1" lang="zh-CN" altLang="en-US" sz="15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kumimoji="1"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网络地址：</a:t>
            </a:r>
            <a:r>
              <a:rPr kumimoji="1"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192.168.1.112/28         </a:t>
            </a:r>
            <a:r>
              <a:rPr kumimoji="1"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广播地址：</a:t>
            </a:r>
            <a:r>
              <a:rPr kumimoji="1"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192.168.1.127</a:t>
            </a:r>
            <a:endParaRPr kumimoji="1" lang="en-US" altLang="zh-CN" sz="15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kumimoji="1"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</a:t>
            </a:r>
            <a:r>
              <a:rPr kumimoji="1"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主机或路由器接口的</a:t>
            </a:r>
            <a:r>
              <a:rPr kumimoji="1"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IP</a:t>
            </a:r>
            <a:r>
              <a:rPr kumimoji="1"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地址范围</a:t>
            </a:r>
            <a:r>
              <a:rPr kumimoji="1"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192.168.1.113----192.168.1.126</a:t>
            </a:r>
            <a:endParaRPr kumimoji="1" lang="en-US" altLang="zh-CN" sz="15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107504" y="4038762"/>
            <a:ext cx="6480000" cy="612000"/>
          </a:xfrm>
          <a:prstGeom prst="rect">
            <a:avLst/>
          </a:prstGeom>
          <a:solidFill>
            <a:srgbClr val="FFC000"/>
          </a:solidFill>
          <a:ln>
            <a:solidFill>
              <a:srgbClr val="0070C0"/>
            </a:solidFill>
            <a:prstDash val="dash"/>
          </a:ln>
        </p:spPr>
        <p:txBody>
          <a:bodyPr wrap="square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kumimoji="1" lang="zh-CN" altLang="en-US" sz="15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部门</a:t>
            </a:r>
            <a:r>
              <a:rPr kumimoji="1" lang="en-US" altLang="zh-CN" sz="15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</a:t>
            </a:r>
            <a:r>
              <a:rPr kumimoji="1" lang="zh-CN" altLang="en-US" sz="15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kumimoji="1"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网络地址：</a:t>
            </a:r>
            <a:r>
              <a:rPr kumimoji="1"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192.168.1.128/26         </a:t>
            </a:r>
            <a:r>
              <a:rPr kumimoji="1"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广播地址：</a:t>
            </a:r>
            <a:r>
              <a:rPr kumimoji="1"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192.168.1.135</a:t>
            </a:r>
            <a:endParaRPr kumimoji="1" lang="en-US" altLang="zh-CN" sz="15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kumimoji="1"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</a:t>
            </a:r>
            <a:r>
              <a:rPr kumimoji="1"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主机或路由器接口的</a:t>
            </a:r>
            <a:r>
              <a:rPr kumimoji="1"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IP</a:t>
            </a:r>
            <a:r>
              <a:rPr kumimoji="1"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地址范围</a:t>
            </a:r>
            <a:r>
              <a:rPr kumimoji="1"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192.168.1.129----192.168.1.134</a:t>
            </a:r>
            <a:endParaRPr kumimoji="1" lang="en-US" altLang="zh-CN" sz="15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35" grpId="0" animBg="1"/>
      <p:bldP spid="43" grpId="0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278372" y="804046"/>
            <a:ext cx="1800000" cy="72008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" rIns="18000" rtlCol="0" anchor="ctr"/>
          <a:lstStyle/>
          <a:p>
            <a:pPr algn="ctr"/>
            <a:r>
              <a:rPr lang="zh-CN" altLang="en-US" sz="1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子网</a:t>
            </a:r>
            <a:r>
              <a:rPr lang="en-US" altLang="zh-CN" sz="1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 : 62</a:t>
            </a:r>
            <a:r>
              <a:rPr lang="zh-CN" altLang="en-US" sz="1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台</a:t>
            </a:r>
            <a:endParaRPr lang="en-US" altLang="zh-CN" sz="1400" b="1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en-US" altLang="zh-CN" sz="1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192.168.1.0/26</a:t>
            </a:r>
            <a:endParaRPr lang="en-US" altLang="zh-CN" sz="1400" b="1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1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部门</a:t>
            </a:r>
            <a:r>
              <a:rPr lang="en-US" altLang="zh-CN" sz="1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endParaRPr lang="zh-CN" altLang="en-US" sz="1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2406670" y="3180310"/>
            <a:ext cx="1800000" cy="57333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" rIns="18000" rtlCol="0" anchor="ctr"/>
          <a:lstStyle/>
          <a:p>
            <a:pPr algn="ctr"/>
            <a:r>
              <a:rPr lang="zh-CN" altLang="en-US" sz="14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子网</a:t>
            </a:r>
            <a:r>
              <a:rPr lang="en-US" altLang="zh-CN" sz="14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3-1 : 30</a:t>
            </a:r>
            <a:r>
              <a:rPr lang="zh-CN" altLang="en-US" sz="14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台</a:t>
            </a:r>
            <a:endParaRPr lang="en-US" altLang="zh-CN" sz="1400" b="1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en-US" altLang="zh-CN" sz="14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192.168.1.128/27</a:t>
            </a:r>
            <a:endParaRPr lang="en-US" altLang="zh-CN" sz="1400" b="1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278372" y="1608149"/>
            <a:ext cx="1800000" cy="62194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" rtlCol="0" anchor="ctr"/>
          <a:lstStyle/>
          <a:p>
            <a:pPr algn="ctr"/>
            <a:r>
              <a:rPr lang="zh-CN" altLang="en-US" sz="14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子网</a:t>
            </a:r>
            <a:r>
              <a:rPr lang="en-US" altLang="zh-CN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14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: 62</a:t>
            </a:r>
            <a:r>
              <a:rPr lang="zh-CN" altLang="en-US" sz="14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台</a:t>
            </a:r>
            <a:endParaRPr lang="en-US" altLang="zh-CN" sz="1400" b="1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en-US" altLang="zh-CN" sz="14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192.168.1.64/26</a:t>
            </a:r>
            <a:endParaRPr lang="en-US" altLang="zh-CN" sz="1400" b="1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278372" y="3429294"/>
            <a:ext cx="1800000" cy="58261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" rIns="18000" rtlCol="0" anchor="ctr"/>
          <a:lstStyle/>
          <a:p>
            <a:pPr algn="ctr"/>
            <a:r>
              <a:rPr lang="zh-CN" altLang="en-US" sz="14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子网</a:t>
            </a:r>
            <a:r>
              <a:rPr lang="en-US" altLang="zh-CN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14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: 62</a:t>
            </a:r>
            <a:r>
              <a:rPr lang="zh-CN" altLang="en-US" sz="14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台</a:t>
            </a:r>
            <a:endParaRPr lang="en-US" altLang="zh-CN" sz="1400" b="1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en-US" altLang="zh-CN" sz="14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192.168.1.128/26</a:t>
            </a:r>
            <a:endParaRPr lang="en-US" altLang="zh-CN" sz="1400" b="1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278372" y="4083918"/>
            <a:ext cx="1800000" cy="72008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" rIns="18000" rtlCol="0" anchor="ctr"/>
          <a:lstStyle/>
          <a:p>
            <a:pPr algn="ctr"/>
            <a:r>
              <a:rPr lang="zh-CN" altLang="en-US" sz="1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子网</a:t>
            </a:r>
            <a:r>
              <a:rPr lang="en-US" altLang="zh-CN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1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: 62</a:t>
            </a:r>
            <a:r>
              <a:rPr lang="zh-CN" altLang="en-US" sz="1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台</a:t>
            </a:r>
            <a:endParaRPr lang="en-US" altLang="zh-CN" sz="1400" b="1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en-US" altLang="zh-CN" sz="1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192.168.1.192/26</a:t>
            </a:r>
            <a:endParaRPr lang="en-US" altLang="zh-CN" sz="1400" b="1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14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未分配</a:t>
            </a:r>
            <a:endParaRPr lang="zh-CN" altLang="en-US" sz="14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2406670" y="1053111"/>
            <a:ext cx="1800000" cy="72008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" rIns="18000" rtlCol="0" anchor="ctr"/>
          <a:lstStyle/>
          <a:p>
            <a:pPr algn="ctr"/>
            <a:r>
              <a:rPr lang="zh-CN" altLang="en-US" sz="1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子网</a:t>
            </a:r>
            <a:r>
              <a:rPr lang="en-US" altLang="zh-CN" sz="1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2-1 :30</a:t>
            </a:r>
            <a:r>
              <a:rPr lang="zh-CN" altLang="en-US" sz="1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台</a:t>
            </a:r>
            <a:endParaRPr lang="en-US" altLang="zh-CN" sz="1400" b="1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en-US" altLang="zh-CN" sz="1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192.168.1.64/27</a:t>
            </a:r>
            <a:endParaRPr lang="en-US" altLang="zh-CN" sz="1400" b="1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1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部门</a:t>
            </a:r>
            <a:r>
              <a:rPr lang="en-US" altLang="zh-CN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endParaRPr lang="zh-CN" altLang="en-US" sz="1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2406670" y="1851670"/>
            <a:ext cx="1800000" cy="61891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" rIns="18000" rtlCol="0" anchor="ctr"/>
          <a:lstStyle/>
          <a:p>
            <a:pPr algn="ctr"/>
            <a:r>
              <a:rPr lang="zh-CN" altLang="en-US" sz="14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子网</a:t>
            </a:r>
            <a:r>
              <a:rPr lang="en-US" altLang="zh-CN" sz="14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2-2 :30</a:t>
            </a:r>
            <a:r>
              <a:rPr lang="zh-CN" altLang="en-US" sz="14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台</a:t>
            </a:r>
            <a:endParaRPr lang="en-US" altLang="zh-CN" sz="1400" b="1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en-US" altLang="zh-CN" sz="14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192.168.1.96/27</a:t>
            </a:r>
            <a:endParaRPr lang="en-US" altLang="zh-CN" sz="1400" b="1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2406670" y="3840352"/>
            <a:ext cx="1800000" cy="72008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" rIns="18000" rtlCol="0" anchor="ctr"/>
          <a:lstStyle/>
          <a:p>
            <a:pPr algn="ctr"/>
            <a:r>
              <a:rPr lang="zh-CN" altLang="en-US" sz="1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子网</a:t>
            </a:r>
            <a:r>
              <a:rPr lang="en-US" altLang="zh-CN" sz="1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3-2 : 30</a:t>
            </a:r>
            <a:r>
              <a:rPr lang="zh-CN" altLang="en-US" sz="1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台</a:t>
            </a:r>
            <a:endParaRPr lang="en-US" altLang="zh-CN" sz="1400" b="1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en-US" altLang="zh-CN" sz="1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192.168.1.160/27</a:t>
            </a:r>
            <a:endParaRPr lang="en-US" altLang="zh-CN" sz="1400" b="1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14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未分配</a:t>
            </a:r>
            <a:endParaRPr lang="zh-CN" altLang="en-US" sz="14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4520996" y="1295039"/>
            <a:ext cx="1800000" cy="72008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" rIns="18000" rtlCol="0" anchor="ctr"/>
          <a:lstStyle/>
          <a:p>
            <a:pPr algn="ctr"/>
            <a:r>
              <a:rPr lang="zh-CN" altLang="en-US" sz="1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子网</a:t>
            </a:r>
            <a:r>
              <a:rPr lang="en-US" altLang="zh-CN" sz="1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2-2-1 :14</a:t>
            </a:r>
            <a:r>
              <a:rPr lang="zh-CN" altLang="en-US" sz="1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台</a:t>
            </a:r>
            <a:endParaRPr lang="en-US" altLang="zh-CN" sz="1400" b="1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en-US" altLang="zh-CN" sz="1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192.168.1.96/28</a:t>
            </a:r>
            <a:endParaRPr lang="en-US" altLang="zh-CN" sz="1400" b="1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1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部门</a:t>
            </a:r>
            <a:r>
              <a:rPr lang="en-US" altLang="zh-CN" sz="1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520996" y="2104544"/>
            <a:ext cx="1800000" cy="72008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" rIns="18000" rtlCol="0" anchor="ctr"/>
          <a:lstStyle/>
          <a:p>
            <a:pPr algn="ctr"/>
            <a:r>
              <a:rPr lang="zh-CN" altLang="en-US" sz="1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子网</a:t>
            </a:r>
            <a:r>
              <a:rPr lang="en-US" altLang="zh-CN" sz="1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2-2-2 : 14</a:t>
            </a:r>
            <a:r>
              <a:rPr lang="zh-CN" altLang="en-US" sz="1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台</a:t>
            </a:r>
            <a:endParaRPr lang="en-US" altLang="zh-CN" sz="1400" b="1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en-US" altLang="zh-CN" sz="1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192.168.1.112/28</a:t>
            </a:r>
            <a:endParaRPr lang="en-US" altLang="zh-CN" sz="1400" b="1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1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部门</a:t>
            </a:r>
            <a:r>
              <a:rPr lang="en-US" altLang="zh-CN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4520996" y="2912357"/>
            <a:ext cx="1800000" cy="56841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" rIns="18000" rtlCol="0" anchor="ctr"/>
          <a:lstStyle/>
          <a:p>
            <a:pPr algn="ctr"/>
            <a:r>
              <a:rPr lang="zh-CN" altLang="en-US" sz="14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子网</a:t>
            </a:r>
            <a:r>
              <a:rPr lang="en-US" altLang="zh-CN" sz="14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3-1-1:14</a:t>
            </a:r>
            <a:r>
              <a:rPr lang="zh-CN" altLang="en-US" sz="14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台</a:t>
            </a:r>
            <a:endParaRPr lang="en-US" altLang="zh-CN" sz="1400" b="1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en-US" altLang="zh-CN" sz="14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192.168.1.128/28</a:t>
            </a:r>
            <a:endParaRPr lang="en-US" altLang="zh-CN" sz="1400" b="1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6660432" y="2506585"/>
            <a:ext cx="1800000" cy="72008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" rIns="18000" rtlCol="0" anchor="ctr"/>
          <a:lstStyle/>
          <a:p>
            <a:pPr algn="ctr"/>
            <a:r>
              <a:rPr lang="zh-CN" altLang="en-US" sz="1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子网</a:t>
            </a:r>
            <a:r>
              <a:rPr lang="en-US" altLang="zh-CN" sz="1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3-1-1-1 :6</a:t>
            </a:r>
            <a:r>
              <a:rPr lang="zh-CN" altLang="en-US" sz="1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台</a:t>
            </a:r>
            <a:endParaRPr lang="en-US" altLang="zh-CN" sz="1400" b="1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en-US" altLang="zh-CN" sz="1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192.168.1.128/29</a:t>
            </a:r>
            <a:endParaRPr lang="en-US" altLang="zh-CN" sz="1400" b="1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1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部门</a:t>
            </a:r>
            <a:r>
              <a:rPr lang="en-US" altLang="zh-CN" sz="1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</a:t>
            </a:r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6660432" y="3297106"/>
            <a:ext cx="1800000" cy="72008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" rIns="18000" rtlCol="0" anchor="ctr"/>
          <a:lstStyle/>
          <a:p>
            <a:pPr algn="ctr"/>
            <a:r>
              <a:rPr lang="zh-CN" altLang="en-US" sz="1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子网</a:t>
            </a:r>
            <a:r>
              <a:rPr lang="en-US" altLang="zh-CN" sz="1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3-1-1-2 :6</a:t>
            </a:r>
            <a:r>
              <a:rPr lang="zh-CN" altLang="en-US" sz="1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台</a:t>
            </a:r>
            <a:endParaRPr lang="en-US" altLang="zh-CN" sz="1400" b="1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en-US" altLang="zh-CN" sz="1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192.168.1.136/29</a:t>
            </a:r>
            <a:endParaRPr lang="en-US" altLang="zh-CN" sz="1400" b="1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14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未分配</a:t>
            </a:r>
            <a:endParaRPr lang="zh-CN" altLang="en-US" sz="1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4520996" y="3555694"/>
            <a:ext cx="1800000" cy="72008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" rIns="18000" rtlCol="0" anchor="ctr"/>
          <a:lstStyle/>
          <a:p>
            <a:pPr algn="ctr"/>
            <a:r>
              <a:rPr lang="zh-CN" altLang="en-US" sz="1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子网</a:t>
            </a:r>
            <a:r>
              <a:rPr lang="en-US" altLang="zh-CN" sz="1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3-1-2 :14</a:t>
            </a:r>
            <a:r>
              <a:rPr lang="zh-CN" altLang="en-US" sz="1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台</a:t>
            </a:r>
            <a:endParaRPr lang="en-US" altLang="zh-CN" sz="1400" b="1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en-US" altLang="zh-CN" sz="1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192.168.1.144/28</a:t>
            </a:r>
            <a:endParaRPr lang="en-US" altLang="zh-CN" sz="1400" b="1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14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未分配</a:t>
            </a:r>
            <a:endParaRPr lang="zh-CN" altLang="en-US" sz="1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3" name="组合 22"/>
          <p:cNvGrpSpPr/>
          <p:nvPr/>
        </p:nvGrpSpPr>
        <p:grpSpPr>
          <a:xfrm>
            <a:off x="2107349" y="1396103"/>
            <a:ext cx="252000" cy="938213"/>
            <a:chOff x="751562" y="4543425"/>
            <a:chExt cx="456540" cy="938213"/>
          </a:xfrm>
        </p:grpSpPr>
        <p:grpSp>
          <p:nvGrpSpPr>
            <p:cNvPr id="24" name="Group 3"/>
            <p:cNvGrpSpPr/>
            <p:nvPr/>
          </p:nvGrpSpPr>
          <p:grpSpPr bwMode="auto">
            <a:xfrm>
              <a:off x="884102" y="4543425"/>
              <a:ext cx="324000" cy="938213"/>
              <a:chOff x="677" y="998"/>
              <a:chExt cx="939" cy="2271"/>
            </a:xfrm>
          </p:grpSpPr>
          <p:sp>
            <p:nvSpPr>
              <p:cNvPr id="26" name="Freeform 4"/>
              <p:cNvSpPr/>
              <p:nvPr/>
            </p:nvSpPr>
            <p:spPr bwMode="gray">
              <a:xfrm flipV="1">
                <a:off x="683" y="2087"/>
                <a:ext cx="933" cy="1182"/>
              </a:xfrm>
              <a:custGeom>
                <a:avLst/>
                <a:gdLst>
                  <a:gd name="T0" fmla="*/ 118 w 933"/>
                  <a:gd name="T1" fmla="*/ 1044 h 1182"/>
                  <a:gd name="T2" fmla="*/ 128 w 933"/>
                  <a:gd name="T3" fmla="*/ 340 h 1182"/>
                  <a:gd name="T4" fmla="*/ 264 w 933"/>
                  <a:gd name="T5" fmla="*/ 210 h 1182"/>
                  <a:gd name="T6" fmla="*/ 720 w 933"/>
                  <a:gd name="T7" fmla="*/ 202 h 1182"/>
                  <a:gd name="T8" fmla="*/ 720 w 933"/>
                  <a:gd name="T9" fmla="*/ 320 h 1182"/>
                  <a:gd name="T10" fmla="*/ 933 w 933"/>
                  <a:gd name="T11" fmla="*/ 153 h 1182"/>
                  <a:gd name="T12" fmla="*/ 712 w 933"/>
                  <a:gd name="T13" fmla="*/ 0 h 1182"/>
                  <a:gd name="T14" fmla="*/ 714 w 933"/>
                  <a:gd name="T15" fmla="*/ 92 h 1182"/>
                  <a:gd name="T16" fmla="*/ 234 w 933"/>
                  <a:gd name="T17" fmla="*/ 94 h 1182"/>
                  <a:gd name="T18" fmla="*/ 0 w 933"/>
                  <a:gd name="T19" fmla="*/ 298 h 1182"/>
                  <a:gd name="T20" fmla="*/ 0 w 933"/>
                  <a:gd name="T21" fmla="*/ 1058 h 1182"/>
                  <a:gd name="T22" fmla="*/ 118 w 933"/>
                  <a:gd name="T23" fmla="*/ 1044 h 11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933" h="1182">
                    <a:moveTo>
                      <a:pt x="118" y="1044"/>
                    </a:moveTo>
                    <a:lnTo>
                      <a:pt x="128" y="340"/>
                    </a:lnTo>
                    <a:cubicBezTo>
                      <a:pt x="134" y="214"/>
                      <a:pt x="182" y="212"/>
                      <a:pt x="264" y="210"/>
                    </a:cubicBezTo>
                    <a:lnTo>
                      <a:pt x="720" y="202"/>
                    </a:lnTo>
                    <a:lnTo>
                      <a:pt x="720" y="320"/>
                    </a:lnTo>
                    <a:lnTo>
                      <a:pt x="933" y="153"/>
                    </a:lnTo>
                    <a:lnTo>
                      <a:pt x="712" y="0"/>
                    </a:lnTo>
                    <a:lnTo>
                      <a:pt x="714" y="92"/>
                    </a:lnTo>
                    <a:cubicBezTo>
                      <a:pt x="714" y="92"/>
                      <a:pt x="406" y="94"/>
                      <a:pt x="234" y="94"/>
                    </a:cubicBezTo>
                    <a:cubicBezTo>
                      <a:pt x="60" y="96"/>
                      <a:pt x="2" y="156"/>
                      <a:pt x="0" y="298"/>
                    </a:cubicBezTo>
                    <a:lnTo>
                      <a:pt x="0" y="1058"/>
                    </a:lnTo>
                    <a:cubicBezTo>
                      <a:pt x="20" y="1182"/>
                      <a:pt x="93" y="1170"/>
                      <a:pt x="118" y="1044"/>
                    </a:cubicBezTo>
                    <a:close/>
                  </a:path>
                </a:pathLst>
              </a:custGeom>
              <a:solidFill>
                <a:srgbClr val="31BDCA"/>
              </a:solidFill>
              <a:ln w="12700" cap="flat" cmpd="sng">
                <a:solidFill>
                  <a:srgbClr val="31BDCA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292929"/>
                      </a:outerShdw>
                    </a:effectLst>
                  </a14:hiddenEffects>
                </a:ext>
              </a:extLst>
            </p:spPr>
            <p:txBody>
              <a:bodyPr wrap="none" lIns="1800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Arial" panose="020B0604020202020204"/>
                </a:endParaRPr>
              </a:p>
            </p:txBody>
          </p:sp>
          <p:sp>
            <p:nvSpPr>
              <p:cNvPr id="27" name="Freeform 6"/>
              <p:cNvSpPr/>
              <p:nvPr/>
            </p:nvSpPr>
            <p:spPr bwMode="gray">
              <a:xfrm>
                <a:off x="677" y="998"/>
                <a:ext cx="933" cy="1182"/>
              </a:xfrm>
              <a:custGeom>
                <a:avLst/>
                <a:gdLst>
                  <a:gd name="T0" fmla="*/ 118 w 933"/>
                  <a:gd name="T1" fmla="*/ 1044 h 1182"/>
                  <a:gd name="T2" fmla="*/ 128 w 933"/>
                  <a:gd name="T3" fmla="*/ 340 h 1182"/>
                  <a:gd name="T4" fmla="*/ 264 w 933"/>
                  <a:gd name="T5" fmla="*/ 210 h 1182"/>
                  <a:gd name="T6" fmla="*/ 720 w 933"/>
                  <a:gd name="T7" fmla="*/ 202 h 1182"/>
                  <a:gd name="T8" fmla="*/ 720 w 933"/>
                  <a:gd name="T9" fmla="*/ 320 h 1182"/>
                  <a:gd name="T10" fmla="*/ 933 w 933"/>
                  <a:gd name="T11" fmla="*/ 153 h 1182"/>
                  <a:gd name="T12" fmla="*/ 712 w 933"/>
                  <a:gd name="T13" fmla="*/ 0 h 1182"/>
                  <a:gd name="T14" fmla="*/ 714 w 933"/>
                  <a:gd name="T15" fmla="*/ 92 h 1182"/>
                  <a:gd name="T16" fmla="*/ 234 w 933"/>
                  <a:gd name="T17" fmla="*/ 94 h 1182"/>
                  <a:gd name="T18" fmla="*/ 0 w 933"/>
                  <a:gd name="T19" fmla="*/ 298 h 1182"/>
                  <a:gd name="T20" fmla="*/ 0 w 933"/>
                  <a:gd name="T21" fmla="*/ 1058 h 1182"/>
                  <a:gd name="T22" fmla="*/ 118 w 933"/>
                  <a:gd name="T23" fmla="*/ 1044 h 11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933" h="1182">
                    <a:moveTo>
                      <a:pt x="118" y="1044"/>
                    </a:moveTo>
                    <a:lnTo>
                      <a:pt x="128" y="340"/>
                    </a:lnTo>
                    <a:cubicBezTo>
                      <a:pt x="134" y="214"/>
                      <a:pt x="182" y="212"/>
                      <a:pt x="264" y="210"/>
                    </a:cubicBezTo>
                    <a:lnTo>
                      <a:pt x="720" y="202"/>
                    </a:lnTo>
                    <a:lnTo>
                      <a:pt x="720" y="320"/>
                    </a:lnTo>
                    <a:lnTo>
                      <a:pt x="933" y="153"/>
                    </a:lnTo>
                    <a:lnTo>
                      <a:pt x="712" y="0"/>
                    </a:lnTo>
                    <a:lnTo>
                      <a:pt x="714" y="92"/>
                    </a:lnTo>
                    <a:cubicBezTo>
                      <a:pt x="714" y="92"/>
                      <a:pt x="406" y="94"/>
                      <a:pt x="234" y="94"/>
                    </a:cubicBezTo>
                    <a:cubicBezTo>
                      <a:pt x="60" y="96"/>
                      <a:pt x="2" y="156"/>
                      <a:pt x="0" y="298"/>
                    </a:cubicBezTo>
                    <a:lnTo>
                      <a:pt x="0" y="1058"/>
                    </a:lnTo>
                    <a:cubicBezTo>
                      <a:pt x="20" y="1182"/>
                      <a:pt x="93" y="1170"/>
                      <a:pt x="118" y="1044"/>
                    </a:cubicBezTo>
                    <a:close/>
                  </a:path>
                </a:pathLst>
              </a:custGeom>
              <a:solidFill>
                <a:srgbClr val="31BDCA"/>
              </a:solidFill>
              <a:ln w="12700" cap="flat" cmpd="sng">
                <a:solidFill>
                  <a:srgbClr val="31BDCA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292929"/>
                      </a:outerShdw>
                    </a:effectLst>
                  </a14:hiddenEffects>
                </a:ext>
              </a:extLst>
            </p:spPr>
            <p:txBody>
              <a:bodyPr wrap="none" lIns="1800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Arial" panose="020B0604020202020204"/>
                </a:endParaRPr>
              </a:p>
            </p:txBody>
          </p:sp>
        </p:grpSp>
        <p:cxnSp>
          <p:nvCxnSpPr>
            <p:cNvPr id="25" name="直接连接符 24"/>
            <p:cNvCxnSpPr/>
            <p:nvPr/>
          </p:nvCxnSpPr>
          <p:spPr>
            <a:xfrm>
              <a:off x="751562" y="5006690"/>
              <a:ext cx="180000" cy="0"/>
            </a:xfrm>
            <a:prstGeom prst="line">
              <a:avLst/>
            </a:prstGeom>
            <a:noFill/>
            <a:ln w="50800" cap="flat" cmpd="sng" algn="ctr">
              <a:solidFill>
                <a:srgbClr val="31BDCA"/>
              </a:solidFill>
              <a:prstDash val="solid"/>
              <a:miter lim="800000"/>
            </a:ln>
            <a:effectLst/>
          </p:spPr>
        </p:cxnSp>
      </p:grpSp>
      <p:grpSp>
        <p:nvGrpSpPr>
          <p:cNvPr id="28" name="组合 27"/>
          <p:cNvGrpSpPr/>
          <p:nvPr/>
        </p:nvGrpSpPr>
        <p:grpSpPr>
          <a:xfrm>
            <a:off x="4218159" y="1668142"/>
            <a:ext cx="252000" cy="938213"/>
            <a:chOff x="751562" y="4543425"/>
            <a:chExt cx="456540" cy="938213"/>
          </a:xfrm>
        </p:grpSpPr>
        <p:grpSp>
          <p:nvGrpSpPr>
            <p:cNvPr id="29" name="Group 3"/>
            <p:cNvGrpSpPr/>
            <p:nvPr/>
          </p:nvGrpSpPr>
          <p:grpSpPr bwMode="auto">
            <a:xfrm>
              <a:off x="884102" y="4543425"/>
              <a:ext cx="324000" cy="938213"/>
              <a:chOff x="677" y="998"/>
              <a:chExt cx="939" cy="2271"/>
            </a:xfrm>
          </p:grpSpPr>
          <p:sp>
            <p:nvSpPr>
              <p:cNvPr id="31" name="Freeform 4"/>
              <p:cNvSpPr/>
              <p:nvPr/>
            </p:nvSpPr>
            <p:spPr bwMode="gray">
              <a:xfrm flipV="1">
                <a:off x="683" y="2087"/>
                <a:ext cx="933" cy="1182"/>
              </a:xfrm>
              <a:custGeom>
                <a:avLst/>
                <a:gdLst>
                  <a:gd name="T0" fmla="*/ 118 w 933"/>
                  <a:gd name="T1" fmla="*/ 1044 h 1182"/>
                  <a:gd name="T2" fmla="*/ 128 w 933"/>
                  <a:gd name="T3" fmla="*/ 340 h 1182"/>
                  <a:gd name="T4" fmla="*/ 264 w 933"/>
                  <a:gd name="T5" fmla="*/ 210 h 1182"/>
                  <a:gd name="T6" fmla="*/ 720 w 933"/>
                  <a:gd name="T7" fmla="*/ 202 h 1182"/>
                  <a:gd name="T8" fmla="*/ 720 w 933"/>
                  <a:gd name="T9" fmla="*/ 320 h 1182"/>
                  <a:gd name="T10" fmla="*/ 933 w 933"/>
                  <a:gd name="T11" fmla="*/ 153 h 1182"/>
                  <a:gd name="T12" fmla="*/ 712 w 933"/>
                  <a:gd name="T13" fmla="*/ 0 h 1182"/>
                  <a:gd name="T14" fmla="*/ 714 w 933"/>
                  <a:gd name="T15" fmla="*/ 92 h 1182"/>
                  <a:gd name="T16" fmla="*/ 234 w 933"/>
                  <a:gd name="T17" fmla="*/ 94 h 1182"/>
                  <a:gd name="T18" fmla="*/ 0 w 933"/>
                  <a:gd name="T19" fmla="*/ 298 h 1182"/>
                  <a:gd name="T20" fmla="*/ 0 w 933"/>
                  <a:gd name="T21" fmla="*/ 1058 h 1182"/>
                  <a:gd name="T22" fmla="*/ 118 w 933"/>
                  <a:gd name="T23" fmla="*/ 1044 h 11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933" h="1182">
                    <a:moveTo>
                      <a:pt x="118" y="1044"/>
                    </a:moveTo>
                    <a:lnTo>
                      <a:pt x="128" y="340"/>
                    </a:lnTo>
                    <a:cubicBezTo>
                      <a:pt x="134" y="214"/>
                      <a:pt x="182" y="212"/>
                      <a:pt x="264" y="210"/>
                    </a:cubicBezTo>
                    <a:lnTo>
                      <a:pt x="720" y="202"/>
                    </a:lnTo>
                    <a:lnTo>
                      <a:pt x="720" y="320"/>
                    </a:lnTo>
                    <a:lnTo>
                      <a:pt x="933" y="153"/>
                    </a:lnTo>
                    <a:lnTo>
                      <a:pt x="712" y="0"/>
                    </a:lnTo>
                    <a:lnTo>
                      <a:pt x="714" y="92"/>
                    </a:lnTo>
                    <a:cubicBezTo>
                      <a:pt x="714" y="92"/>
                      <a:pt x="406" y="94"/>
                      <a:pt x="234" y="94"/>
                    </a:cubicBezTo>
                    <a:cubicBezTo>
                      <a:pt x="60" y="96"/>
                      <a:pt x="2" y="156"/>
                      <a:pt x="0" y="298"/>
                    </a:cubicBezTo>
                    <a:lnTo>
                      <a:pt x="0" y="1058"/>
                    </a:lnTo>
                    <a:cubicBezTo>
                      <a:pt x="20" y="1182"/>
                      <a:pt x="93" y="1170"/>
                      <a:pt x="118" y="1044"/>
                    </a:cubicBezTo>
                    <a:close/>
                  </a:path>
                </a:pathLst>
              </a:custGeom>
              <a:solidFill>
                <a:srgbClr val="31BDCA"/>
              </a:solidFill>
              <a:ln w="12700" cap="flat" cmpd="sng">
                <a:solidFill>
                  <a:srgbClr val="31BDCA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292929"/>
                      </a:outerShdw>
                    </a:effectLst>
                  </a14:hiddenEffects>
                </a:ext>
              </a:extLst>
            </p:spPr>
            <p:txBody>
              <a:bodyPr wrap="none" lIns="1800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Arial" panose="020B0604020202020204"/>
                </a:endParaRPr>
              </a:p>
            </p:txBody>
          </p:sp>
          <p:sp>
            <p:nvSpPr>
              <p:cNvPr id="32" name="Freeform 6"/>
              <p:cNvSpPr/>
              <p:nvPr/>
            </p:nvSpPr>
            <p:spPr bwMode="gray">
              <a:xfrm>
                <a:off x="677" y="998"/>
                <a:ext cx="933" cy="1182"/>
              </a:xfrm>
              <a:custGeom>
                <a:avLst/>
                <a:gdLst>
                  <a:gd name="T0" fmla="*/ 118 w 933"/>
                  <a:gd name="T1" fmla="*/ 1044 h 1182"/>
                  <a:gd name="T2" fmla="*/ 128 w 933"/>
                  <a:gd name="T3" fmla="*/ 340 h 1182"/>
                  <a:gd name="T4" fmla="*/ 264 w 933"/>
                  <a:gd name="T5" fmla="*/ 210 h 1182"/>
                  <a:gd name="T6" fmla="*/ 720 w 933"/>
                  <a:gd name="T7" fmla="*/ 202 h 1182"/>
                  <a:gd name="T8" fmla="*/ 720 w 933"/>
                  <a:gd name="T9" fmla="*/ 320 h 1182"/>
                  <a:gd name="T10" fmla="*/ 933 w 933"/>
                  <a:gd name="T11" fmla="*/ 153 h 1182"/>
                  <a:gd name="T12" fmla="*/ 712 w 933"/>
                  <a:gd name="T13" fmla="*/ 0 h 1182"/>
                  <a:gd name="T14" fmla="*/ 714 w 933"/>
                  <a:gd name="T15" fmla="*/ 92 h 1182"/>
                  <a:gd name="T16" fmla="*/ 234 w 933"/>
                  <a:gd name="T17" fmla="*/ 94 h 1182"/>
                  <a:gd name="T18" fmla="*/ 0 w 933"/>
                  <a:gd name="T19" fmla="*/ 298 h 1182"/>
                  <a:gd name="T20" fmla="*/ 0 w 933"/>
                  <a:gd name="T21" fmla="*/ 1058 h 1182"/>
                  <a:gd name="T22" fmla="*/ 118 w 933"/>
                  <a:gd name="T23" fmla="*/ 1044 h 11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933" h="1182">
                    <a:moveTo>
                      <a:pt x="118" y="1044"/>
                    </a:moveTo>
                    <a:lnTo>
                      <a:pt x="128" y="340"/>
                    </a:lnTo>
                    <a:cubicBezTo>
                      <a:pt x="134" y="214"/>
                      <a:pt x="182" y="212"/>
                      <a:pt x="264" y="210"/>
                    </a:cubicBezTo>
                    <a:lnTo>
                      <a:pt x="720" y="202"/>
                    </a:lnTo>
                    <a:lnTo>
                      <a:pt x="720" y="320"/>
                    </a:lnTo>
                    <a:lnTo>
                      <a:pt x="933" y="153"/>
                    </a:lnTo>
                    <a:lnTo>
                      <a:pt x="712" y="0"/>
                    </a:lnTo>
                    <a:lnTo>
                      <a:pt x="714" y="92"/>
                    </a:lnTo>
                    <a:cubicBezTo>
                      <a:pt x="714" y="92"/>
                      <a:pt x="406" y="94"/>
                      <a:pt x="234" y="94"/>
                    </a:cubicBezTo>
                    <a:cubicBezTo>
                      <a:pt x="60" y="96"/>
                      <a:pt x="2" y="156"/>
                      <a:pt x="0" y="298"/>
                    </a:cubicBezTo>
                    <a:lnTo>
                      <a:pt x="0" y="1058"/>
                    </a:lnTo>
                    <a:cubicBezTo>
                      <a:pt x="20" y="1182"/>
                      <a:pt x="93" y="1170"/>
                      <a:pt x="118" y="1044"/>
                    </a:cubicBezTo>
                    <a:close/>
                  </a:path>
                </a:pathLst>
              </a:custGeom>
              <a:solidFill>
                <a:srgbClr val="31BDCA"/>
              </a:solidFill>
              <a:ln w="12700" cap="flat" cmpd="sng">
                <a:solidFill>
                  <a:srgbClr val="31BDCA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292929"/>
                      </a:outerShdw>
                    </a:effectLst>
                  </a14:hiddenEffects>
                </a:ext>
              </a:extLst>
            </p:spPr>
            <p:txBody>
              <a:bodyPr wrap="none" lIns="1800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Arial" panose="020B0604020202020204"/>
                </a:endParaRPr>
              </a:p>
            </p:txBody>
          </p:sp>
        </p:grpSp>
        <p:cxnSp>
          <p:nvCxnSpPr>
            <p:cNvPr id="30" name="直接连接符 29"/>
            <p:cNvCxnSpPr/>
            <p:nvPr/>
          </p:nvCxnSpPr>
          <p:spPr>
            <a:xfrm>
              <a:off x="751562" y="5006690"/>
              <a:ext cx="180000" cy="0"/>
            </a:xfrm>
            <a:prstGeom prst="line">
              <a:avLst/>
            </a:prstGeom>
            <a:noFill/>
            <a:ln w="50800" cap="flat" cmpd="sng" algn="ctr">
              <a:solidFill>
                <a:srgbClr val="31BDCA"/>
              </a:solidFill>
              <a:prstDash val="solid"/>
              <a:miter lim="800000"/>
            </a:ln>
            <a:effectLst/>
          </p:spPr>
        </p:cxnSp>
      </p:grpSp>
      <p:grpSp>
        <p:nvGrpSpPr>
          <p:cNvPr id="33" name="组合 32"/>
          <p:cNvGrpSpPr/>
          <p:nvPr/>
        </p:nvGrpSpPr>
        <p:grpSpPr>
          <a:xfrm>
            <a:off x="4218159" y="3047447"/>
            <a:ext cx="252000" cy="938213"/>
            <a:chOff x="751562" y="4543425"/>
            <a:chExt cx="456540" cy="938213"/>
          </a:xfrm>
        </p:grpSpPr>
        <p:grpSp>
          <p:nvGrpSpPr>
            <p:cNvPr id="34" name="Group 3"/>
            <p:cNvGrpSpPr/>
            <p:nvPr/>
          </p:nvGrpSpPr>
          <p:grpSpPr bwMode="auto">
            <a:xfrm>
              <a:off x="884102" y="4543425"/>
              <a:ext cx="324000" cy="938213"/>
              <a:chOff x="677" y="998"/>
              <a:chExt cx="939" cy="2271"/>
            </a:xfrm>
          </p:grpSpPr>
          <p:sp>
            <p:nvSpPr>
              <p:cNvPr id="36" name="Freeform 4"/>
              <p:cNvSpPr/>
              <p:nvPr/>
            </p:nvSpPr>
            <p:spPr bwMode="gray">
              <a:xfrm flipV="1">
                <a:off x="683" y="2087"/>
                <a:ext cx="933" cy="1182"/>
              </a:xfrm>
              <a:custGeom>
                <a:avLst/>
                <a:gdLst>
                  <a:gd name="T0" fmla="*/ 118 w 933"/>
                  <a:gd name="T1" fmla="*/ 1044 h 1182"/>
                  <a:gd name="T2" fmla="*/ 128 w 933"/>
                  <a:gd name="T3" fmla="*/ 340 h 1182"/>
                  <a:gd name="T4" fmla="*/ 264 w 933"/>
                  <a:gd name="T5" fmla="*/ 210 h 1182"/>
                  <a:gd name="T6" fmla="*/ 720 w 933"/>
                  <a:gd name="T7" fmla="*/ 202 h 1182"/>
                  <a:gd name="T8" fmla="*/ 720 w 933"/>
                  <a:gd name="T9" fmla="*/ 320 h 1182"/>
                  <a:gd name="T10" fmla="*/ 933 w 933"/>
                  <a:gd name="T11" fmla="*/ 153 h 1182"/>
                  <a:gd name="T12" fmla="*/ 712 w 933"/>
                  <a:gd name="T13" fmla="*/ 0 h 1182"/>
                  <a:gd name="T14" fmla="*/ 714 w 933"/>
                  <a:gd name="T15" fmla="*/ 92 h 1182"/>
                  <a:gd name="T16" fmla="*/ 234 w 933"/>
                  <a:gd name="T17" fmla="*/ 94 h 1182"/>
                  <a:gd name="T18" fmla="*/ 0 w 933"/>
                  <a:gd name="T19" fmla="*/ 298 h 1182"/>
                  <a:gd name="T20" fmla="*/ 0 w 933"/>
                  <a:gd name="T21" fmla="*/ 1058 h 1182"/>
                  <a:gd name="T22" fmla="*/ 118 w 933"/>
                  <a:gd name="T23" fmla="*/ 1044 h 11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933" h="1182">
                    <a:moveTo>
                      <a:pt x="118" y="1044"/>
                    </a:moveTo>
                    <a:lnTo>
                      <a:pt x="128" y="340"/>
                    </a:lnTo>
                    <a:cubicBezTo>
                      <a:pt x="134" y="214"/>
                      <a:pt x="182" y="212"/>
                      <a:pt x="264" y="210"/>
                    </a:cubicBezTo>
                    <a:lnTo>
                      <a:pt x="720" y="202"/>
                    </a:lnTo>
                    <a:lnTo>
                      <a:pt x="720" y="320"/>
                    </a:lnTo>
                    <a:lnTo>
                      <a:pt x="933" y="153"/>
                    </a:lnTo>
                    <a:lnTo>
                      <a:pt x="712" y="0"/>
                    </a:lnTo>
                    <a:lnTo>
                      <a:pt x="714" y="92"/>
                    </a:lnTo>
                    <a:cubicBezTo>
                      <a:pt x="714" y="92"/>
                      <a:pt x="406" y="94"/>
                      <a:pt x="234" y="94"/>
                    </a:cubicBezTo>
                    <a:cubicBezTo>
                      <a:pt x="60" y="96"/>
                      <a:pt x="2" y="156"/>
                      <a:pt x="0" y="298"/>
                    </a:cubicBezTo>
                    <a:lnTo>
                      <a:pt x="0" y="1058"/>
                    </a:lnTo>
                    <a:cubicBezTo>
                      <a:pt x="20" y="1182"/>
                      <a:pt x="93" y="1170"/>
                      <a:pt x="118" y="1044"/>
                    </a:cubicBezTo>
                    <a:close/>
                  </a:path>
                </a:pathLst>
              </a:custGeom>
              <a:solidFill>
                <a:srgbClr val="31BDCA"/>
              </a:solidFill>
              <a:ln w="12700" cap="flat" cmpd="sng">
                <a:solidFill>
                  <a:srgbClr val="31BDCA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292929"/>
                      </a:outerShdw>
                    </a:effectLst>
                  </a14:hiddenEffects>
                </a:ext>
              </a:extLst>
            </p:spPr>
            <p:txBody>
              <a:bodyPr wrap="none" lIns="1800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Arial" panose="020B0604020202020204"/>
                </a:endParaRPr>
              </a:p>
            </p:txBody>
          </p:sp>
          <p:sp>
            <p:nvSpPr>
              <p:cNvPr id="37" name="Freeform 6"/>
              <p:cNvSpPr/>
              <p:nvPr/>
            </p:nvSpPr>
            <p:spPr bwMode="gray">
              <a:xfrm>
                <a:off x="677" y="998"/>
                <a:ext cx="933" cy="1182"/>
              </a:xfrm>
              <a:custGeom>
                <a:avLst/>
                <a:gdLst>
                  <a:gd name="T0" fmla="*/ 118 w 933"/>
                  <a:gd name="T1" fmla="*/ 1044 h 1182"/>
                  <a:gd name="T2" fmla="*/ 128 w 933"/>
                  <a:gd name="T3" fmla="*/ 340 h 1182"/>
                  <a:gd name="T4" fmla="*/ 264 w 933"/>
                  <a:gd name="T5" fmla="*/ 210 h 1182"/>
                  <a:gd name="T6" fmla="*/ 720 w 933"/>
                  <a:gd name="T7" fmla="*/ 202 h 1182"/>
                  <a:gd name="T8" fmla="*/ 720 w 933"/>
                  <a:gd name="T9" fmla="*/ 320 h 1182"/>
                  <a:gd name="T10" fmla="*/ 933 w 933"/>
                  <a:gd name="T11" fmla="*/ 153 h 1182"/>
                  <a:gd name="T12" fmla="*/ 712 w 933"/>
                  <a:gd name="T13" fmla="*/ 0 h 1182"/>
                  <a:gd name="T14" fmla="*/ 714 w 933"/>
                  <a:gd name="T15" fmla="*/ 92 h 1182"/>
                  <a:gd name="T16" fmla="*/ 234 w 933"/>
                  <a:gd name="T17" fmla="*/ 94 h 1182"/>
                  <a:gd name="T18" fmla="*/ 0 w 933"/>
                  <a:gd name="T19" fmla="*/ 298 h 1182"/>
                  <a:gd name="T20" fmla="*/ 0 w 933"/>
                  <a:gd name="T21" fmla="*/ 1058 h 1182"/>
                  <a:gd name="T22" fmla="*/ 118 w 933"/>
                  <a:gd name="T23" fmla="*/ 1044 h 11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933" h="1182">
                    <a:moveTo>
                      <a:pt x="118" y="1044"/>
                    </a:moveTo>
                    <a:lnTo>
                      <a:pt x="128" y="340"/>
                    </a:lnTo>
                    <a:cubicBezTo>
                      <a:pt x="134" y="214"/>
                      <a:pt x="182" y="212"/>
                      <a:pt x="264" y="210"/>
                    </a:cubicBezTo>
                    <a:lnTo>
                      <a:pt x="720" y="202"/>
                    </a:lnTo>
                    <a:lnTo>
                      <a:pt x="720" y="320"/>
                    </a:lnTo>
                    <a:lnTo>
                      <a:pt x="933" y="153"/>
                    </a:lnTo>
                    <a:lnTo>
                      <a:pt x="712" y="0"/>
                    </a:lnTo>
                    <a:lnTo>
                      <a:pt x="714" y="92"/>
                    </a:lnTo>
                    <a:cubicBezTo>
                      <a:pt x="714" y="92"/>
                      <a:pt x="406" y="94"/>
                      <a:pt x="234" y="94"/>
                    </a:cubicBezTo>
                    <a:cubicBezTo>
                      <a:pt x="60" y="96"/>
                      <a:pt x="2" y="156"/>
                      <a:pt x="0" y="298"/>
                    </a:cubicBezTo>
                    <a:lnTo>
                      <a:pt x="0" y="1058"/>
                    </a:lnTo>
                    <a:cubicBezTo>
                      <a:pt x="20" y="1182"/>
                      <a:pt x="93" y="1170"/>
                      <a:pt x="118" y="1044"/>
                    </a:cubicBezTo>
                    <a:close/>
                  </a:path>
                </a:pathLst>
              </a:custGeom>
              <a:solidFill>
                <a:srgbClr val="31BDCA"/>
              </a:solidFill>
              <a:ln w="12700" cap="flat" cmpd="sng">
                <a:solidFill>
                  <a:srgbClr val="31BDCA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292929"/>
                      </a:outerShdw>
                    </a:effectLst>
                  </a14:hiddenEffects>
                </a:ext>
              </a:extLst>
            </p:spPr>
            <p:txBody>
              <a:bodyPr wrap="none" lIns="1800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Arial" panose="020B0604020202020204"/>
                </a:endParaRPr>
              </a:p>
            </p:txBody>
          </p:sp>
        </p:grpSp>
        <p:cxnSp>
          <p:nvCxnSpPr>
            <p:cNvPr id="35" name="直接连接符 34"/>
            <p:cNvCxnSpPr/>
            <p:nvPr/>
          </p:nvCxnSpPr>
          <p:spPr>
            <a:xfrm>
              <a:off x="751562" y="5006690"/>
              <a:ext cx="180000" cy="0"/>
            </a:xfrm>
            <a:prstGeom prst="line">
              <a:avLst/>
            </a:prstGeom>
            <a:noFill/>
            <a:ln w="50800" cap="flat" cmpd="sng" algn="ctr">
              <a:solidFill>
                <a:srgbClr val="31BDCA"/>
              </a:solidFill>
              <a:prstDash val="solid"/>
              <a:miter lim="800000"/>
            </a:ln>
            <a:effectLst/>
          </p:spPr>
        </p:cxnSp>
      </p:grpSp>
      <p:grpSp>
        <p:nvGrpSpPr>
          <p:cNvPr id="38" name="组合 37"/>
          <p:cNvGrpSpPr/>
          <p:nvPr/>
        </p:nvGrpSpPr>
        <p:grpSpPr>
          <a:xfrm>
            <a:off x="6353600" y="2736558"/>
            <a:ext cx="252000" cy="938213"/>
            <a:chOff x="751562" y="4543425"/>
            <a:chExt cx="456540" cy="938213"/>
          </a:xfrm>
        </p:grpSpPr>
        <p:grpSp>
          <p:nvGrpSpPr>
            <p:cNvPr id="39" name="Group 3"/>
            <p:cNvGrpSpPr/>
            <p:nvPr/>
          </p:nvGrpSpPr>
          <p:grpSpPr bwMode="auto">
            <a:xfrm>
              <a:off x="884102" y="4543425"/>
              <a:ext cx="324000" cy="938213"/>
              <a:chOff x="677" y="998"/>
              <a:chExt cx="939" cy="2271"/>
            </a:xfrm>
          </p:grpSpPr>
          <p:sp>
            <p:nvSpPr>
              <p:cNvPr id="41" name="Freeform 4"/>
              <p:cNvSpPr/>
              <p:nvPr/>
            </p:nvSpPr>
            <p:spPr bwMode="gray">
              <a:xfrm flipV="1">
                <a:off x="683" y="2087"/>
                <a:ext cx="933" cy="1182"/>
              </a:xfrm>
              <a:custGeom>
                <a:avLst/>
                <a:gdLst>
                  <a:gd name="T0" fmla="*/ 118 w 933"/>
                  <a:gd name="T1" fmla="*/ 1044 h 1182"/>
                  <a:gd name="T2" fmla="*/ 128 w 933"/>
                  <a:gd name="T3" fmla="*/ 340 h 1182"/>
                  <a:gd name="T4" fmla="*/ 264 w 933"/>
                  <a:gd name="T5" fmla="*/ 210 h 1182"/>
                  <a:gd name="T6" fmla="*/ 720 w 933"/>
                  <a:gd name="T7" fmla="*/ 202 h 1182"/>
                  <a:gd name="T8" fmla="*/ 720 w 933"/>
                  <a:gd name="T9" fmla="*/ 320 h 1182"/>
                  <a:gd name="T10" fmla="*/ 933 w 933"/>
                  <a:gd name="T11" fmla="*/ 153 h 1182"/>
                  <a:gd name="T12" fmla="*/ 712 w 933"/>
                  <a:gd name="T13" fmla="*/ 0 h 1182"/>
                  <a:gd name="T14" fmla="*/ 714 w 933"/>
                  <a:gd name="T15" fmla="*/ 92 h 1182"/>
                  <a:gd name="T16" fmla="*/ 234 w 933"/>
                  <a:gd name="T17" fmla="*/ 94 h 1182"/>
                  <a:gd name="T18" fmla="*/ 0 w 933"/>
                  <a:gd name="T19" fmla="*/ 298 h 1182"/>
                  <a:gd name="T20" fmla="*/ 0 w 933"/>
                  <a:gd name="T21" fmla="*/ 1058 h 1182"/>
                  <a:gd name="T22" fmla="*/ 118 w 933"/>
                  <a:gd name="T23" fmla="*/ 1044 h 11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933" h="1182">
                    <a:moveTo>
                      <a:pt x="118" y="1044"/>
                    </a:moveTo>
                    <a:lnTo>
                      <a:pt x="128" y="340"/>
                    </a:lnTo>
                    <a:cubicBezTo>
                      <a:pt x="134" y="214"/>
                      <a:pt x="182" y="212"/>
                      <a:pt x="264" y="210"/>
                    </a:cubicBezTo>
                    <a:lnTo>
                      <a:pt x="720" y="202"/>
                    </a:lnTo>
                    <a:lnTo>
                      <a:pt x="720" y="320"/>
                    </a:lnTo>
                    <a:lnTo>
                      <a:pt x="933" y="153"/>
                    </a:lnTo>
                    <a:lnTo>
                      <a:pt x="712" y="0"/>
                    </a:lnTo>
                    <a:lnTo>
                      <a:pt x="714" y="92"/>
                    </a:lnTo>
                    <a:cubicBezTo>
                      <a:pt x="714" y="92"/>
                      <a:pt x="406" y="94"/>
                      <a:pt x="234" y="94"/>
                    </a:cubicBezTo>
                    <a:cubicBezTo>
                      <a:pt x="60" y="96"/>
                      <a:pt x="2" y="156"/>
                      <a:pt x="0" y="298"/>
                    </a:cubicBezTo>
                    <a:lnTo>
                      <a:pt x="0" y="1058"/>
                    </a:lnTo>
                    <a:cubicBezTo>
                      <a:pt x="20" y="1182"/>
                      <a:pt x="93" y="1170"/>
                      <a:pt x="118" y="1044"/>
                    </a:cubicBezTo>
                    <a:close/>
                  </a:path>
                </a:pathLst>
              </a:custGeom>
              <a:solidFill>
                <a:srgbClr val="31BDCA"/>
              </a:solidFill>
              <a:ln w="12700" cap="flat" cmpd="sng">
                <a:solidFill>
                  <a:srgbClr val="31BDCA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292929"/>
                      </a:outerShdw>
                    </a:effectLst>
                  </a14:hiddenEffects>
                </a:ext>
              </a:extLst>
            </p:spPr>
            <p:txBody>
              <a:bodyPr wrap="none" lIns="18000" rIns="1800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Arial" panose="020B0604020202020204"/>
                </a:endParaRPr>
              </a:p>
            </p:txBody>
          </p:sp>
          <p:sp>
            <p:nvSpPr>
              <p:cNvPr id="42" name="Freeform 6"/>
              <p:cNvSpPr/>
              <p:nvPr/>
            </p:nvSpPr>
            <p:spPr bwMode="gray">
              <a:xfrm>
                <a:off x="677" y="998"/>
                <a:ext cx="933" cy="1182"/>
              </a:xfrm>
              <a:custGeom>
                <a:avLst/>
                <a:gdLst>
                  <a:gd name="T0" fmla="*/ 118 w 933"/>
                  <a:gd name="T1" fmla="*/ 1044 h 1182"/>
                  <a:gd name="T2" fmla="*/ 128 w 933"/>
                  <a:gd name="T3" fmla="*/ 340 h 1182"/>
                  <a:gd name="T4" fmla="*/ 264 w 933"/>
                  <a:gd name="T5" fmla="*/ 210 h 1182"/>
                  <a:gd name="T6" fmla="*/ 720 w 933"/>
                  <a:gd name="T7" fmla="*/ 202 h 1182"/>
                  <a:gd name="T8" fmla="*/ 720 w 933"/>
                  <a:gd name="T9" fmla="*/ 320 h 1182"/>
                  <a:gd name="T10" fmla="*/ 933 w 933"/>
                  <a:gd name="T11" fmla="*/ 153 h 1182"/>
                  <a:gd name="T12" fmla="*/ 712 w 933"/>
                  <a:gd name="T13" fmla="*/ 0 h 1182"/>
                  <a:gd name="T14" fmla="*/ 714 w 933"/>
                  <a:gd name="T15" fmla="*/ 92 h 1182"/>
                  <a:gd name="T16" fmla="*/ 234 w 933"/>
                  <a:gd name="T17" fmla="*/ 94 h 1182"/>
                  <a:gd name="T18" fmla="*/ 0 w 933"/>
                  <a:gd name="T19" fmla="*/ 298 h 1182"/>
                  <a:gd name="T20" fmla="*/ 0 w 933"/>
                  <a:gd name="T21" fmla="*/ 1058 h 1182"/>
                  <a:gd name="T22" fmla="*/ 118 w 933"/>
                  <a:gd name="T23" fmla="*/ 1044 h 11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933" h="1182">
                    <a:moveTo>
                      <a:pt x="118" y="1044"/>
                    </a:moveTo>
                    <a:lnTo>
                      <a:pt x="128" y="340"/>
                    </a:lnTo>
                    <a:cubicBezTo>
                      <a:pt x="134" y="214"/>
                      <a:pt x="182" y="212"/>
                      <a:pt x="264" y="210"/>
                    </a:cubicBezTo>
                    <a:lnTo>
                      <a:pt x="720" y="202"/>
                    </a:lnTo>
                    <a:lnTo>
                      <a:pt x="720" y="320"/>
                    </a:lnTo>
                    <a:lnTo>
                      <a:pt x="933" y="153"/>
                    </a:lnTo>
                    <a:lnTo>
                      <a:pt x="712" y="0"/>
                    </a:lnTo>
                    <a:lnTo>
                      <a:pt x="714" y="92"/>
                    </a:lnTo>
                    <a:cubicBezTo>
                      <a:pt x="714" y="92"/>
                      <a:pt x="406" y="94"/>
                      <a:pt x="234" y="94"/>
                    </a:cubicBezTo>
                    <a:cubicBezTo>
                      <a:pt x="60" y="96"/>
                      <a:pt x="2" y="156"/>
                      <a:pt x="0" y="298"/>
                    </a:cubicBezTo>
                    <a:lnTo>
                      <a:pt x="0" y="1058"/>
                    </a:lnTo>
                    <a:cubicBezTo>
                      <a:pt x="20" y="1182"/>
                      <a:pt x="93" y="1170"/>
                      <a:pt x="118" y="1044"/>
                    </a:cubicBezTo>
                    <a:close/>
                  </a:path>
                </a:pathLst>
              </a:custGeom>
              <a:solidFill>
                <a:srgbClr val="31BDCA"/>
              </a:solidFill>
              <a:ln w="12700" cap="flat" cmpd="sng">
                <a:solidFill>
                  <a:srgbClr val="31BDCA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292929"/>
                      </a:outerShdw>
                    </a:effectLst>
                  </a14:hiddenEffects>
                </a:ext>
              </a:extLst>
            </p:spPr>
            <p:txBody>
              <a:bodyPr wrap="none" lIns="18000" rIns="1800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Arial" panose="020B0604020202020204"/>
                </a:endParaRPr>
              </a:p>
            </p:txBody>
          </p:sp>
        </p:grpSp>
        <p:cxnSp>
          <p:nvCxnSpPr>
            <p:cNvPr id="40" name="直接连接符 39"/>
            <p:cNvCxnSpPr/>
            <p:nvPr/>
          </p:nvCxnSpPr>
          <p:spPr>
            <a:xfrm>
              <a:off x="751562" y="5006690"/>
              <a:ext cx="180000" cy="0"/>
            </a:xfrm>
            <a:prstGeom prst="line">
              <a:avLst/>
            </a:prstGeom>
            <a:noFill/>
            <a:ln w="50800" cap="flat" cmpd="sng" algn="ctr">
              <a:solidFill>
                <a:srgbClr val="31BDCA"/>
              </a:solidFill>
              <a:prstDash val="solid"/>
              <a:miter lim="800000"/>
            </a:ln>
            <a:effectLst/>
          </p:spPr>
        </p:cxnSp>
      </p:grpSp>
      <p:grpSp>
        <p:nvGrpSpPr>
          <p:cNvPr id="43" name="组合 42"/>
          <p:cNvGrpSpPr/>
          <p:nvPr/>
        </p:nvGrpSpPr>
        <p:grpSpPr>
          <a:xfrm>
            <a:off x="2110618" y="3277805"/>
            <a:ext cx="252000" cy="938213"/>
            <a:chOff x="751562" y="4543425"/>
            <a:chExt cx="456540" cy="938213"/>
          </a:xfrm>
        </p:grpSpPr>
        <p:grpSp>
          <p:nvGrpSpPr>
            <p:cNvPr id="44" name="Group 3"/>
            <p:cNvGrpSpPr/>
            <p:nvPr/>
          </p:nvGrpSpPr>
          <p:grpSpPr bwMode="auto">
            <a:xfrm>
              <a:off x="884102" y="4543425"/>
              <a:ext cx="324000" cy="938213"/>
              <a:chOff x="677" y="998"/>
              <a:chExt cx="939" cy="2271"/>
            </a:xfrm>
          </p:grpSpPr>
          <p:sp>
            <p:nvSpPr>
              <p:cNvPr id="46" name="Freeform 4"/>
              <p:cNvSpPr/>
              <p:nvPr/>
            </p:nvSpPr>
            <p:spPr bwMode="gray">
              <a:xfrm flipV="1">
                <a:off x="683" y="2087"/>
                <a:ext cx="933" cy="1182"/>
              </a:xfrm>
              <a:custGeom>
                <a:avLst/>
                <a:gdLst>
                  <a:gd name="T0" fmla="*/ 118 w 933"/>
                  <a:gd name="T1" fmla="*/ 1044 h 1182"/>
                  <a:gd name="T2" fmla="*/ 128 w 933"/>
                  <a:gd name="T3" fmla="*/ 340 h 1182"/>
                  <a:gd name="T4" fmla="*/ 264 w 933"/>
                  <a:gd name="T5" fmla="*/ 210 h 1182"/>
                  <a:gd name="T6" fmla="*/ 720 w 933"/>
                  <a:gd name="T7" fmla="*/ 202 h 1182"/>
                  <a:gd name="T8" fmla="*/ 720 w 933"/>
                  <a:gd name="T9" fmla="*/ 320 h 1182"/>
                  <a:gd name="T10" fmla="*/ 933 w 933"/>
                  <a:gd name="T11" fmla="*/ 153 h 1182"/>
                  <a:gd name="T12" fmla="*/ 712 w 933"/>
                  <a:gd name="T13" fmla="*/ 0 h 1182"/>
                  <a:gd name="T14" fmla="*/ 714 w 933"/>
                  <a:gd name="T15" fmla="*/ 92 h 1182"/>
                  <a:gd name="T16" fmla="*/ 234 w 933"/>
                  <a:gd name="T17" fmla="*/ 94 h 1182"/>
                  <a:gd name="T18" fmla="*/ 0 w 933"/>
                  <a:gd name="T19" fmla="*/ 298 h 1182"/>
                  <a:gd name="T20" fmla="*/ 0 w 933"/>
                  <a:gd name="T21" fmla="*/ 1058 h 1182"/>
                  <a:gd name="T22" fmla="*/ 118 w 933"/>
                  <a:gd name="T23" fmla="*/ 1044 h 11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933" h="1182">
                    <a:moveTo>
                      <a:pt x="118" y="1044"/>
                    </a:moveTo>
                    <a:lnTo>
                      <a:pt x="128" y="340"/>
                    </a:lnTo>
                    <a:cubicBezTo>
                      <a:pt x="134" y="214"/>
                      <a:pt x="182" y="212"/>
                      <a:pt x="264" y="210"/>
                    </a:cubicBezTo>
                    <a:lnTo>
                      <a:pt x="720" y="202"/>
                    </a:lnTo>
                    <a:lnTo>
                      <a:pt x="720" y="320"/>
                    </a:lnTo>
                    <a:lnTo>
                      <a:pt x="933" y="153"/>
                    </a:lnTo>
                    <a:lnTo>
                      <a:pt x="712" y="0"/>
                    </a:lnTo>
                    <a:lnTo>
                      <a:pt x="714" y="92"/>
                    </a:lnTo>
                    <a:cubicBezTo>
                      <a:pt x="714" y="92"/>
                      <a:pt x="406" y="94"/>
                      <a:pt x="234" y="94"/>
                    </a:cubicBezTo>
                    <a:cubicBezTo>
                      <a:pt x="60" y="96"/>
                      <a:pt x="2" y="156"/>
                      <a:pt x="0" y="298"/>
                    </a:cubicBezTo>
                    <a:lnTo>
                      <a:pt x="0" y="1058"/>
                    </a:lnTo>
                    <a:cubicBezTo>
                      <a:pt x="20" y="1182"/>
                      <a:pt x="93" y="1170"/>
                      <a:pt x="118" y="1044"/>
                    </a:cubicBezTo>
                    <a:close/>
                  </a:path>
                </a:pathLst>
              </a:custGeom>
              <a:solidFill>
                <a:srgbClr val="31BDCA"/>
              </a:solidFill>
              <a:ln w="12700" cap="flat" cmpd="sng">
                <a:solidFill>
                  <a:srgbClr val="31BDCA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292929"/>
                      </a:outerShdw>
                    </a:effectLst>
                  </a14:hiddenEffects>
                </a:ext>
              </a:extLst>
            </p:spPr>
            <p:txBody>
              <a:bodyPr wrap="none" lIns="1800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Arial" panose="020B0604020202020204"/>
                </a:endParaRPr>
              </a:p>
            </p:txBody>
          </p:sp>
          <p:sp>
            <p:nvSpPr>
              <p:cNvPr id="47" name="Freeform 6"/>
              <p:cNvSpPr/>
              <p:nvPr/>
            </p:nvSpPr>
            <p:spPr bwMode="gray">
              <a:xfrm>
                <a:off x="677" y="998"/>
                <a:ext cx="933" cy="1182"/>
              </a:xfrm>
              <a:custGeom>
                <a:avLst/>
                <a:gdLst>
                  <a:gd name="T0" fmla="*/ 118 w 933"/>
                  <a:gd name="T1" fmla="*/ 1044 h 1182"/>
                  <a:gd name="T2" fmla="*/ 128 w 933"/>
                  <a:gd name="T3" fmla="*/ 340 h 1182"/>
                  <a:gd name="T4" fmla="*/ 264 w 933"/>
                  <a:gd name="T5" fmla="*/ 210 h 1182"/>
                  <a:gd name="T6" fmla="*/ 720 w 933"/>
                  <a:gd name="T7" fmla="*/ 202 h 1182"/>
                  <a:gd name="T8" fmla="*/ 720 w 933"/>
                  <a:gd name="T9" fmla="*/ 320 h 1182"/>
                  <a:gd name="T10" fmla="*/ 933 w 933"/>
                  <a:gd name="T11" fmla="*/ 153 h 1182"/>
                  <a:gd name="T12" fmla="*/ 712 w 933"/>
                  <a:gd name="T13" fmla="*/ 0 h 1182"/>
                  <a:gd name="T14" fmla="*/ 714 w 933"/>
                  <a:gd name="T15" fmla="*/ 92 h 1182"/>
                  <a:gd name="T16" fmla="*/ 234 w 933"/>
                  <a:gd name="T17" fmla="*/ 94 h 1182"/>
                  <a:gd name="T18" fmla="*/ 0 w 933"/>
                  <a:gd name="T19" fmla="*/ 298 h 1182"/>
                  <a:gd name="T20" fmla="*/ 0 w 933"/>
                  <a:gd name="T21" fmla="*/ 1058 h 1182"/>
                  <a:gd name="T22" fmla="*/ 118 w 933"/>
                  <a:gd name="T23" fmla="*/ 1044 h 11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933" h="1182">
                    <a:moveTo>
                      <a:pt x="118" y="1044"/>
                    </a:moveTo>
                    <a:lnTo>
                      <a:pt x="128" y="340"/>
                    </a:lnTo>
                    <a:cubicBezTo>
                      <a:pt x="134" y="214"/>
                      <a:pt x="182" y="212"/>
                      <a:pt x="264" y="210"/>
                    </a:cubicBezTo>
                    <a:lnTo>
                      <a:pt x="720" y="202"/>
                    </a:lnTo>
                    <a:lnTo>
                      <a:pt x="720" y="320"/>
                    </a:lnTo>
                    <a:lnTo>
                      <a:pt x="933" y="153"/>
                    </a:lnTo>
                    <a:lnTo>
                      <a:pt x="712" y="0"/>
                    </a:lnTo>
                    <a:lnTo>
                      <a:pt x="714" y="92"/>
                    </a:lnTo>
                    <a:cubicBezTo>
                      <a:pt x="714" y="92"/>
                      <a:pt x="406" y="94"/>
                      <a:pt x="234" y="94"/>
                    </a:cubicBezTo>
                    <a:cubicBezTo>
                      <a:pt x="60" y="96"/>
                      <a:pt x="2" y="156"/>
                      <a:pt x="0" y="298"/>
                    </a:cubicBezTo>
                    <a:lnTo>
                      <a:pt x="0" y="1058"/>
                    </a:lnTo>
                    <a:cubicBezTo>
                      <a:pt x="20" y="1182"/>
                      <a:pt x="93" y="1170"/>
                      <a:pt x="118" y="1044"/>
                    </a:cubicBezTo>
                    <a:close/>
                  </a:path>
                </a:pathLst>
              </a:custGeom>
              <a:solidFill>
                <a:srgbClr val="31BDCA"/>
              </a:solidFill>
              <a:ln w="12700" cap="flat" cmpd="sng">
                <a:solidFill>
                  <a:srgbClr val="31BDCA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292929"/>
                      </a:outerShdw>
                    </a:effectLst>
                  </a14:hiddenEffects>
                </a:ext>
              </a:extLst>
            </p:spPr>
            <p:txBody>
              <a:bodyPr wrap="none" lIns="1800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Arial" panose="020B0604020202020204"/>
                </a:endParaRPr>
              </a:p>
            </p:txBody>
          </p:sp>
        </p:grpSp>
        <p:cxnSp>
          <p:nvCxnSpPr>
            <p:cNvPr id="45" name="直接连接符 44"/>
            <p:cNvCxnSpPr/>
            <p:nvPr/>
          </p:nvCxnSpPr>
          <p:spPr>
            <a:xfrm>
              <a:off x="751562" y="5006690"/>
              <a:ext cx="180000" cy="0"/>
            </a:xfrm>
            <a:prstGeom prst="line">
              <a:avLst/>
            </a:prstGeom>
            <a:noFill/>
            <a:ln w="50800" cap="flat" cmpd="sng" algn="ctr">
              <a:solidFill>
                <a:srgbClr val="31BDCA"/>
              </a:solidFill>
              <a:prstDash val="solid"/>
              <a:miter lim="800000"/>
            </a:ln>
            <a:effectLst/>
          </p:spPr>
        </p:cxnSp>
      </p:grpSp>
      <p:pic>
        <p:nvPicPr>
          <p:cNvPr id="48" name="Picture 3" descr="C:\Users\Administrator\Desktop\微立体创业计划\005.png"/>
          <p:cNvPicPr>
            <a:picLocks noChangeAspect="1" noChangeArrowheads="1"/>
          </p:cNvPicPr>
          <p:nvPr/>
        </p:nvPicPr>
        <p:blipFill>
          <a:blip r:embed="rId1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2473" y="149604"/>
            <a:ext cx="609601" cy="609601"/>
          </a:xfrm>
          <a:prstGeom prst="rect">
            <a:avLst/>
          </a:prstGeom>
          <a:noFill/>
          <a:effectLst>
            <a:outerShdw blurRad="127000" dist="63500" dir="3000000" sx="104000" sy="104000" algn="tl" rotWithShape="0">
              <a:prstClr val="black">
                <a:alpha val="34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9" name="Picture 4" descr="C:\Users\Administrator\Desktop\微立体创业计划\004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872" y="158976"/>
            <a:ext cx="609601" cy="609601"/>
          </a:xfrm>
          <a:prstGeom prst="rect">
            <a:avLst/>
          </a:prstGeom>
          <a:noFill/>
          <a:effectLst>
            <a:outerShdw blurRad="127000" dist="63500" dir="3000000" sx="104000" sy="104000" algn="tl" rotWithShape="0">
              <a:prstClr val="black">
                <a:alpha val="34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0" name="文本框 12"/>
          <p:cNvSpPr txBox="1">
            <a:spLocks noChangeArrowheads="1"/>
          </p:cNvSpPr>
          <p:nvPr/>
        </p:nvSpPr>
        <p:spPr bwMode="auto">
          <a:xfrm>
            <a:off x="1187623" y="267494"/>
            <a:ext cx="3351886" cy="4042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5023" tIns="32511" rIns="65023" bIns="32511">
            <a:spAutoFit/>
          </a:bodyPr>
          <a:lstStyle>
            <a:lvl1pPr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9pPr>
          </a:lstStyle>
          <a:p>
            <a:r>
              <a:rPr lang="en-US" altLang="zh-CN" sz="2200" dirty="0" smtClean="0">
                <a:solidFill>
                  <a:srgbClr val="034E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</a:t>
            </a:r>
            <a:r>
              <a:rPr lang="zh-CN" altLang="en-US" sz="2200" dirty="0">
                <a:solidFill>
                  <a:srgbClr val="034E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变</a:t>
            </a:r>
            <a:r>
              <a:rPr lang="zh-CN" altLang="en-US" sz="2200" dirty="0" smtClean="0">
                <a:solidFill>
                  <a:srgbClr val="034E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长子网掩码</a:t>
            </a:r>
            <a:r>
              <a:rPr lang="en-US" altLang="zh-CN" sz="2200" dirty="0">
                <a:solidFill>
                  <a:srgbClr val="034E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V</a:t>
            </a:r>
            <a:r>
              <a:rPr lang="en-US" altLang="zh-CN" sz="2200" dirty="0" smtClean="0">
                <a:solidFill>
                  <a:srgbClr val="034E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LSM</a:t>
            </a:r>
            <a:endParaRPr lang="zh-CN" altLang="en-US" sz="2200" dirty="0">
              <a:solidFill>
                <a:srgbClr val="034EA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50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3" descr="C:\Users\Administrator\Desktop\微立体创业计划\005.png"/>
          <p:cNvPicPr>
            <a:picLocks noChangeAspect="1" noChangeArrowheads="1"/>
          </p:cNvPicPr>
          <p:nvPr/>
        </p:nvPicPr>
        <p:blipFill>
          <a:blip r:embed="rId1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2473" y="149604"/>
            <a:ext cx="609601" cy="609601"/>
          </a:xfrm>
          <a:prstGeom prst="rect">
            <a:avLst/>
          </a:prstGeom>
          <a:noFill/>
          <a:effectLst>
            <a:outerShdw blurRad="127000" dist="63500" dir="3000000" sx="104000" sy="104000" algn="tl" rotWithShape="0">
              <a:prstClr val="black">
                <a:alpha val="34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9" name="Picture 4" descr="C:\Users\Administrator\Desktop\微立体创业计划\004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872" y="158976"/>
            <a:ext cx="609601" cy="609601"/>
          </a:xfrm>
          <a:prstGeom prst="rect">
            <a:avLst/>
          </a:prstGeom>
          <a:noFill/>
          <a:effectLst>
            <a:outerShdw blurRad="127000" dist="63500" dir="3000000" sx="104000" sy="104000" algn="tl" rotWithShape="0">
              <a:prstClr val="black">
                <a:alpha val="34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0" name="文本框 12"/>
          <p:cNvSpPr txBox="1">
            <a:spLocks noChangeArrowheads="1"/>
          </p:cNvSpPr>
          <p:nvPr/>
        </p:nvSpPr>
        <p:spPr bwMode="auto">
          <a:xfrm>
            <a:off x="1187622" y="267494"/>
            <a:ext cx="5256585" cy="4042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5023" tIns="32511" rIns="65023" bIns="32511">
            <a:spAutoFit/>
          </a:bodyPr>
          <a:lstStyle>
            <a:lvl1pPr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9pPr>
          </a:lstStyle>
          <a:p>
            <a:r>
              <a:rPr lang="en-US" altLang="zh-CN" sz="2200" dirty="0" smtClean="0">
                <a:solidFill>
                  <a:srgbClr val="034E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</a:t>
            </a:r>
            <a:r>
              <a:rPr lang="en-US" altLang="zh-CN" sz="2200" dirty="0">
                <a:solidFill>
                  <a:srgbClr val="034E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F</a:t>
            </a:r>
            <a:r>
              <a:rPr lang="en-US" altLang="zh-CN" sz="2200" dirty="0" smtClean="0">
                <a:solidFill>
                  <a:srgbClr val="034E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LSM</a:t>
            </a:r>
            <a:r>
              <a:rPr lang="zh-CN" altLang="en-US" sz="2200" dirty="0" smtClean="0">
                <a:solidFill>
                  <a:srgbClr val="034E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和</a:t>
            </a:r>
            <a:r>
              <a:rPr lang="en-US" altLang="zh-CN" sz="2200" dirty="0" smtClean="0">
                <a:solidFill>
                  <a:srgbClr val="034E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VLSM</a:t>
            </a:r>
            <a:r>
              <a:rPr lang="zh-CN" altLang="en-US" sz="2200" dirty="0" smtClean="0">
                <a:solidFill>
                  <a:srgbClr val="034E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的区别</a:t>
            </a:r>
            <a:endParaRPr lang="zh-CN" altLang="en-US" sz="2200" dirty="0">
              <a:solidFill>
                <a:srgbClr val="034EA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28478" y="882262"/>
            <a:ext cx="3124800" cy="609367"/>
          </a:xfrm>
          <a:prstGeom prst="rect">
            <a:avLst/>
          </a:prstGeom>
          <a:solidFill>
            <a:srgbClr val="FFC000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TextBox 17"/>
          <p:cNvSpPr txBox="1"/>
          <p:nvPr/>
        </p:nvSpPr>
        <p:spPr>
          <a:xfrm>
            <a:off x="838873" y="882262"/>
            <a:ext cx="201622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定长子网掩码</a:t>
            </a:r>
            <a:r>
              <a:rPr lang="en-US" altLang="zh-CN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FLSM</a:t>
            </a:r>
            <a:endParaRPr lang="zh-CN" altLang="en-US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118793" y="1131590"/>
            <a:ext cx="3114648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5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5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Fixed Length </a:t>
            </a:r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</a:t>
            </a:r>
            <a:r>
              <a:rPr lang="en-US" altLang="zh-CN" sz="15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ubnet Mask</a:t>
            </a:r>
            <a:r>
              <a:rPr lang="zh-CN" altLang="en-US" sz="15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zh-CN" altLang="en-US" sz="15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128478" y="1485707"/>
            <a:ext cx="3124800" cy="2980264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TextBox 52"/>
          <p:cNvSpPr txBox="1"/>
          <p:nvPr/>
        </p:nvSpPr>
        <p:spPr>
          <a:xfrm>
            <a:off x="168223" y="1685641"/>
            <a:ext cx="3118922" cy="26484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10000"/>
              </a:lnSpc>
              <a:buFont typeface="Wingdings" panose="05000000000000000000" pitchFamily="2" charset="2"/>
              <a:buChar char="n"/>
            </a:pPr>
            <a:r>
              <a:rPr lang="zh-CN" altLang="en-US" sz="1500" dirty="0" smtClean="0"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使用</a:t>
            </a:r>
            <a:r>
              <a:rPr lang="zh-CN" altLang="en-US" sz="1500" b="1" dirty="0" smtClean="0">
                <a:solidFill>
                  <a:srgbClr val="FF0000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相同长度</a:t>
            </a:r>
            <a:r>
              <a:rPr lang="zh-CN" altLang="en-US" sz="1500" dirty="0" smtClean="0"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的子网掩码；</a:t>
            </a:r>
            <a:endParaRPr lang="en-US" altLang="zh-CN" sz="1500" dirty="0" smtClean="0"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  <a:p>
            <a:pPr>
              <a:lnSpc>
                <a:spcPct val="110000"/>
              </a:lnSpc>
            </a:pPr>
            <a:endParaRPr lang="en-US" altLang="zh-CN" sz="1500" b="1" dirty="0" smtClean="0">
              <a:solidFill>
                <a:srgbClr val="C00000"/>
              </a:solidFill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  <a:p>
            <a:pPr marL="285750" indent="-285750">
              <a:lnSpc>
                <a:spcPct val="110000"/>
              </a:lnSpc>
              <a:buFont typeface="Wingdings" panose="05000000000000000000" pitchFamily="2" charset="2"/>
              <a:buChar char="n"/>
            </a:pPr>
            <a:r>
              <a:rPr lang="zh-CN" altLang="en-US" sz="1500" dirty="0" smtClean="0"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子网</a:t>
            </a:r>
            <a:r>
              <a:rPr lang="zh-CN" altLang="en-US" sz="1500" dirty="0"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划分</a:t>
            </a:r>
            <a:r>
              <a:rPr lang="zh-CN" altLang="en-US" sz="1500" b="1" dirty="0">
                <a:solidFill>
                  <a:srgbClr val="FF0000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不灵活</a:t>
            </a:r>
            <a:r>
              <a:rPr lang="zh-CN" altLang="en-US" sz="1500" dirty="0"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，只能划分出</a:t>
            </a:r>
            <a:r>
              <a:rPr lang="en-US" altLang="zh-CN" sz="1500" dirty="0" smtClean="0"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2</a:t>
            </a:r>
            <a:r>
              <a:rPr lang="en-US" altLang="zh-CN" sz="1500" baseline="30000" dirty="0" smtClean="0"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n</a:t>
            </a:r>
            <a:r>
              <a:rPr lang="zh-CN" altLang="en-US" sz="1500" dirty="0" smtClean="0"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个子网（</a:t>
            </a:r>
            <a:r>
              <a:rPr lang="en-US" altLang="zh-CN" sz="1500" dirty="0" smtClean="0"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n</a:t>
            </a:r>
            <a:r>
              <a:rPr lang="zh-CN" altLang="en-US" sz="1500" dirty="0" smtClean="0"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为主机位借位）；</a:t>
            </a:r>
            <a:endParaRPr lang="en-US" altLang="zh-CN" sz="1500" dirty="0" smtClean="0"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  <a:p>
            <a:pPr>
              <a:lnSpc>
                <a:spcPct val="110000"/>
              </a:lnSpc>
            </a:pPr>
            <a:endParaRPr lang="en-US" altLang="zh-CN" sz="1500" dirty="0" smtClean="0"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  <a:p>
            <a:pPr marL="285750" indent="-285750">
              <a:lnSpc>
                <a:spcPct val="110000"/>
              </a:lnSpc>
              <a:buFont typeface="Wingdings" panose="05000000000000000000" pitchFamily="2" charset="2"/>
              <a:buChar char="n"/>
            </a:pPr>
            <a:r>
              <a:rPr lang="zh-CN" altLang="en-US" sz="1500" dirty="0"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每个子网分配的</a:t>
            </a:r>
            <a:r>
              <a:rPr lang="en-US" altLang="zh-CN" sz="1500" dirty="0"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IP</a:t>
            </a:r>
            <a:r>
              <a:rPr lang="zh-CN" altLang="en-US" sz="1500" dirty="0"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地址</a:t>
            </a:r>
            <a:r>
              <a:rPr lang="zh-CN" altLang="en-US" sz="1500" b="1" dirty="0">
                <a:solidFill>
                  <a:srgbClr val="FF0000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数量相同</a:t>
            </a:r>
            <a:r>
              <a:rPr lang="zh-CN" altLang="en-US" sz="1500" dirty="0" smtClean="0"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；</a:t>
            </a:r>
            <a:endParaRPr lang="en-US" altLang="zh-CN" sz="1500" dirty="0" smtClean="0"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  <a:p>
            <a:pPr>
              <a:lnSpc>
                <a:spcPct val="110000"/>
              </a:lnSpc>
            </a:pPr>
            <a:endParaRPr lang="en-US" altLang="zh-CN" sz="1500" dirty="0" smtClean="0"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  <a:p>
            <a:pPr marL="285750" indent="-285750">
              <a:lnSpc>
                <a:spcPct val="110000"/>
              </a:lnSpc>
              <a:buFont typeface="Wingdings" panose="05000000000000000000" pitchFamily="2" charset="2"/>
              <a:buChar char="n"/>
            </a:pPr>
            <a:r>
              <a:rPr lang="zh-CN" altLang="en-US" sz="1500" dirty="0"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容易</a:t>
            </a:r>
            <a:r>
              <a:rPr lang="zh-CN" altLang="en-US" sz="1500" b="1" dirty="0" smtClean="0">
                <a:solidFill>
                  <a:srgbClr val="FF0000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造成</a:t>
            </a:r>
            <a:r>
              <a:rPr lang="zh-CN" altLang="en-US" sz="1500" dirty="0" smtClean="0"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地址资源</a:t>
            </a:r>
            <a:r>
              <a:rPr lang="zh-CN" altLang="en-US" sz="1500" b="1" dirty="0" smtClean="0">
                <a:solidFill>
                  <a:srgbClr val="FF0000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浪费</a:t>
            </a:r>
            <a:r>
              <a:rPr lang="zh-CN" altLang="en-US" sz="1500" dirty="0" smtClean="0"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。</a:t>
            </a:r>
            <a:endParaRPr lang="en-US" altLang="zh-CN" sz="1500" dirty="0" smtClean="0"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  <a:p>
            <a:pPr>
              <a:lnSpc>
                <a:spcPct val="110000"/>
              </a:lnSpc>
            </a:pPr>
            <a:endParaRPr lang="zh-CN" altLang="en-US" sz="1600" dirty="0"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54" name="矩形 53"/>
          <p:cNvSpPr/>
          <p:nvPr/>
        </p:nvSpPr>
        <p:spPr>
          <a:xfrm>
            <a:off x="3321072" y="883355"/>
            <a:ext cx="3123135" cy="609367"/>
          </a:xfrm>
          <a:prstGeom prst="rect">
            <a:avLst/>
          </a:prstGeom>
          <a:solidFill>
            <a:schemeClr val="accent6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TextBox 54"/>
          <p:cNvSpPr txBox="1"/>
          <p:nvPr/>
        </p:nvSpPr>
        <p:spPr>
          <a:xfrm>
            <a:off x="3950780" y="883355"/>
            <a:ext cx="201622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变</a:t>
            </a:r>
            <a:r>
              <a:rPr lang="zh-CN" altLang="en-US" sz="16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长子网掩码</a:t>
            </a:r>
            <a:r>
              <a:rPr lang="en-US" altLang="zh-CN" sz="16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VLSM</a:t>
            </a:r>
            <a:endParaRPr lang="zh-CN" altLang="en-US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6" name="矩形 55"/>
          <p:cNvSpPr/>
          <p:nvPr/>
        </p:nvSpPr>
        <p:spPr>
          <a:xfrm>
            <a:off x="3321072" y="1486800"/>
            <a:ext cx="3123135" cy="2980264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" name="TextBox 56"/>
          <p:cNvSpPr txBox="1"/>
          <p:nvPr/>
        </p:nvSpPr>
        <p:spPr>
          <a:xfrm>
            <a:off x="3413462" y="1686734"/>
            <a:ext cx="3118922" cy="26484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10000"/>
              </a:lnSpc>
              <a:buFont typeface="Wingdings" panose="05000000000000000000" pitchFamily="2" charset="2"/>
              <a:buChar char="n"/>
            </a:pPr>
            <a:r>
              <a:rPr lang="zh-CN" altLang="en-US" sz="1500" dirty="0" smtClean="0"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使用</a:t>
            </a:r>
            <a:r>
              <a:rPr lang="zh-CN" altLang="en-US" sz="1500" b="1" dirty="0" smtClean="0">
                <a:solidFill>
                  <a:srgbClr val="FF0000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不同长度</a:t>
            </a:r>
            <a:r>
              <a:rPr lang="zh-CN" altLang="en-US" sz="1500" dirty="0" smtClean="0"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的子网掩码；</a:t>
            </a:r>
            <a:endParaRPr lang="en-US" altLang="zh-CN" sz="1500" dirty="0" smtClean="0"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  <a:p>
            <a:pPr>
              <a:lnSpc>
                <a:spcPct val="110000"/>
              </a:lnSpc>
            </a:pPr>
            <a:endParaRPr lang="en-US" altLang="zh-CN" sz="1500" dirty="0" smtClean="0"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  <a:p>
            <a:pPr marL="285750" indent="-285750">
              <a:lnSpc>
                <a:spcPct val="110000"/>
              </a:lnSpc>
              <a:buFont typeface="Wingdings" panose="05000000000000000000" pitchFamily="2" charset="2"/>
              <a:buChar char="n"/>
            </a:pPr>
            <a:r>
              <a:rPr lang="zh-CN" altLang="en-US" sz="1500" dirty="0"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子网划分</a:t>
            </a:r>
            <a:r>
              <a:rPr lang="zh-CN" altLang="en-US" sz="1500" b="1" dirty="0">
                <a:solidFill>
                  <a:srgbClr val="FF0000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灵活</a:t>
            </a:r>
            <a:r>
              <a:rPr lang="zh-CN" altLang="en-US" sz="1500" dirty="0" smtClean="0"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，很大程度上可</a:t>
            </a:r>
            <a:r>
              <a:rPr lang="zh-CN" altLang="en-US" sz="1500" dirty="0"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按需分配</a:t>
            </a:r>
            <a:r>
              <a:rPr lang="zh-CN" altLang="en-US" sz="1500" dirty="0" smtClean="0"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；</a:t>
            </a:r>
            <a:endParaRPr lang="en-US" altLang="zh-CN" sz="1500" dirty="0" smtClean="0"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  <a:p>
            <a:pPr marL="285750" indent="-285750">
              <a:lnSpc>
                <a:spcPct val="110000"/>
              </a:lnSpc>
              <a:buFont typeface="Wingdings" panose="05000000000000000000" pitchFamily="2" charset="2"/>
              <a:buChar char="n"/>
            </a:pPr>
            <a:endParaRPr lang="en-US" altLang="zh-CN" sz="1500" dirty="0"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  <a:p>
            <a:pPr marL="285750" indent="-285750">
              <a:lnSpc>
                <a:spcPct val="110000"/>
              </a:lnSpc>
              <a:buFont typeface="Wingdings" panose="05000000000000000000" pitchFamily="2" charset="2"/>
              <a:buChar char="n"/>
            </a:pPr>
            <a:r>
              <a:rPr lang="zh-CN" altLang="en-US" sz="1500" dirty="0" smtClean="0"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每个</a:t>
            </a:r>
            <a:r>
              <a:rPr lang="zh-CN" altLang="en-US" sz="1500" dirty="0"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子网分配的</a:t>
            </a:r>
            <a:r>
              <a:rPr lang="en-US" altLang="zh-CN" sz="1500" dirty="0"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IP</a:t>
            </a:r>
            <a:r>
              <a:rPr lang="zh-CN" altLang="en-US" sz="1500" dirty="0"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地址</a:t>
            </a:r>
            <a:r>
              <a:rPr lang="zh-CN" altLang="en-US" sz="1500" b="1" dirty="0">
                <a:solidFill>
                  <a:srgbClr val="FF0000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数量不同</a:t>
            </a:r>
            <a:r>
              <a:rPr lang="zh-CN" altLang="en-US" sz="1500" dirty="0" smtClean="0"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；</a:t>
            </a:r>
            <a:endParaRPr lang="en-US" altLang="zh-CN" sz="1500" dirty="0" smtClean="0"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  <a:p>
            <a:pPr>
              <a:lnSpc>
                <a:spcPct val="110000"/>
              </a:lnSpc>
            </a:pPr>
            <a:endParaRPr lang="en-US" altLang="zh-CN" sz="1500" dirty="0" smtClean="0"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  <a:p>
            <a:pPr marL="285750" indent="-285750">
              <a:lnSpc>
                <a:spcPct val="110000"/>
              </a:lnSpc>
              <a:buFont typeface="Wingdings" panose="05000000000000000000" pitchFamily="2" charset="2"/>
              <a:buChar char="n"/>
            </a:pPr>
            <a:r>
              <a:rPr lang="zh-CN" altLang="en-US" sz="1500" dirty="0" smtClean="0"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尽可能</a:t>
            </a:r>
            <a:r>
              <a:rPr lang="zh-CN" altLang="en-US" sz="1500" b="1" dirty="0" smtClean="0">
                <a:solidFill>
                  <a:srgbClr val="FF0000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减少</a:t>
            </a:r>
            <a:r>
              <a:rPr lang="zh-CN" altLang="en-US" sz="1500" dirty="0" smtClean="0"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地址资源的</a:t>
            </a:r>
            <a:r>
              <a:rPr lang="zh-CN" altLang="en-US" sz="1500" b="1" dirty="0" smtClean="0">
                <a:solidFill>
                  <a:srgbClr val="FF0000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浪费</a:t>
            </a:r>
            <a:r>
              <a:rPr lang="zh-CN" altLang="en-US" sz="1500" dirty="0" smtClean="0"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。</a:t>
            </a:r>
            <a:endParaRPr lang="en-US" altLang="zh-CN" sz="1500" dirty="0" smtClean="0"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  <a:p>
            <a:pPr>
              <a:lnSpc>
                <a:spcPct val="110000"/>
              </a:lnSpc>
            </a:pPr>
            <a:endParaRPr lang="zh-CN" altLang="en-US" sz="1600" dirty="0"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3203848" y="1127276"/>
            <a:ext cx="370841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5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5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Variable Length </a:t>
            </a:r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</a:t>
            </a:r>
            <a:r>
              <a:rPr lang="en-US" altLang="zh-CN" sz="15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ubnet Mask</a:t>
            </a:r>
            <a:r>
              <a:rPr lang="zh-CN" altLang="en-US" sz="15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zh-CN" altLang="en-US" sz="15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/>
      <p:bldP spid="2" grpId="0" animBg="1"/>
      <p:bldP spid="18" grpId="0"/>
      <p:bldP spid="52" grpId="0"/>
      <p:bldP spid="19" grpId="0" animBg="1"/>
      <p:bldP spid="53" grpId="0"/>
      <p:bldP spid="54" grpId="0" animBg="1"/>
      <p:bldP spid="55" grpId="0"/>
      <p:bldP spid="56" grpId="0" animBg="1"/>
      <p:bldP spid="57" grpId="0"/>
      <p:bldP spid="58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 descr="C:\Users\Administrator\Desktop\3afe8fe6bfe17e05fe49e17f29526623.png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3880344" y="534988"/>
            <a:ext cx="5775380" cy="4124994"/>
          </a:xfrm>
          <a:prstGeom prst="rect">
            <a:avLst/>
          </a:prstGeom>
          <a:noFill/>
        </p:spPr>
      </p:pic>
      <p:sp>
        <p:nvSpPr>
          <p:cNvPr id="45" name="矩形 44"/>
          <p:cNvSpPr/>
          <p:nvPr/>
        </p:nvSpPr>
        <p:spPr>
          <a:xfrm>
            <a:off x="1310585" y="2429475"/>
            <a:ext cx="268535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600" b="1" spc="3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谢谢观看！</a:t>
            </a:r>
            <a:endParaRPr lang="zh-CN" altLang="en-US" sz="3600" b="1" spc="3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56" presetClass="entr" presetSubtype="0" fill="hold" grpId="0" nodeType="withEffect">
                                  <p:stCondLst>
                                    <p:cond delay="2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12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13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1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1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</p:bldLst>
  </p:timing>
</p:sld>
</file>

<file path=ppt/tags/tag1.xml><?xml version="1.0" encoding="utf-8"?>
<p:tagLst xmlns:p="http://schemas.openxmlformats.org/presentationml/2006/main">
  <p:tag name="ISPRING_PRESENTATION_TITLE" val="9"/>
  <p:tag name="COMMONDATA" val="eyJoZGlkIjoiMGRlNTMzN2RkYWE0MzMzOTYxMjdhNDQxYTdmMDBkMTAifQ=="/>
  <p:tag name="commondata" val="eyJoZGlkIjoiOTc0MWE2ZDcwOTY0YWQxOTQxMzViMDNhZWY3ZGY1ODEifQ=="/>
</p:tagLst>
</file>

<file path=ppt/theme/theme1.xml><?xml version="1.0" encoding="utf-8"?>
<a:theme xmlns:a="http://schemas.openxmlformats.org/drawingml/2006/main" name="Office 主题​​">
  <a:themeElements>
    <a:clrScheme name="自定义 112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308BC4"/>
      </a:accent1>
      <a:accent2>
        <a:srgbClr val="73C8FF"/>
      </a:accent2>
      <a:accent3>
        <a:srgbClr val="308BC4"/>
      </a:accent3>
      <a:accent4>
        <a:srgbClr val="73C8FF"/>
      </a:accent4>
      <a:accent5>
        <a:srgbClr val="308BC4"/>
      </a:accent5>
      <a:accent6>
        <a:srgbClr val="73C8FF"/>
      </a:accent6>
      <a:hlink>
        <a:srgbClr val="007FA2"/>
      </a:hlink>
      <a:folHlink>
        <a:srgbClr val="FF4957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5621</Words>
  <Application>WPS 演示</Application>
  <PresentationFormat>全屏显示(16:9)</PresentationFormat>
  <Paragraphs>865</Paragraphs>
  <Slides>19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32" baseType="lpstr">
      <vt:lpstr>Arial</vt:lpstr>
      <vt:lpstr>宋体</vt:lpstr>
      <vt:lpstr>Wingdings</vt:lpstr>
      <vt:lpstr>微软雅黑</vt:lpstr>
      <vt:lpstr>Times New Roman</vt:lpstr>
      <vt:lpstr>Open Sans</vt:lpstr>
      <vt:lpstr>Segoe Print</vt:lpstr>
      <vt:lpstr>冬青黑体简体中文 W3</vt:lpstr>
      <vt:lpstr>Arial</vt:lpstr>
      <vt:lpstr>Arial Unicode MS</vt:lpstr>
      <vt:lpstr>Calibri</vt:lpstr>
      <vt:lpstr>黑体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CHINA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9</dc:title>
  <dc:creator>USER</dc:creator>
  <cp:lastModifiedBy>Administrator</cp:lastModifiedBy>
  <cp:revision>979</cp:revision>
  <dcterms:created xsi:type="dcterms:W3CDTF">2014-11-09T01:07:00Z</dcterms:created>
  <dcterms:modified xsi:type="dcterms:W3CDTF">2024-09-26T00:47:12Z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D933B7041DB849FAAE7E38202071DAAC</vt:lpwstr>
  </property>
  <property fmtid="{D5CDD505-2E9C-101B-9397-08002B2CF9AE}" pid="3" name="KSOProductBuildVer">
    <vt:lpwstr>2052-11.1.0.10009</vt:lpwstr>
  </property>
</Properties>
</file>